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_rels/presentation.xml.rels" ContentType="application/vnd.openxmlformats-package.relationship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slideLayouts/_rels/slideLayout5.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presProps.xml" ContentType="application/vnd.openxmlformats-officedocument.presentationml.presProps+xml"/>
  <Override PartName="/ppt/media/image1.jpeg" ContentType="image/jpeg"/>
  <Override PartName="/ppt/media/image2.png" ContentType="image/png"/>
  <Override PartName="/ppt/media/image3.png" ContentType="image/png"/>
  <Override PartName="/ppt/media/image4.png" ContentType="image/png"/>
  <Override PartName="/ppt/media/image5.png" ContentType="image/pn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10.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Lst>
  <p:sldSz cx="9144000" cy="51435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image" Target="../media/image3.png"/><Relationship Id="rId7" Type="http://schemas.openxmlformats.org/officeDocument/2006/relationships/image" Target="../media/image2.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3.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image" Target="../media/image2.png"/><Relationship Id="rId7" Type="http://schemas.openxmlformats.org/officeDocument/2006/relationships/image" Target="../media/image2.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2.png"/><Relationship Id="rId6" Type="http://schemas.openxmlformats.org/officeDocument/2006/relationships/image" Target="../media/image2.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2.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3.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image" Target="../media/image2.png"/><Relationship Id="rId7" Type="http://schemas.openxmlformats.org/officeDocument/2006/relationships/image" Target="../media/image2.png"/><Relationship Id="rId8" Type="http://schemas.openxmlformats.org/officeDocument/2006/relationships/hyperlink" Target="http://bit.ly/2Tynxth" TargetMode="External"/><Relationship Id="rId9" Type="http://schemas.openxmlformats.org/officeDocument/2006/relationships/hyperlink" Target="http://bit.ly/2TtBDfr" TargetMode="External"/><Relationship Id="rId10" Type="http://schemas.openxmlformats.org/officeDocument/2006/relationships/hyperlink" Target="http://bit.ly/2TtBDfr" TargetMode="Externa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dk2"/>
        </a:solidFill>
      </p:bgPr>
    </p:bg>
    <p:spTree>
      <p:nvGrpSpPr>
        <p:cNvPr id="1" name=""/>
        <p:cNvGrpSpPr/>
        <p:nvPr/>
      </p:nvGrpSpPr>
      <p:grpSpPr>
        <a:xfrm>
          <a:off x="0" y="0"/>
          <a:ext cx="0" cy="0"/>
          <a:chOff x="0" y="0"/>
          <a:chExt cx="0" cy="0"/>
        </a:xfrm>
      </p:grpSpPr>
      <p:pic>
        <p:nvPicPr>
          <p:cNvPr id="2" name="Google Shape;9;p2" descr=""/>
          <p:cNvPicPr/>
          <p:nvPr/>
        </p:nvPicPr>
        <p:blipFill>
          <a:blip r:embed="rId2"/>
          <a:stretch/>
        </p:blipFill>
        <p:spPr>
          <a:xfrm>
            <a:off x="0" y="0"/>
            <a:ext cx="9143640" cy="5143320"/>
          </a:xfrm>
          <a:prstGeom prst="rect">
            <a:avLst/>
          </a:prstGeom>
          <a:noFill/>
          <a:ln w="0">
            <a:noFill/>
          </a:ln>
        </p:spPr>
      </p:pic>
      <p:pic>
        <p:nvPicPr>
          <p:cNvPr id="3" name="Google Shape;10;p2" descr=""/>
          <p:cNvPicPr/>
          <p:nvPr/>
        </p:nvPicPr>
        <p:blipFill>
          <a:blip r:embed="rId3"/>
          <a:stretch/>
        </p:blipFill>
        <p:spPr>
          <a:xfrm>
            <a:off x="6347880" y="2363400"/>
            <a:ext cx="3696480" cy="3639960"/>
          </a:xfrm>
          <a:prstGeom prst="rect">
            <a:avLst/>
          </a:prstGeom>
          <a:noFill/>
          <a:ln w="0">
            <a:noFill/>
          </a:ln>
        </p:spPr>
      </p:pic>
      <p:pic>
        <p:nvPicPr>
          <p:cNvPr id="4" name="Google Shape;11;p2" descr=""/>
          <p:cNvPicPr/>
          <p:nvPr/>
        </p:nvPicPr>
        <p:blipFill>
          <a:blip r:embed="rId4">
            <a:alphaModFix amt="41000"/>
          </a:blip>
          <a:stretch/>
        </p:blipFill>
        <p:spPr>
          <a:xfrm rot="774000">
            <a:off x="5174280" y="3339360"/>
            <a:ext cx="6063120" cy="3927240"/>
          </a:xfrm>
          <a:prstGeom prst="rect">
            <a:avLst/>
          </a:prstGeom>
          <a:noFill/>
          <a:ln w="0">
            <a:noFill/>
          </a:ln>
        </p:spPr>
      </p:pic>
      <p:pic>
        <p:nvPicPr>
          <p:cNvPr id="5" name="Google Shape;12;p2" descr=""/>
          <p:cNvPicPr/>
          <p:nvPr/>
        </p:nvPicPr>
        <p:blipFill>
          <a:blip r:embed="rId5">
            <a:alphaModFix amt="10000"/>
          </a:blip>
          <a:stretch/>
        </p:blipFill>
        <p:spPr>
          <a:xfrm>
            <a:off x="320400" y="-1604880"/>
            <a:ext cx="4224240" cy="2736360"/>
          </a:xfrm>
          <a:prstGeom prst="rect">
            <a:avLst/>
          </a:prstGeom>
          <a:noFill/>
          <a:ln w="0">
            <a:noFill/>
          </a:ln>
        </p:spPr>
      </p:pic>
      <p:pic>
        <p:nvPicPr>
          <p:cNvPr id="6" name="Google Shape;13;p2" descr=""/>
          <p:cNvPicPr/>
          <p:nvPr/>
        </p:nvPicPr>
        <p:blipFill>
          <a:blip r:embed="rId6">
            <a:alphaModFix amt="10000"/>
          </a:blip>
          <a:stretch/>
        </p:blipFill>
        <p:spPr>
          <a:xfrm rot="283800">
            <a:off x="2289240" y="566640"/>
            <a:ext cx="8628840" cy="5589360"/>
          </a:xfrm>
          <a:prstGeom prst="rect">
            <a:avLst/>
          </a:prstGeom>
          <a:noFill/>
          <a:ln w="0">
            <a:noFill/>
          </a:ln>
        </p:spPr>
      </p:pic>
      <p:pic>
        <p:nvPicPr>
          <p:cNvPr id="7" name="Google Shape;14;p2" descr=""/>
          <p:cNvPicPr/>
          <p:nvPr/>
        </p:nvPicPr>
        <p:blipFill>
          <a:blip r:embed="rId7"/>
          <a:stretch/>
        </p:blipFill>
        <p:spPr>
          <a:xfrm>
            <a:off x="-898200" y="-476280"/>
            <a:ext cx="2757240" cy="2715120"/>
          </a:xfrm>
          <a:prstGeom prst="rect">
            <a:avLst/>
          </a:prstGeom>
          <a:noFill/>
          <a:ln w="0">
            <a:noFill/>
          </a:ln>
        </p:spPr>
      </p:pic>
      <p:sp>
        <p:nvSpPr>
          <p:cNvPr id="8" name="PlaceHolder 1"/>
          <p:cNvSpPr>
            <a:spLocks noGrp="1"/>
          </p:cNvSpPr>
          <p:nvPr>
            <p:ph type="title"/>
          </p:nvPr>
        </p:nvSpPr>
        <p:spPr>
          <a:xfrm>
            <a:off x="720000" y="584280"/>
            <a:ext cx="6874200" cy="2870640"/>
          </a:xfrm>
          <a:prstGeom prst="rect">
            <a:avLst/>
          </a:prstGeom>
          <a:noFill/>
          <a:ln w="0">
            <a:noFill/>
          </a:ln>
        </p:spPr>
        <p:txBody>
          <a:bodyPr lIns="91440" rIns="91440" tIns="91440" bIns="91440" anchor="b">
            <a:noAutofit/>
          </a:bodyPr>
          <a:p>
            <a:pPr indent="0">
              <a:buNone/>
            </a:pPr>
            <a:r>
              <a:rPr b="0" lang="fr-FR" sz="4000" strike="noStrike" u="none">
                <a:solidFill>
                  <a:schemeClr val="dk1"/>
                </a:solidFill>
                <a:effectLst/>
                <a:uFillTx/>
                <a:latin typeface="Arial"/>
              </a:rPr>
              <a:t>Click to edit the title text format</a:t>
            </a:r>
            <a:endParaRPr b="0" lang="fr-FR" sz="4000" strike="noStrike" u="none">
              <a:solidFill>
                <a:schemeClr val="dk1"/>
              </a:solidFill>
              <a:effectLst/>
              <a:uFillTx/>
              <a:latin typeface="Arial"/>
            </a:endParaRPr>
          </a:p>
        </p:txBody>
      </p:sp>
      <p:sp>
        <p:nvSpPr>
          <p:cNvPr id="9"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dk2"/>
        </a:solidFill>
      </p:bgPr>
    </p:bg>
    <p:spTree>
      <p:nvGrpSpPr>
        <p:cNvPr id="1" name=""/>
        <p:cNvGrpSpPr/>
        <p:nvPr/>
      </p:nvGrpSpPr>
      <p:grpSpPr>
        <a:xfrm>
          <a:off x="0" y="0"/>
          <a:ext cx="0" cy="0"/>
          <a:chOff x="0" y="0"/>
          <a:chExt cx="0" cy="0"/>
        </a:xfrm>
      </p:grpSpPr>
      <p:pic>
        <p:nvPicPr>
          <p:cNvPr id="10" name="Google Shape;198;p4" descr=""/>
          <p:cNvPicPr/>
          <p:nvPr/>
        </p:nvPicPr>
        <p:blipFill>
          <a:blip r:embed="rId2"/>
          <a:stretch/>
        </p:blipFill>
        <p:spPr>
          <a:xfrm>
            <a:off x="0" y="0"/>
            <a:ext cx="9143640" cy="5143320"/>
          </a:xfrm>
          <a:prstGeom prst="rect">
            <a:avLst/>
          </a:prstGeom>
          <a:noFill/>
          <a:ln w="0">
            <a:noFill/>
          </a:ln>
        </p:spPr>
      </p:pic>
      <p:pic>
        <p:nvPicPr>
          <p:cNvPr id="11" name="Google Shape;199;p4" descr=""/>
          <p:cNvPicPr/>
          <p:nvPr/>
        </p:nvPicPr>
        <p:blipFill>
          <a:blip r:embed="rId3">
            <a:alphaModFix amt="41000"/>
          </a:blip>
          <a:stretch/>
        </p:blipFill>
        <p:spPr>
          <a:xfrm rot="20896800">
            <a:off x="-5180040" y="2567520"/>
            <a:ext cx="6699960" cy="4339800"/>
          </a:xfrm>
          <a:prstGeom prst="rect">
            <a:avLst/>
          </a:prstGeom>
          <a:noFill/>
          <a:ln w="0">
            <a:noFill/>
          </a:ln>
        </p:spPr>
      </p:pic>
      <p:pic>
        <p:nvPicPr>
          <p:cNvPr id="12" name="Google Shape;200;p4" descr=""/>
          <p:cNvPicPr/>
          <p:nvPr/>
        </p:nvPicPr>
        <p:blipFill>
          <a:blip r:embed="rId4">
            <a:alphaModFix amt="41000"/>
          </a:blip>
          <a:stretch/>
        </p:blipFill>
        <p:spPr>
          <a:xfrm rot="21349200">
            <a:off x="6855840" y="-2193480"/>
            <a:ext cx="6699960" cy="4339800"/>
          </a:xfrm>
          <a:prstGeom prst="rect">
            <a:avLst/>
          </a:prstGeom>
          <a:noFill/>
          <a:ln w="0">
            <a:noFill/>
          </a:ln>
        </p:spPr>
      </p:pic>
      <p:pic>
        <p:nvPicPr>
          <p:cNvPr id="13" name="Google Shape;201;p4" descr=""/>
          <p:cNvPicPr/>
          <p:nvPr/>
        </p:nvPicPr>
        <p:blipFill>
          <a:blip r:embed="rId5">
            <a:alphaModFix amt="10000"/>
          </a:blip>
          <a:stretch/>
        </p:blipFill>
        <p:spPr>
          <a:xfrm rot="761400">
            <a:off x="5362200" y="3205440"/>
            <a:ext cx="4731120" cy="3064320"/>
          </a:xfrm>
          <a:prstGeom prst="rect">
            <a:avLst/>
          </a:prstGeom>
          <a:noFill/>
          <a:ln w="0">
            <a:noFill/>
          </a:ln>
        </p:spPr>
      </p:pic>
      <p:pic>
        <p:nvPicPr>
          <p:cNvPr id="14" name="Google Shape;202;p4" descr=""/>
          <p:cNvPicPr/>
          <p:nvPr/>
        </p:nvPicPr>
        <p:blipFill>
          <a:blip r:embed="rId6"/>
          <a:stretch/>
        </p:blipFill>
        <p:spPr>
          <a:xfrm>
            <a:off x="6545160" y="4325760"/>
            <a:ext cx="3128040" cy="3080160"/>
          </a:xfrm>
          <a:prstGeom prst="rect">
            <a:avLst/>
          </a:prstGeom>
          <a:noFill/>
          <a:ln w="0">
            <a:noFill/>
          </a:ln>
        </p:spPr>
      </p:pic>
      <p:pic>
        <p:nvPicPr>
          <p:cNvPr id="15" name="Google Shape;203;p4" descr=""/>
          <p:cNvPicPr/>
          <p:nvPr/>
        </p:nvPicPr>
        <p:blipFill>
          <a:blip r:embed="rId7"/>
          <a:stretch/>
        </p:blipFill>
        <p:spPr>
          <a:xfrm>
            <a:off x="-1378800" y="-870480"/>
            <a:ext cx="3182400" cy="3133800"/>
          </a:xfrm>
          <a:prstGeom prst="rect">
            <a:avLst/>
          </a:prstGeom>
          <a:noFill/>
          <a:ln w="0">
            <a:noFill/>
          </a:ln>
        </p:spPr>
      </p:pic>
      <p:sp>
        <p:nvSpPr>
          <p:cNvPr id="16"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400" strike="noStrike" u="none">
                <a:solidFill>
                  <a:schemeClr val="dk1"/>
                </a:solidFill>
                <a:effectLst/>
                <a:uFillTx/>
                <a:latin typeface="Arial"/>
              </a:rPr>
              <a:t>Click to edit the title text format</a:t>
            </a:r>
            <a:endParaRPr b="0" lang="fr-FR" sz="3400" strike="noStrike" u="none">
              <a:solidFill>
                <a:schemeClr val="dk1"/>
              </a:solidFill>
              <a:effectLst/>
              <a:uFillTx/>
              <a:latin typeface="Arial"/>
            </a:endParaRPr>
          </a:p>
        </p:txBody>
      </p:sp>
      <p:sp>
        <p:nvSpPr>
          <p:cNvPr id="17" name="PlaceHolder 2"/>
          <p:cNvSpPr>
            <a:spLocks noGrp="1"/>
          </p:cNvSpPr>
          <p:nvPr>
            <p:ph type="body"/>
          </p:nvPr>
        </p:nvSpPr>
        <p:spPr>
          <a:xfrm>
            <a:off x="720000" y="1139400"/>
            <a:ext cx="7703640" cy="352620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150" strike="noStrike" u="none">
                <a:solidFill>
                  <a:srgbClr val="000000"/>
                </a:solidFill>
                <a:effectLst/>
                <a:uFillTx/>
                <a:latin typeface="Arial"/>
              </a:rPr>
              <a:t>Click to edit the outline text format</a:t>
            </a:r>
            <a:endParaRPr b="0" lang="fr-FR" sz="115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150" strike="noStrike" u="none">
                <a:solidFill>
                  <a:srgbClr val="000000"/>
                </a:solidFill>
                <a:effectLst/>
                <a:uFillTx/>
                <a:latin typeface="Arial"/>
              </a:rPr>
              <a:t>Second Outline Level</a:t>
            </a:r>
            <a:endParaRPr b="0" lang="fr-FR" sz="115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150" strike="noStrike" u="none">
                <a:solidFill>
                  <a:srgbClr val="000000"/>
                </a:solidFill>
                <a:effectLst/>
                <a:uFillTx/>
                <a:latin typeface="Arial"/>
              </a:rPr>
              <a:t>Third Outline Level</a:t>
            </a:r>
            <a:endParaRPr b="0" lang="fr-FR" sz="115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150" strike="noStrike" u="none">
                <a:solidFill>
                  <a:srgbClr val="000000"/>
                </a:solidFill>
                <a:effectLst/>
                <a:uFillTx/>
                <a:latin typeface="Arial"/>
              </a:rPr>
              <a:t>Fourth Outline Level</a:t>
            </a:r>
            <a:endParaRPr b="0" lang="fr-FR" sz="115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150" strike="noStrike" u="none">
                <a:solidFill>
                  <a:srgbClr val="000000"/>
                </a:solidFill>
                <a:effectLst/>
                <a:uFillTx/>
                <a:latin typeface="Arial"/>
              </a:rPr>
              <a:t>Fifth Outline Level</a:t>
            </a:r>
            <a:endParaRPr b="0" lang="fr-FR" sz="115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150" strike="noStrike" u="none">
                <a:solidFill>
                  <a:srgbClr val="000000"/>
                </a:solidFill>
                <a:effectLst/>
                <a:uFillTx/>
                <a:latin typeface="Arial"/>
              </a:rPr>
              <a:t>Sixth Outline Level</a:t>
            </a:r>
            <a:endParaRPr b="0" lang="fr-FR" sz="115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150" strike="noStrike" u="none">
                <a:solidFill>
                  <a:srgbClr val="000000"/>
                </a:solidFill>
                <a:effectLst/>
                <a:uFillTx/>
                <a:latin typeface="Arial"/>
              </a:rPr>
              <a:t>Seventh Outline Level</a:t>
            </a:r>
            <a:endParaRPr b="0" lang="fr-FR" sz="1150" strike="noStrike" u="non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_1">
    <p:bg>
      <p:bgPr>
        <a:solidFill>
          <a:schemeClr val="dk2"/>
        </a:solidFill>
      </p:bgPr>
    </p:bg>
    <p:spTree>
      <p:nvGrpSpPr>
        <p:cNvPr id="1" name=""/>
        <p:cNvGrpSpPr/>
        <p:nvPr/>
      </p:nvGrpSpPr>
      <p:grpSpPr>
        <a:xfrm>
          <a:off x="0" y="0"/>
          <a:ext cx="0" cy="0"/>
          <a:chOff x="0" y="0"/>
          <a:chExt cx="0" cy="0"/>
        </a:xfrm>
      </p:grpSpPr>
      <p:pic>
        <p:nvPicPr>
          <p:cNvPr id="18" name="Google Shape;515;p32" descr=""/>
          <p:cNvPicPr/>
          <p:nvPr/>
        </p:nvPicPr>
        <p:blipFill>
          <a:blip r:embed="rId2"/>
          <a:stretch/>
        </p:blipFill>
        <p:spPr>
          <a:xfrm>
            <a:off x="0" y="0"/>
            <a:ext cx="9143640" cy="5143320"/>
          </a:xfrm>
          <a:prstGeom prst="rect">
            <a:avLst/>
          </a:prstGeom>
          <a:noFill/>
          <a:ln w="0">
            <a:noFill/>
          </a:ln>
        </p:spPr>
      </p:pic>
      <p:sp>
        <p:nvSpPr>
          <p:cNvPr id="19" name="PlaceHolder 1"/>
          <p:cNvSpPr>
            <a:spLocks noGrp="1"/>
          </p:cNvSpPr>
          <p:nvPr>
            <p:ph type="title"/>
          </p:nvPr>
        </p:nvSpPr>
        <p:spPr>
          <a:xfrm>
            <a:off x="632520" y="537120"/>
            <a:ext cx="4747320" cy="1647360"/>
          </a:xfrm>
          <a:prstGeom prst="rect">
            <a:avLst/>
          </a:prstGeom>
          <a:noFill/>
          <a:ln w="0">
            <a:noFill/>
          </a:ln>
        </p:spPr>
        <p:txBody>
          <a:bodyPr lIns="91440" rIns="91440" tIns="91440" bIns="91440" anchor="b">
            <a:noAutofit/>
          </a:bodyPr>
          <a:p>
            <a:pPr indent="0">
              <a:buNone/>
            </a:pPr>
            <a:r>
              <a:rPr b="0" lang="fr-FR" sz="3400" strike="noStrike" u="none">
                <a:solidFill>
                  <a:schemeClr val="dk1"/>
                </a:solidFill>
                <a:effectLst/>
                <a:uFillTx/>
                <a:latin typeface="Arial"/>
              </a:rPr>
              <a:t>Click to edit the title text format</a:t>
            </a:r>
            <a:endParaRPr b="0" lang="fr-FR" sz="3400" strike="noStrike" u="none">
              <a:solidFill>
                <a:schemeClr val="dk1"/>
              </a:solidFill>
              <a:effectLst/>
              <a:uFillTx/>
              <a:latin typeface="Arial"/>
            </a:endParaRPr>
          </a:p>
        </p:txBody>
      </p:sp>
      <p:sp>
        <p:nvSpPr>
          <p:cNvPr id="20" name="Google Shape;518;p32"/>
          <p:cNvSpPr/>
          <p:nvPr/>
        </p:nvSpPr>
        <p:spPr>
          <a:xfrm flipH="1">
            <a:off x="5579640" y="-573840"/>
            <a:ext cx="13320" cy="17280"/>
          </a:xfrm>
          <a:custGeom>
            <a:avLst/>
            <a:gdLst>
              <a:gd name="textAreaLeft" fmla="*/ -360 w 13320"/>
              <a:gd name="textAreaRight" fmla="*/ 13320 w 13320"/>
              <a:gd name="textAreaTop" fmla="*/ 0 h 17280"/>
              <a:gd name="textAreaBottom" fmla="*/ 17640 h 17280"/>
            </a:gdLst>
            <a:ahLst/>
            <a:cxnLst/>
            <a:rect l="textAreaLeft" t="textAreaTop" r="textAreaRight" b="textAreaBottom"/>
            <a:pathLst>
              <a:path fill="none" w="366" h="476">
                <a:moveTo>
                  <a:pt x="292" y="476"/>
                </a:moveTo>
                <a:lnTo>
                  <a:pt x="292" y="476"/>
                </a:lnTo>
                <a:lnTo>
                  <a:pt x="110" y="439"/>
                </a:lnTo>
                <a:lnTo>
                  <a:pt x="37" y="439"/>
                </a:lnTo>
                <a:lnTo>
                  <a:pt x="0" y="403"/>
                </a:lnTo>
                <a:lnTo>
                  <a:pt x="0" y="403"/>
                </a:lnTo>
                <a:lnTo>
                  <a:pt x="0" y="256"/>
                </a:lnTo>
                <a:lnTo>
                  <a:pt x="37" y="147"/>
                </a:lnTo>
                <a:lnTo>
                  <a:pt x="183" y="74"/>
                </a:lnTo>
                <a:lnTo>
                  <a:pt x="366" y="1"/>
                </a:lnTo>
                <a:lnTo>
                  <a:pt x="366" y="1"/>
                </a:lnTo>
                <a:lnTo>
                  <a:pt x="292" y="476"/>
                </a:lnTo>
              </a:path>
            </a:pathLst>
          </a:custGeom>
          <a:solidFill>
            <a:schemeClr val="dk1">
              <a:alpha val="47000"/>
            </a:schemeClr>
          </a:solidFill>
          <a:ln w="0">
            <a:noFill/>
          </a:ln>
        </p:spPr>
        <p:style>
          <a:lnRef idx="0"/>
          <a:fillRef idx="0"/>
          <a:effectRef idx="0"/>
          <a:fontRef idx="minor"/>
        </p:style>
        <p:txBody>
          <a:bodyPr tIns="8640" bIns="8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1" name="Google Shape;519;p32"/>
          <p:cNvSpPr/>
          <p:nvPr/>
        </p:nvSpPr>
        <p:spPr>
          <a:xfrm flipH="1">
            <a:off x="5228640" y="-992880"/>
            <a:ext cx="85320" cy="43200"/>
          </a:xfrm>
          <a:custGeom>
            <a:avLst/>
            <a:gdLst>
              <a:gd name="textAreaLeft" fmla="*/ -360 w 85320"/>
              <a:gd name="textAreaRight" fmla="*/ 85320 w 85320"/>
              <a:gd name="textAreaTop" fmla="*/ 0 h 43200"/>
              <a:gd name="textAreaBottom" fmla="*/ 43560 h 43200"/>
            </a:gdLst>
            <a:ahLst/>
            <a:cxnLst/>
            <a:rect l="textAreaLeft" t="textAreaTop" r="textAreaRight" b="textAreaBottom"/>
            <a:pathLst>
              <a:path fill="none" w="2303" h="1171">
                <a:moveTo>
                  <a:pt x="439" y="1170"/>
                </a:moveTo>
                <a:lnTo>
                  <a:pt x="439" y="1170"/>
                </a:lnTo>
                <a:lnTo>
                  <a:pt x="219" y="1134"/>
                </a:lnTo>
                <a:lnTo>
                  <a:pt x="0" y="1061"/>
                </a:lnTo>
                <a:lnTo>
                  <a:pt x="0" y="1061"/>
                </a:lnTo>
                <a:lnTo>
                  <a:pt x="329" y="732"/>
                </a:lnTo>
                <a:lnTo>
                  <a:pt x="621" y="476"/>
                </a:lnTo>
                <a:lnTo>
                  <a:pt x="621" y="476"/>
                </a:lnTo>
                <a:lnTo>
                  <a:pt x="950" y="257"/>
                </a:lnTo>
                <a:lnTo>
                  <a:pt x="1316" y="1"/>
                </a:lnTo>
                <a:lnTo>
                  <a:pt x="1316" y="1"/>
                </a:lnTo>
                <a:lnTo>
                  <a:pt x="2303" y="476"/>
                </a:lnTo>
                <a:lnTo>
                  <a:pt x="2303" y="476"/>
                </a:lnTo>
                <a:lnTo>
                  <a:pt x="1206" y="914"/>
                </a:lnTo>
                <a:lnTo>
                  <a:pt x="1206" y="914"/>
                </a:lnTo>
                <a:lnTo>
                  <a:pt x="841" y="1061"/>
                </a:lnTo>
                <a:lnTo>
                  <a:pt x="658" y="1134"/>
                </a:lnTo>
                <a:lnTo>
                  <a:pt x="439" y="1170"/>
                </a:lnTo>
              </a:path>
            </a:pathLst>
          </a:custGeom>
          <a:solidFill>
            <a:schemeClr val="dk1">
              <a:alpha val="47000"/>
            </a:schemeClr>
          </a:solidFill>
          <a:ln w="0">
            <a:noFill/>
          </a:ln>
        </p:spPr>
        <p:style>
          <a:lnRef idx="0"/>
          <a:fillRef idx="0"/>
          <a:effectRef idx="0"/>
          <a:fontRef idx="minor"/>
        </p:style>
        <p:txBody>
          <a:bodyPr tIns="21600" bIns="216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 name="Google Shape;520;p32"/>
          <p:cNvSpPr/>
          <p:nvPr/>
        </p:nvSpPr>
        <p:spPr>
          <a:xfrm flipH="1">
            <a:off x="5256360" y="-1195920"/>
            <a:ext cx="92160" cy="63720"/>
          </a:xfrm>
          <a:custGeom>
            <a:avLst/>
            <a:gdLst>
              <a:gd name="textAreaLeft" fmla="*/ 360 w 92160"/>
              <a:gd name="textAreaRight" fmla="*/ 92880 w 92160"/>
              <a:gd name="textAreaTop" fmla="*/ 0 h 63720"/>
              <a:gd name="textAreaBottom" fmla="*/ 64080 h 63720"/>
            </a:gdLst>
            <a:ahLst/>
            <a:cxnLst/>
            <a:rect l="textAreaLeft" t="textAreaTop" r="textAreaRight" b="textAreaBottom"/>
            <a:pathLst>
              <a:path fill="none" w="2486" h="1719">
                <a:moveTo>
                  <a:pt x="0" y="1718"/>
                </a:moveTo>
                <a:lnTo>
                  <a:pt x="0" y="1718"/>
                </a:lnTo>
                <a:lnTo>
                  <a:pt x="73" y="1499"/>
                </a:lnTo>
                <a:lnTo>
                  <a:pt x="147" y="1316"/>
                </a:lnTo>
                <a:lnTo>
                  <a:pt x="293" y="1170"/>
                </a:lnTo>
                <a:lnTo>
                  <a:pt x="439" y="1061"/>
                </a:lnTo>
                <a:lnTo>
                  <a:pt x="731" y="878"/>
                </a:lnTo>
                <a:lnTo>
                  <a:pt x="878" y="805"/>
                </a:lnTo>
                <a:lnTo>
                  <a:pt x="1024" y="695"/>
                </a:lnTo>
                <a:lnTo>
                  <a:pt x="1024" y="695"/>
                </a:lnTo>
                <a:lnTo>
                  <a:pt x="768" y="403"/>
                </a:lnTo>
                <a:lnTo>
                  <a:pt x="768" y="403"/>
                </a:lnTo>
                <a:lnTo>
                  <a:pt x="987" y="220"/>
                </a:lnTo>
                <a:lnTo>
                  <a:pt x="1170" y="74"/>
                </a:lnTo>
                <a:lnTo>
                  <a:pt x="1316" y="37"/>
                </a:lnTo>
                <a:lnTo>
                  <a:pt x="1535" y="1"/>
                </a:lnTo>
                <a:lnTo>
                  <a:pt x="1535" y="1"/>
                </a:lnTo>
                <a:lnTo>
                  <a:pt x="1974" y="37"/>
                </a:lnTo>
                <a:lnTo>
                  <a:pt x="1974" y="37"/>
                </a:lnTo>
                <a:lnTo>
                  <a:pt x="1755" y="476"/>
                </a:lnTo>
                <a:lnTo>
                  <a:pt x="1755" y="476"/>
                </a:lnTo>
                <a:lnTo>
                  <a:pt x="2486" y="951"/>
                </a:lnTo>
                <a:lnTo>
                  <a:pt x="2486" y="951"/>
                </a:lnTo>
                <a:lnTo>
                  <a:pt x="2230" y="1316"/>
                </a:lnTo>
                <a:lnTo>
                  <a:pt x="2230" y="1316"/>
                </a:lnTo>
                <a:lnTo>
                  <a:pt x="2011" y="1280"/>
                </a:lnTo>
                <a:lnTo>
                  <a:pt x="1755" y="1280"/>
                </a:lnTo>
                <a:lnTo>
                  <a:pt x="1755" y="1280"/>
                </a:lnTo>
                <a:lnTo>
                  <a:pt x="1316" y="1316"/>
                </a:lnTo>
                <a:lnTo>
                  <a:pt x="878" y="1426"/>
                </a:lnTo>
                <a:lnTo>
                  <a:pt x="439" y="1536"/>
                </a:lnTo>
                <a:lnTo>
                  <a:pt x="0" y="1718"/>
                </a:lnTo>
              </a:path>
            </a:pathLst>
          </a:custGeom>
          <a:solidFill>
            <a:schemeClr val="dk1">
              <a:alpha val="47000"/>
            </a:schemeClr>
          </a:solidFill>
          <a:ln w="0">
            <a:noFill/>
          </a:ln>
        </p:spPr>
        <p:style>
          <a:lnRef idx="0"/>
          <a:fillRef idx="0"/>
          <a:effectRef idx="0"/>
          <a:fontRef idx="minor"/>
        </p:style>
        <p:txBody>
          <a:bodyPr tIns="32040" bIns="32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 name="Google Shape;521;p32"/>
          <p:cNvSpPr/>
          <p:nvPr/>
        </p:nvSpPr>
        <p:spPr>
          <a:xfrm flipH="1">
            <a:off x="5980320" y="-984960"/>
            <a:ext cx="54000" cy="48600"/>
          </a:xfrm>
          <a:custGeom>
            <a:avLst/>
            <a:gdLst>
              <a:gd name="textAreaLeft" fmla="*/ 360 w 54000"/>
              <a:gd name="textAreaRight" fmla="*/ 54720 w 54000"/>
              <a:gd name="textAreaTop" fmla="*/ 0 h 48600"/>
              <a:gd name="textAreaBottom" fmla="*/ 48960 h 48600"/>
            </a:gdLst>
            <a:ahLst/>
            <a:cxnLst/>
            <a:rect l="textAreaLeft" t="textAreaTop" r="textAreaRight" b="textAreaBottom"/>
            <a:pathLst>
              <a:path w="1463" h="1316">
                <a:moveTo>
                  <a:pt x="1462" y="0"/>
                </a:moveTo>
                <a:lnTo>
                  <a:pt x="439" y="475"/>
                </a:lnTo>
                <a:lnTo>
                  <a:pt x="147" y="621"/>
                </a:lnTo>
                <a:lnTo>
                  <a:pt x="74" y="694"/>
                </a:lnTo>
                <a:lnTo>
                  <a:pt x="37" y="768"/>
                </a:lnTo>
                <a:lnTo>
                  <a:pt x="0" y="877"/>
                </a:lnTo>
                <a:lnTo>
                  <a:pt x="0" y="987"/>
                </a:lnTo>
                <a:lnTo>
                  <a:pt x="74" y="1316"/>
                </a:lnTo>
                <a:lnTo>
                  <a:pt x="402" y="1279"/>
                </a:lnTo>
                <a:lnTo>
                  <a:pt x="658" y="1206"/>
                </a:lnTo>
                <a:lnTo>
                  <a:pt x="878" y="1097"/>
                </a:lnTo>
                <a:lnTo>
                  <a:pt x="1060" y="950"/>
                </a:lnTo>
                <a:lnTo>
                  <a:pt x="1207" y="768"/>
                </a:lnTo>
                <a:lnTo>
                  <a:pt x="1316" y="548"/>
                </a:lnTo>
                <a:lnTo>
                  <a:pt x="1426" y="292"/>
                </a:lnTo>
                <a:lnTo>
                  <a:pt x="1462" y="0"/>
                </a:lnTo>
                <a:close/>
              </a:path>
            </a:pathLst>
          </a:custGeom>
          <a:solidFill>
            <a:schemeClr val="dk1">
              <a:alpha val="47000"/>
            </a:schemeClr>
          </a:solidFill>
          <a:ln w="0">
            <a:noFill/>
          </a:ln>
        </p:spPr>
        <p:style>
          <a:lnRef idx="0"/>
          <a:fillRef idx="0"/>
          <a:effectRef idx="0"/>
          <a:fontRef idx="minor"/>
        </p:style>
        <p:txBody>
          <a:bodyPr tIns="24480" bIns="24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 name="Google Shape;522;p32"/>
          <p:cNvSpPr/>
          <p:nvPr/>
        </p:nvSpPr>
        <p:spPr>
          <a:xfrm flipH="1">
            <a:off x="5980320" y="-984960"/>
            <a:ext cx="54000" cy="48600"/>
          </a:xfrm>
          <a:custGeom>
            <a:avLst/>
            <a:gdLst>
              <a:gd name="textAreaLeft" fmla="*/ 360 w 54000"/>
              <a:gd name="textAreaRight" fmla="*/ 54720 w 54000"/>
              <a:gd name="textAreaTop" fmla="*/ 0 h 48600"/>
              <a:gd name="textAreaBottom" fmla="*/ 48960 h 48600"/>
            </a:gdLst>
            <a:ahLst/>
            <a:cxnLst/>
            <a:rect l="textAreaLeft" t="textAreaTop" r="textAreaRight" b="textAreaBottom"/>
            <a:pathLst>
              <a:path fill="none" w="1463" h="1316">
                <a:moveTo>
                  <a:pt x="1462" y="0"/>
                </a:moveTo>
                <a:lnTo>
                  <a:pt x="1462" y="0"/>
                </a:lnTo>
                <a:lnTo>
                  <a:pt x="439" y="475"/>
                </a:lnTo>
                <a:lnTo>
                  <a:pt x="439" y="475"/>
                </a:lnTo>
                <a:lnTo>
                  <a:pt x="147" y="621"/>
                </a:lnTo>
                <a:lnTo>
                  <a:pt x="74" y="694"/>
                </a:lnTo>
                <a:lnTo>
                  <a:pt x="37" y="768"/>
                </a:lnTo>
                <a:lnTo>
                  <a:pt x="0" y="877"/>
                </a:lnTo>
                <a:lnTo>
                  <a:pt x="0" y="987"/>
                </a:lnTo>
                <a:lnTo>
                  <a:pt x="74" y="1316"/>
                </a:lnTo>
                <a:lnTo>
                  <a:pt x="74" y="1316"/>
                </a:lnTo>
                <a:lnTo>
                  <a:pt x="402" y="1279"/>
                </a:lnTo>
                <a:lnTo>
                  <a:pt x="658" y="1206"/>
                </a:lnTo>
                <a:lnTo>
                  <a:pt x="878" y="1097"/>
                </a:lnTo>
                <a:lnTo>
                  <a:pt x="1060" y="950"/>
                </a:lnTo>
                <a:lnTo>
                  <a:pt x="1207" y="768"/>
                </a:lnTo>
                <a:lnTo>
                  <a:pt x="1316" y="548"/>
                </a:lnTo>
                <a:lnTo>
                  <a:pt x="1426" y="292"/>
                </a:lnTo>
                <a:lnTo>
                  <a:pt x="1462" y="0"/>
                </a:lnTo>
              </a:path>
            </a:pathLst>
          </a:custGeom>
          <a:solidFill>
            <a:schemeClr val="dk1">
              <a:alpha val="47000"/>
            </a:schemeClr>
          </a:solidFill>
          <a:ln w="0">
            <a:noFill/>
          </a:ln>
        </p:spPr>
        <p:style>
          <a:lnRef idx="0"/>
          <a:fillRef idx="0"/>
          <a:effectRef idx="0"/>
          <a:fontRef idx="minor"/>
        </p:style>
        <p:txBody>
          <a:bodyPr tIns="24480" bIns="24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 name="Google Shape;523;p32"/>
          <p:cNvSpPr/>
          <p:nvPr/>
        </p:nvSpPr>
        <p:spPr>
          <a:xfrm flipH="1">
            <a:off x="5686560" y="-761760"/>
            <a:ext cx="21600" cy="55440"/>
          </a:xfrm>
          <a:custGeom>
            <a:avLst/>
            <a:gdLst>
              <a:gd name="textAreaLeft" fmla="*/ 360 w 21600"/>
              <a:gd name="textAreaRight" fmla="*/ 22320 w 21600"/>
              <a:gd name="textAreaTop" fmla="*/ 0 h 55440"/>
              <a:gd name="textAreaBottom" fmla="*/ 55800 h 55440"/>
            </a:gdLst>
            <a:ahLst/>
            <a:cxnLst/>
            <a:rect l="textAreaLeft" t="textAreaTop" r="textAreaRight" b="textAreaBottom"/>
            <a:pathLst>
              <a:path w="586" h="1500">
                <a:moveTo>
                  <a:pt x="257" y="0"/>
                </a:moveTo>
                <a:lnTo>
                  <a:pt x="37" y="37"/>
                </a:lnTo>
                <a:lnTo>
                  <a:pt x="1" y="439"/>
                </a:lnTo>
                <a:lnTo>
                  <a:pt x="1" y="805"/>
                </a:lnTo>
                <a:lnTo>
                  <a:pt x="37" y="1170"/>
                </a:lnTo>
                <a:lnTo>
                  <a:pt x="147" y="1499"/>
                </a:lnTo>
                <a:lnTo>
                  <a:pt x="220" y="1316"/>
                </a:lnTo>
                <a:lnTo>
                  <a:pt x="293" y="1170"/>
                </a:lnTo>
                <a:lnTo>
                  <a:pt x="476" y="805"/>
                </a:lnTo>
                <a:lnTo>
                  <a:pt x="549" y="622"/>
                </a:lnTo>
                <a:lnTo>
                  <a:pt x="586" y="439"/>
                </a:lnTo>
                <a:lnTo>
                  <a:pt x="586" y="256"/>
                </a:lnTo>
                <a:lnTo>
                  <a:pt x="512" y="37"/>
                </a:lnTo>
                <a:lnTo>
                  <a:pt x="293" y="0"/>
                </a:lnTo>
                <a:close/>
              </a:path>
            </a:pathLst>
          </a:custGeom>
          <a:solidFill>
            <a:schemeClr val="dk1">
              <a:alpha val="47000"/>
            </a:schemeClr>
          </a:solidFill>
          <a:ln w="0">
            <a:noFill/>
          </a:ln>
        </p:spPr>
        <p:style>
          <a:lnRef idx="0"/>
          <a:fillRef idx="0"/>
          <a:effectRef idx="0"/>
          <a:fontRef idx="minor"/>
        </p:style>
        <p:txBody>
          <a:bodyPr tIns="27720" bIns="27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 name="Google Shape;524;p32"/>
          <p:cNvSpPr/>
          <p:nvPr/>
        </p:nvSpPr>
        <p:spPr>
          <a:xfrm flipH="1">
            <a:off x="5686560" y="-761760"/>
            <a:ext cx="21600" cy="55440"/>
          </a:xfrm>
          <a:custGeom>
            <a:avLst/>
            <a:gdLst>
              <a:gd name="textAreaLeft" fmla="*/ 360 w 21600"/>
              <a:gd name="textAreaRight" fmla="*/ 22320 w 21600"/>
              <a:gd name="textAreaTop" fmla="*/ 0 h 55440"/>
              <a:gd name="textAreaBottom" fmla="*/ 55800 h 55440"/>
            </a:gdLst>
            <a:ahLst/>
            <a:cxnLst/>
            <a:rect l="textAreaLeft" t="textAreaTop" r="textAreaRight" b="textAreaBottom"/>
            <a:pathLst>
              <a:path fill="none" w="586" h="1500">
                <a:moveTo>
                  <a:pt x="257" y="0"/>
                </a:moveTo>
                <a:lnTo>
                  <a:pt x="257" y="0"/>
                </a:lnTo>
                <a:lnTo>
                  <a:pt x="37" y="37"/>
                </a:lnTo>
                <a:lnTo>
                  <a:pt x="37" y="37"/>
                </a:lnTo>
                <a:lnTo>
                  <a:pt x="1" y="439"/>
                </a:lnTo>
                <a:lnTo>
                  <a:pt x="1" y="805"/>
                </a:lnTo>
                <a:lnTo>
                  <a:pt x="37" y="1170"/>
                </a:lnTo>
                <a:lnTo>
                  <a:pt x="147" y="1499"/>
                </a:lnTo>
                <a:lnTo>
                  <a:pt x="147" y="1499"/>
                </a:lnTo>
                <a:lnTo>
                  <a:pt x="220" y="1316"/>
                </a:lnTo>
                <a:lnTo>
                  <a:pt x="293" y="1170"/>
                </a:lnTo>
                <a:lnTo>
                  <a:pt x="476" y="805"/>
                </a:lnTo>
                <a:lnTo>
                  <a:pt x="549" y="622"/>
                </a:lnTo>
                <a:lnTo>
                  <a:pt x="586" y="439"/>
                </a:lnTo>
                <a:lnTo>
                  <a:pt x="586" y="256"/>
                </a:lnTo>
                <a:lnTo>
                  <a:pt x="512" y="37"/>
                </a:lnTo>
                <a:lnTo>
                  <a:pt x="512" y="37"/>
                </a:lnTo>
                <a:lnTo>
                  <a:pt x="293" y="0"/>
                </a:lnTo>
                <a:lnTo>
                  <a:pt x="293" y="0"/>
                </a:lnTo>
                <a:lnTo>
                  <a:pt x="257" y="0"/>
                </a:lnTo>
              </a:path>
            </a:pathLst>
          </a:custGeom>
          <a:solidFill>
            <a:schemeClr val="dk1">
              <a:alpha val="47000"/>
            </a:schemeClr>
          </a:solidFill>
          <a:ln w="0">
            <a:noFill/>
          </a:ln>
        </p:spPr>
        <p:style>
          <a:lnRef idx="0"/>
          <a:fillRef idx="0"/>
          <a:effectRef idx="0"/>
          <a:fontRef idx="minor"/>
        </p:style>
        <p:txBody>
          <a:bodyPr tIns="27720" bIns="27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 name="Google Shape;525;p32"/>
          <p:cNvSpPr/>
          <p:nvPr/>
        </p:nvSpPr>
        <p:spPr>
          <a:xfrm flipH="1">
            <a:off x="6144840" y="-1285560"/>
            <a:ext cx="43200" cy="32400"/>
          </a:xfrm>
          <a:custGeom>
            <a:avLst/>
            <a:gdLst>
              <a:gd name="textAreaLeft" fmla="*/ 360 w 43200"/>
              <a:gd name="textAreaRight" fmla="*/ 43920 w 43200"/>
              <a:gd name="textAreaTop" fmla="*/ 0 h 32400"/>
              <a:gd name="textAreaBottom" fmla="*/ 32760 h 32400"/>
            </a:gdLst>
            <a:ahLst/>
            <a:cxnLst/>
            <a:rect l="textAreaLeft" t="textAreaTop" r="textAreaRight" b="textAreaBottom"/>
            <a:pathLst>
              <a:path w="1170" h="878">
                <a:moveTo>
                  <a:pt x="548" y="0"/>
                </a:moveTo>
                <a:lnTo>
                  <a:pt x="293" y="37"/>
                </a:lnTo>
                <a:lnTo>
                  <a:pt x="0" y="183"/>
                </a:lnTo>
                <a:lnTo>
                  <a:pt x="110" y="256"/>
                </a:lnTo>
                <a:lnTo>
                  <a:pt x="219" y="366"/>
                </a:lnTo>
                <a:lnTo>
                  <a:pt x="402" y="585"/>
                </a:lnTo>
                <a:lnTo>
                  <a:pt x="512" y="695"/>
                </a:lnTo>
                <a:lnTo>
                  <a:pt x="585" y="804"/>
                </a:lnTo>
                <a:lnTo>
                  <a:pt x="731" y="841"/>
                </a:lnTo>
                <a:lnTo>
                  <a:pt x="877" y="877"/>
                </a:lnTo>
                <a:lnTo>
                  <a:pt x="1024" y="877"/>
                </a:lnTo>
                <a:lnTo>
                  <a:pt x="1170" y="804"/>
                </a:lnTo>
                <a:lnTo>
                  <a:pt x="1024" y="439"/>
                </a:lnTo>
                <a:lnTo>
                  <a:pt x="877" y="183"/>
                </a:lnTo>
                <a:lnTo>
                  <a:pt x="731" y="37"/>
                </a:lnTo>
                <a:lnTo>
                  <a:pt x="621" y="0"/>
                </a:lnTo>
                <a:close/>
              </a:path>
            </a:pathLst>
          </a:custGeom>
          <a:solidFill>
            <a:schemeClr val="dk1">
              <a:alpha val="47000"/>
            </a:schemeClr>
          </a:solidFill>
          <a:ln w="0">
            <a:noFill/>
          </a:ln>
        </p:spPr>
        <p:style>
          <a:lnRef idx="0"/>
          <a:fillRef idx="0"/>
          <a:effectRef idx="0"/>
          <a:fontRef idx="minor"/>
        </p:style>
        <p:txBody>
          <a:bodyPr tIns="16200" bIns="16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 name="Google Shape;526;p32"/>
          <p:cNvSpPr/>
          <p:nvPr/>
        </p:nvSpPr>
        <p:spPr>
          <a:xfrm flipH="1">
            <a:off x="6144840" y="-1285560"/>
            <a:ext cx="43200" cy="32400"/>
          </a:xfrm>
          <a:custGeom>
            <a:avLst/>
            <a:gdLst>
              <a:gd name="textAreaLeft" fmla="*/ 360 w 43200"/>
              <a:gd name="textAreaRight" fmla="*/ 43920 w 43200"/>
              <a:gd name="textAreaTop" fmla="*/ 0 h 32400"/>
              <a:gd name="textAreaBottom" fmla="*/ 32760 h 32400"/>
            </a:gdLst>
            <a:ahLst/>
            <a:cxnLst/>
            <a:rect l="textAreaLeft" t="textAreaTop" r="textAreaRight" b="textAreaBottom"/>
            <a:pathLst>
              <a:path fill="none" w="1170" h="878">
                <a:moveTo>
                  <a:pt x="548" y="0"/>
                </a:moveTo>
                <a:lnTo>
                  <a:pt x="548" y="0"/>
                </a:lnTo>
                <a:lnTo>
                  <a:pt x="293" y="37"/>
                </a:lnTo>
                <a:lnTo>
                  <a:pt x="0" y="183"/>
                </a:lnTo>
                <a:lnTo>
                  <a:pt x="0" y="183"/>
                </a:lnTo>
                <a:lnTo>
                  <a:pt x="110" y="256"/>
                </a:lnTo>
                <a:lnTo>
                  <a:pt x="219" y="366"/>
                </a:lnTo>
                <a:lnTo>
                  <a:pt x="402" y="585"/>
                </a:lnTo>
                <a:lnTo>
                  <a:pt x="512" y="695"/>
                </a:lnTo>
                <a:lnTo>
                  <a:pt x="585" y="804"/>
                </a:lnTo>
                <a:lnTo>
                  <a:pt x="731" y="841"/>
                </a:lnTo>
                <a:lnTo>
                  <a:pt x="877" y="877"/>
                </a:lnTo>
                <a:lnTo>
                  <a:pt x="877" y="877"/>
                </a:lnTo>
                <a:lnTo>
                  <a:pt x="1024" y="877"/>
                </a:lnTo>
                <a:lnTo>
                  <a:pt x="1170" y="804"/>
                </a:lnTo>
                <a:lnTo>
                  <a:pt x="1170" y="804"/>
                </a:lnTo>
                <a:lnTo>
                  <a:pt x="1024" y="439"/>
                </a:lnTo>
                <a:lnTo>
                  <a:pt x="877" y="183"/>
                </a:lnTo>
                <a:lnTo>
                  <a:pt x="731" y="37"/>
                </a:lnTo>
                <a:lnTo>
                  <a:pt x="621" y="0"/>
                </a:lnTo>
                <a:lnTo>
                  <a:pt x="548" y="0"/>
                </a:lnTo>
              </a:path>
            </a:pathLst>
          </a:custGeom>
          <a:solidFill>
            <a:schemeClr val="dk1">
              <a:alpha val="47000"/>
            </a:schemeClr>
          </a:solidFill>
          <a:ln w="0">
            <a:noFill/>
          </a:ln>
        </p:spPr>
        <p:style>
          <a:lnRef idx="0"/>
          <a:fillRef idx="0"/>
          <a:effectRef idx="0"/>
          <a:fontRef idx="minor"/>
        </p:style>
        <p:txBody>
          <a:bodyPr tIns="16200" bIns="16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 name="Google Shape;527;p32"/>
          <p:cNvSpPr/>
          <p:nvPr/>
        </p:nvSpPr>
        <p:spPr>
          <a:xfrm flipH="1">
            <a:off x="6162120" y="-1118160"/>
            <a:ext cx="22680" cy="17280"/>
          </a:xfrm>
          <a:custGeom>
            <a:avLst/>
            <a:gdLst>
              <a:gd name="textAreaLeft" fmla="*/ -360 w 22680"/>
              <a:gd name="textAreaRight" fmla="*/ 22680 w 22680"/>
              <a:gd name="textAreaTop" fmla="*/ 0 h 17280"/>
              <a:gd name="textAreaBottom" fmla="*/ 17640 h 17280"/>
            </a:gdLst>
            <a:ahLst/>
            <a:cxnLst/>
            <a:rect l="textAreaLeft" t="textAreaTop" r="textAreaRight" b="textAreaBottom"/>
            <a:pathLst>
              <a:path w="622" h="477">
                <a:moveTo>
                  <a:pt x="293" y="1"/>
                </a:moveTo>
                <a:lnTo>
                  <a:pt x="220" y="38"/>
                </a:lnTo>
                <a:lnTo>
                  <a:pt x="146" y="111"/>
                </a:lnTo>
                <a:lnTo>
                  <a:pt x="0" y="257"/>
                </a:lnTo>
                <a:lnTo>
                  <a:pt x="110" y="366"/>
                </a:lnTo>
                <a:lnTo>
                  <a:pt x="183" y="440"/>
                </a:lnTo>
                <a:lnTo>
                  <a:pt x="256" y="476"/>
                </a:lnTo>
                <a:lnTo>
                  <a:pt x="293" y="476"/>
                </a:lnTo>
                <a:lnTo>
                  <a:pt x="366" y="440"/>
                </a:lnTo>
                <a:lnTo>
                  <a:pt x="439" y="403"/>
                </a:lnTo>
                <a:lnTo>
                  <a:pt x="622" y="257"/>
                </a:lnTo>
                <a:lnTo>
                  <a:pt x="439" y="74"/>
                </a:lnTo>
                <a:lnTo>
                  <a:pt x="366" y="1"/>
                </a:lnTo>
                <a:close/>
              </a:path>
            </a:pathLst>
          </a:custGeom>
          <a:solidFill>
            <a:schemeClr val="dk1">
              <a:alpha val="47000"/>
            </a:schemeClr>
          </a:solidFill>
          <a:ln w="0">
            <a:noFill/>
          </a:ln>
        </p:spPr>
        <p:style>
          <a:lnRef idx="0"/>
          <a:fillRef idx="0"/>
          <a:effectRef idx="0"/>
          <a:fontRef idx="minor"/>
        </p:style>
        <p:txBody>
          <a:bodyPr tIns="8640" bIns="8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 name="Google Shape;528;p32"/>
          <p:cNvSpPr/>
          <p:nvPr/>
        </p:nvSpPr>
        <p:spPr>
          <a:xfrm flipH="1">
            <a:off x="6162120" y="-1118160"/>
            <a:ext cx="22680" cy="17280"/>
          </a:xfrm>
          <a:custGeom>
            <a:avLst/>
            <a:gdLst>
              <a:gd name="textAreaLeft" fmla="*/ -360 w 22680"/>
              <a:gd name="textAreaRight" fmla="*/ 22680 w 22680"/>
              <a:gd name="textAreaTop" fmla="*/ 0 h 17280"/>
              <a:gd name="textAreaBottom" fmla="*/ 17640 h 17280"/>
            </a:gdLst>
            <a:ahLst/>
            <a:cxnLst/>
            <a:rect l="textAreaLeft" t="textAreaTop" r="textAreaRight" b="textAreaBottom"/>
            <a:pathLst>
              <a:path fill="none" w="622" h="477">
                <a:moveTo>
                  <a:pt x="329" y="1"/>
                </a:moveTo>
                <a:lnTo>
                  <a:pt x="329" y="1"/>
                </a:lnTo>
                <a:lnTo>
                  <a:pt x="293" y="1"/>
                </a:lnTo>
                <a:lnTo>
                  <a:pt x="293" y="1"/>
                </a:lnTo>
                <a:lnTo>
                  <a:pt x="220" y="38"/>
                </a:lnTo>
                <a:lnTo>
                  <a:pt x="146" y="111"/>
                </a:lnTo>
                <a:lnTo>
                  <a:pt x="0" y="257"/>
                </a:lnTo>
                <a:lnTo>
                  <a:pt x="0" y="257"/>
                </a:lnTo>
                <a:lnTo>
                  <a:pt x="110" y="366"/>
                </a:lnTo>
                <a:lnTo>
                  <a:pt x="183" y="440"/>
                </a:lnTo>
                <a:lnTo>
                  <a:pt x="256" y="476"/>
                </a:lnTo>
                <a:lnTo>
                  <a:pt x="256" y="476"/>
                </a:lnTo>
                <a:lnTo>
                  <a:pt x="293" y="476"/>
                </a:lnTo>
                <a:lnTo>
                  <a:pt x="293" y="476"/>
                </a:lnTo>
                <a:lnTo>
                  <a:pt x="366" y="440"/>
                </a:lnTo>
                <a:lnTo>
                  <a:pt x="439" y="403"/>
                </a:lnTo>
                <a:lnTo>
                  <a:pt x="622" y="257"/>
                </a:lnTo>
                <a:lnTo>
                  <a:pt x="622" y="257"/>
                </a:lnTo>
                <a:lnTo>
                  <a:pt x="439" y="74"/>
                </a:lnTo>
                <a:lnTo>
                  <a:pt x="366" y="1"/>
                </a:lnTo>
                <a:lnTo>
                  <a:pt x="329" y="1"/>
                </a:lnTo>
              </a:path>
            </a:pathLst>
          </a:custGeom>
          <a:solidFill>
            <a:schemeClr val="dk1">
              <a:alpha val="47000"/>
            </a:schemeClr>
          </a:solidFill>
          <a:ln w="0">
            <a:noFill/>
          </a:ln>
        </p:spPr>
        <p:style>
          <a:lnRef idx="0"/>
          <a:fillRef idx="0"/>
          <a:effectRef idx="0"/>
          <a:fontRef idx="minor"/>
        </p:style>
        <p:txBody>
          <a:bodyPr tIns="8640" bIns="8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 name="Google Shape;529;p32"/>
          <p:cNvSpPr/>
          <p:nvPr/>
        </p:nvSpPr>
        <p:spPr>
          <a:xfrm flipH="1">
            <a:off x="6298560" y="-866520"/>
            <a:ext cx="18720" cy="17280"/>
          </a:xfrm>
          <a:custGeom>
            <a:avLst/>
            <a:gdLst>
              <a:gd name="textAreaLeft" fmla="*/ 360 w 18720"/>
              <a:gd name="textAreaRight" fmla="*/ 19440 w 18720"/>
              <a:gd name="textAreaTop" fmla="*/ 0 h 17280"/>
              <a:gd name="textAreaBottom" fmla="*/ 17640 h 17280"/>
            </a:gdLst>
            <a:ahLst/>
            <a:cxnLst/>
            <a:rect l="textAreaLeft" t="textAreaTop" r="textAreaRight" b="textAreaBottom"/>
            <a:pathLst>
              <a:path w="513" h="477">
                <a:moveTo>
                  <a:pt x="476" y="1"/>
                </a:moveTo>
                <a:lnTo>
                  <a:pt x="1" y="330"/>
                </a:lnTo>
                <a:lnTo>
                  <a:pt x="147" y="440"/>
                </a:lnTo>
                <a:lnTo>
                  <a:pt x="257" y="476"/>
                </a:lnTo>
                <a:lnTo>
                  <a:pt x="366" y="440"/>
                </a:lnTo>
                <a:lnTo>
                  <a:pt x="476" y="367"/>
                </a:lnTo>
                <a:lnTo>
                  <a:pt x="512" y="330"/>
                </a:lnTo>
                <a:lnTo>
                  <a:pt x="512" y="257"/>
                </a:lnTo>
                <a:lnTo>
                  <a:pt x="476" y="1"/>
                </a:lnTo>
                <a:close/>
              </a:path>
            </a:pathLst>
          </a:custGeom>
          <a:solidFill>
            <a:schemeClr val="dk1">
              <a:alpha val="47000"/>
            </a:schemeClr>
          </a:solidFill>
          <a:ln w="0">
            <a:noFill/>
          </a:ln>
        </p:spPr>
        <p:style>
          <a:lnRef idx="0"/>
          <a:fillRef idx="0"/>
          <a:effectRef idx="0"/>
          <a:fontRef idx="minor"/>
        </p:style>
        <p:txBody>
          <a:bodyPr tIns="8640" bIns="8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2" name="Google Shape;530;p32"/>
          <p:cNvSpPr/>
          <p:nvPr/>
        </p:nvSpPr>
        <p:spPr>
          <a:xfrm flipH="1">
            <a:off x="6298560" y="-866520"/>
            <a:ext cx="18720" cy="17280"/>
          </a:xfrm>
          <a:custGeom>
            <a:avLst/>
            <a:gdLst>
              <a:gd name="textAreaLeft" fmla="*/ 360 w 18720"/>
              <a:gd name="textAreaRight" fmla="*/ 19440 w 18720"/>
              <a:gd name="textAreaTop" fmla="*/ 0 h 17280"/>
              <a:gd name="textAreaBottom" fmla="*/ 17640 h 17280"/>
            </a:gdLst>
            <a:ahLst/>
            <a:cxnLst/>
            <a:rect l="textAreaLeft" t="textAreaTop" r="textAreaRight" b="textAreaBottom"/>
            <a:pathLst>
              <a:path fill="none" w="513" h="477">
                <a:moveTo>
                  <a:pt x="476" y="1"/>
                </a:moveTo>
                <a:lnTo>
                  <a:pt x="476" y="1"/>
                </a:lnTo>
                <a:lnTo>
                  <a:pt x="1" y="330"/>
                </a:lnTo>
                <a:lnTo>
                  <a:pt x="1" y="330"/>
                </a:lnTo>
                <a:lnTo>
                  <a:pt x="147" y="440"/>
                </a:lnTo>
                <a:lnTo>
                  <a:pt x="257" y="476"/>
                </a:lnTo>
                <a:lnTo>
                  <a:pt x="257" y="476"/>
                </a:lnTo>
                <a:lnTo>
                  <a:pt x="366" y="440"/>
                </a:lnTo>
                <a:lnTo>
                  <a:pt x="476" y="367"/>
                </a:lnTo>
                <a:lnTo>
                  <a:pt x="476" y="367"/>
                </a:lnTo>
                <a:lnTo>
                  <a:pt x="512" y="330"/>
                </a:lnTo>
                <a:lnTo>
                  <a:pt x="512" y="257"/>
                </a:lnTo>
                <a:lnTo>
                  <a:pt x="476" y="1"/>
                </a:lnTo>
              </a:path>
            </a:pathLst>
          </a:custGeom>
          <a:solidFill>
            <a:schemeClr val="dk1">
              <a:alpha val="47000"/>
            </a:schemeClr>
          </a:solidFill>
          <a:ln w="0">
            <a:noFill/>
          </a:ln>
        </p:spPr>
        <p:style>
          <a:lnRef idx="0"/>
          <a:fillRef idx="0"/>
          <a:effectRef idx="0"/>
          <a:fontRef idx="minor"/>
        </p:style>
        <p:txBody>
          <a:bodyPr tIns="8640" bIns="8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 name="Google Shape;531;p32"/>
          <p:cNvSpPr/>
          <p:nvPr/>
        </p:nvSpPr>
        <p:spPr>
          <a:xfrm flipH="1">
            <a:off x="6337440" y="-847440"/>
            <a:ext cx="10440" cy="7920"/>
          </a:xfrm>
          <a:custGeom>
            <a:avLst/>
            <a:gdLst>
              <a:gd name="textAreaLeft" fmla="*/ -360 w 10440"/>
              <a:gd name="textAreaRight" fmla="*/ 10440 w 10440"/>
              <a:gd name="textAreaTop" fmla="*/ 0 h 7920"/>
              <a:gd name="textAreaBottom" fmla="*/ 8280 h 7920"/>
            </a:gdLst>
            <a:ahLst/>
            <a:cxnLst/>
            <a:rect l="textAreaLeft" t="textAreaTop" r="textAreaRight" b="textAreaBottom"/>
            <a:pathLst>
              <a:path w="293" h="221">
                <a:moveTo>
                  <a:pt x="146" y="1"/>
                </a:moveTo>
                <a:lnTo>
                  <a:pt x="73" y="37"/>
                </a:lnTo>
                <a:lnTo>
                  <a:pt x="0" y="110"/>
                </a:lnTo>
                <a:lnTo>
                  <a:pt x="37" y="183"/>
                </a:lnTo>
                <a:lnTo>
                  <a:pt x="110" y="220"/>
                </a:lnTo>
                <a:lnTo>
                  <a:pt x="183" y="183"/>
                </a:lnTo>
                <a:lnTo>
                  <a:pt x="292" y="110"/>
                </a:lnTo>
                <a:lnTo>
                  <a:pt x="219" y="37"/>
                </a:lnTo>
                <a:lnTo>
                  <a:pt x="146" y="1"/>
                </a:lnTo>
                <a:close/>
              </a:path>
            </a:pathLst>
          </a:custGeom>
          <a:solidFill>
            <a:schemeClr val="dk1">
              <a:alpha val="47000"/>
            </a:schemeClr>
          </a:solidFill>
          <a:ln w="0">
            <a:noFill/>
          </a:ln>
        </p:spPr>
        <p:style>
          <a:lnRef idx="0"/>
          <a:fillRef idx="0"/>
          <a:effectRef idx="0"/>
          <a:fontRef idx="minor"/>
        </p:style>
        <p:txBody>
          <a:bodyPr tIns="3960" bIns="3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4" name="Google Shape;532;p32"/>
          <p:cNvSpPr/>
          <p:nvPr/>
        </p:nvSpPr>
        <p:spPr>
          <a:xfrm flipH="1">
            <a:off x="6337440" y="-847440"/>
            <a:ext cx="10440" cy="7920"/>
          </a:xfrm>
          <a:custGeom>
            <a:avLst/>
            <a:gdLst>
              <a:gd name="textAreaLeft" fmla="*/ -360 w 10440"/>
              <a:gd name="textAreaRight" fmla="*/ 10440 w 10440"/>
              <a:gd name="textAreaTop" fmla="*/ 0 h 7920"/>
              <a:gd name="textAreaBottom" fmla="*/ 8280 h 7920"/>
            </a:gdLst>
            <a:ahLst/>
            <a:cxnLst/>
            <a:rect l="textAreaLeft" t="textAreaTop" r="textAreaRight" b="textAreaBottom"/>
            <a:pathLst>
              <a:path fill="none" w="293" h="221">
                <a:moveTo>
                  <a:pt x="146" y="1"/>
                </a:moveTo>
                <a:lnTo>
                  <a:pt x="146" y="1"/>
                </a:lnTo>
                <a:lnTo>
                  <a:pt x="146" y="1"/>
                </a:lnTo>
                <a:lnTo>
                  <a:pt x="146" y="1"/>
                </a:lnTo>
                <a:lnTo>
                  <a:pt x="73" y="37"/>
                </a:lnTo>
                <a:lnTo>
                  <a:pt x="0" y="110"/>
                </a:lnTo>
                <a:lnTo>
                  <a:pt x="0" y="110"/>
                </a:lnTo>
                <a:lnTo>
                  <a:pt x="37" y="183"/>
                </a:lnTo>
                <a:lnTo>
                  <a:pt x="110" y="220"/>
                </a:lnTo>
                <a:lnTo>
                  <a:pt x="110" y="220"/>
                </a:lnTo>
                <a:lnTo>
                  <a:pt x="110" y="220"/>
                </a:lnTo>
                <a:lnTo>
                  <a:pt x="110" y="220"/>
                </a:lnTo>
                <a:lnTo>
                  <a:pt x="183" y="183"/>
                </a:lnTo>
                <a:lnTo>
                  <a:pt x="292" y="110"/>
                </a:lnTo>
                <a:lnTo>
                  <a:pt x="292" y="110"/>
                </a:lnTo>
                <a:lnTo>
                  <a:pt x="219" y="37"/>
                </a:lnTo>
                <a:lnTo>
                  <a:pt x="146" y="1"/>
                </a:lnTo>
              </a:path>
            </a:pathLst>
          </a:custGeom>
          <a:solidFill>
            <a:schemeClr val="dk1">
              <a:alpha val="47000"/>
            </a:schemeClr>
          </a:solidFill>
          <a:ln w="0">
            <a:noFill/>
          </a:ln>
        </p:spPr>
        <p:style>
          <a:lnRef idx="0"/>
          <a:fillRef idx="0"/>
          <a:effectRef idx="0"/>
          <a:fontRef idx="minor"/>
        </p:style>
        <p:txBody>
          <a:bodyPr tIns="3960" bIns="3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pic>
        <p:nvPicPr>
          <p:cNvPr id="35" name="Google Shape;533;p32" descr=""/>
          <p:cNvPicPr/>
          <p:nvPr/>
        </p:nvPicPr>
        <p:blipFill>
          <a:blip r:embed="rId3">
            <a:alphaModFix amt="41000"/>
          </a:blip>
          <a:stretch/>
        </p:blipFill>
        <p:spPr>
          <a:xfrm flipH="1" rot="1296000">
            <a:off x="5717880" y="2735280"/>
            <a:ext cx="6635160" cy="4297680"/>
          </a:xfrm>
          <a:prstGeom prst="rect">
            <a:avLst/>
          </a:prstGeom>
          <a:noFill/>
          <a:ln w="0">
            <a:noFill/>
          </a:ln>
        </p:spPr>
      </p:pic>
      <p:pic>
        <p:nvPicPr>
          <p:cNvPr id="36" name="Google Shape;534;p32" descr=""/>
          <p:cNvPicPr/>
          <p:nvPr/>
        </p:nvPicPr>
        <p:blipFill>
          <a:blip r:embed="rId4"/>
          <a:stretch/>
        </p:blipFill>
        <p:spPr>
          <a:xfrm>
            <a:off x="5037840" y="3302640"/>
            <a:ext cx="3841920" cy="3783240"/>
          </a:xfrm>
          <a:prstGeom prst="rect">
            <a:avLst/>
          </a:prstGeom>
          <a:noFill/>
          <a:ln w="0">
            <a:noFill/>
          </a:ln>
        </p:spPr>
      </p:pic>
      <p:pic>
        <p:nvPicPr>
          <p:cNvPr id="37" name="Google Shape;535;p32" descr=""/>
          <p:cNvPicPr/>
          <p:nvPr/>
        </p:nvPicPr>
        <p:blipFill>
          <a:blip r:embed="rId5"/>
          <a:stretch/>
        </p:blipFill>
        <p:spPr>
          <a:xfrm>
            <a:off x="7753680" y="80640"/>
            <a:ext cx="3841920" cy="3783240"/>
          </a:xfrm>
          <a:prstGeom prst="rect">
            <a:avLst/>
          </a:prstGeom>
          <a:noFill/>
          <a:ln w="0">
            <a:noFill/>
          </a:ln>
        </p:spPr>
      </p:pic>
      <p:pic>
        <p:nvPicPr>
          <p:cNvPr id="38" name="Google Shape;536;p32" descr=""/>
          <p:cNvPicPr/>
          <p:nvPr/>
        </p:nvPicPr>
        <p:blipFill>
          <a:blip r:embed="rId6"/>
          <a:stretch/>
        </p:blipFill>
        <p:spPr>
          <a:xfrm>
            <a:off x="4543200" y="-1435320"/>
            <a:ext cx="2974680" cy="2929320"/>
          </a:xfrm>
          <a:prstGeom prst="rect">
            <a:avLst/>
          </a:prstGeom>
          <a:noFill/>
          <a:ln w="0">
            <a:noFill/>
          </a:ln>
        </p:spPr>
      </p:pic>
      <p:sp>
        <p:nvSpPr>
          <p:cNvPr id="39" name="PlaceHolder 2"/>
          <p:cNvSpPr>
            <a:spLocks noGrp="1"/>
          </p:cNvSpPr>
          <p:nvPr>
            <p:ph type="body"/>
          </p:nvPr>
        </p:nvSpPr>
        <p:spPr>
          <a:xfrm>
            <a:off x="5566680" y="1089000"/>
            <a:ext cx="2965320" cy="2965320"/>
          </a:xfrm>
          <a:prstGeom prst="rect">
            <a:avLst/>
          </a:prstGeom>
          <a:noFill/>
          <a:ln w="9360">
            <a:solidFill>
              <a:schemeClr val="dk1"/>
            </a:solidFill>
            <a:round/>
          </a:ln>
        </p:spPr>
        <p:txBody>
          <a:bodyPr lIns="90000" rIns="90000" tIns="45000" bIns="45000" anchor="t">
            <a:normAutofit fontScale="40000" lnSpcReduction="19999"/>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0">
    <p:bg>
      <p:bgPr>
        <a:solidFill>
          <a:schemeClr val="dk2"/>
        </a:solidFill>
      </p:bgPr>
    </p:bg>
    <p:spTree>
      <p:nvGrpSpPr>
        <p:cNvPr id="1" name=""/>
        <p:cNvGrpSpPr/>
        <p:nvPr/>
      </p:nvGrpSpPr>
      <p:grpSpPr>
        <a:xfrm>
          <a:off x="0" y="0"/>
          <a:ext cx="0" cy="0"/>
          <a:chOff x="0" y="0"/>
          <a:chExt cx="0" cy="0"/>
        </a:xfrm>
      </p:grpSpPr>
      <p:pic>
        <p:nvPicPr>
          <p:cNvPr id="40" name="Google Shape;649;p45" descr=""/>
          <p:cNvPicPr/>
          <p:nvPr/>
        </p:nvPicPr>
        <p:blipFill>
          <a:blip r:embed="rId2"/>
          <a:stretch/>
        </p:blipFill>
        <p:spPr>
          <a:xfrm>
            <a:off x="0" y="0"/>
            <a:ext cx="9143640" cy="5143320"/>
          </a:xfrm>
          <a:prstGeom prst="rect">
            <a:avLst/>
          </a:prstGeom>
          <a:noFill/>
          <a:ln w="0">
            <a:noFill/>
          </a:ln>
        </p:spPr>
      </p:pic>
      <p:pic>
        <p:nvPicPr>
          <p:cNvPr id="41" name="Google Shape;650;p45" descr=""/>
          <p:cNvPicPr/>
          <p:nvPr/>
        </p:nvPicPr>
        <p:blipFill>
          <a:blip r:embed="rId3">
            <a:alphaModFix amt="10000"/>
          </a:blip>
          <a:stretch/>
        </p:blipFill>
        <p:spPr>
          <a:xfrm rot="623400">
            <a:off x="2318760" y="521280"/>
            <a:ext cx="8613720" cy="5579280"/>
          </a:xfrm>
          <a:prstGeom prst="rect">
            <a:avLst/>
          </a:prstGeom>
          <a:noFill/>
          <a:ln w="0">
            <a:noFill/>
          </a:ln>
        </p:spPr>
      </p:pic>
      <p:sp>
        <p:nvSpPr>
          <p:cNvPr id="42"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400" strike="noStrike" u="none">
                <a:solidFill>
                  <a:schemeClr val="dk1"/>
                </a:solidFill>
                <a:effectLst/>
                <a:uFillTx/>
                <a:latin typeface="Arial"/>
              </a:rPr>
              <a:t>Click to edit the title text format</a:t>
            </a:r>
            <a:endParaRPr b="0" lang="fr-FR" sz="3400" strike="noStrike" u="none">
              <a:solidFill>
                <a:schemeClr val="dk1"/>
              </a:solidFill>
              <a:effectLst/>
              <a:uFillTx/>
              <a:latin typeface="Arial"/>
            </a:endParaRPr>
          </a:p>
        </p:txBody>
      </p:sp>
      <p:pic>
        <p:nvPicPr>
          <p:cNvPr id="43" name="Google Shape;652;p45" descr=""/>
          <p:cNvPicPr/>
          <p:nvPr/>
        </p:nvPicPr>
        <p:blipFill>
          <a:blip r:embed="rId4"/>
          <a:stretch/>
        </p:blipFill>
        <p:spPr>
          <a:xfrm rot="13073400">
            <a:off x="6344280" y="2345760"/>
            <a:ext cx="3731400" cy="3674520"/>
          </a:xfrm>
          <a:prstGeom prst="rect">
            <a:avLst/>
          </a:prstGeom>
          <a:noFill/>
          <a:ln w="0">
            <a:noFill/>
          </a:ln>
        </p:spPr>
      </p:pic>
      <p:pic>
        <p:nvPicPr>
          <p:cNvPr id="44" name="Google Shape;653;p45" descr=""/>
          <p:cNvPicPr/>
          <p:nvPr/>
        </p:nvPicPr>
        <p:blipFill>
          <a:blip r:embed="rId5"/>
          <a:stretch/>
        </p:blipFill>
        <p:spPr>
          <a:xfrm rot="13073400">
            <a:off x="-1531440" y="-1019880"/>
            <a:ext cx="2756160" cy="2714040"/>
          </a:xfrm>
          <a:prstGeom prst="rect">
            <a:avLst/>
          </a:prstGeom>
          <a:noFill/>
          <a:ln w="0">
            <a:noFill/>
          </a:ln>
        </p:spPr>
      </p:pic>
      <p:sp>
        <p:nvSpPr>
          <p:cNvPr id="45"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
    <p:bg>
      <p:bgPr>
        <a:solidFill>
          <a:schemeClr val="dk2"/>
        </a:solidFill>
      </p:bgPr>
    </p:bg>
    <p:spTree>
      <p:nvGrpSpPr>
        <p:cNvPr id="1" name=""/>
        <p:cNvGrpSpPr/>
        <p:nvPr/>
      </p:nvGrpSpPr>
      <p:grpSpPr>
        <a:xfrm>
          <a:off x="0" y="0"/>
          <a:ext cx="0" cy="0"/>
          <a:chOff x="0" y="0"/>
          <a:chExt cx="0" cy="0"/>
        </a:xfrm>
      </p:grpSpPr>
      <p:pic>
        <p:nvPicPr>
          <p:cNvPr id="46" name="Google Shape;709;p51" descr=""/>
          <p:cNvPicPr/>
          <p:nvPr/>
        </p:nvPicPr>
        <p:blipFill>
          <a:blip r:embed="rId2"/>
          <a:stretch/>
        </p:blipFill>
        <p:spPr>
          <a:xfrm>
            <a:off x="0" y="0"/>
            <a:ext cx="9143640" cy="5143320"/>
          </a:xfrm>
          <a:prstGeom prst="rect">
            <a:avLst/>
          </a:prstGeom>
          <a:noFill/>
          <a:ln w="0">
            <a:noFill/>
          </a:ln>
        </p:spPr>
      </p:pic>
      <p:pic>
        <p:nvPicPr>
          <p:cNvPr id="47" name="Google Shape;710;p51" descr=""/>
          <p:cNvPicPr/>
          <p:nvPr/>
        </p:nvPicPr>
        <p:blipFill>
          <a:blip r:embed="rId3">
            <a:alphaModFix amt="10000"/>
          </a:blip>
          <a:stretch/>
        </p:blipFill>
        <p:spPr>
          <a:xfrm>
            <a:off x="2486520" y="339480"/>
            <a:ext cx="8613720" cy="5579280"/>
          </a:xfrm>
          <a:prstGeom prst="rect">
            <a:avLst/>
          </a:prstGeom>
          <a:noFill/>
          <a:ln w="0">
            <a:noFill/>
          </a:ln>
        </p:spPr>
      </p:pic>
      <p:pic>
        <p:nvPicPr>
          <p:cNvPr id="48" name="Google Shape;711;p51" descr=""/>
          <p:cNvPicPr/>
          <p:nvPr/>
        </p:nvPicPr>
        <p:blipFill>
          <a:blip r:embed="rId4">
            <a:alphaModFix amt="41000"/>
          </a:blip>
          <a:stretch/>
        </p:blipFill>
        <p:spPr>
          <a:xfrm rot="1289400">
            <a:off x="4993200" y="3604680"/>
            <a:ext cx="5961960" cy="3861720"/>
          </a:xfrm>
          <a:prstGeom prst="rect">
            <a:avLst/>
          </a:prstGeom>
          <a:noFill/>
          <a:ln w="0">
            <a:noFill/>
          </a:ln>
        </p:spPr>
      </p:pic>
      <p:pic>
        <p:nvPicPr>
          <p:cNvPr id="49" name="Google Shape;712;p51" descr=""/>
          <p:cNvPicPr/>
          <p:nvPr/>
        </p:nvPicPr>
        <p:blipFill>
          <a:blip r:embed="rId5">
            <a:alphaModFix amt="41000"/>
          </a:blip>
          <a:srcRect l="38917" t="0" r="0" b="0"/>
          <a:stretch/>
        </p:blipFill>
        <p:spPr>
          <a:xfrm rot="280200">
            <a:off x="7918920" y="-1665360"/>
            <a:ext cx="3641760" cy="3861720"/>
          </a:xfrm>
          <a:prstGeom prst="rect">
            <a:avLst/>
          </a:prstGeom>
          <a:noFill/>
          <a:ln w="0">
            <a:noFill/>
          </a:ln>
        </p:spPr>
      </p:pic>
      <p:pic>
        <p:nvPicPr>
          <p:cNvPr id="50" name="Google Shape;713;p51" descr=""/>
          <p:cNvPicPr/>
          <p:nvPr/>
        </p:nvPicPr>
        <p:blipFill>
          <a:blip r:embed="rId6"/>
          <a:stretch/>
        </p:blipFill>
        <p:spPr>
          <a:xfrm rot="8707800">
            <a:off x="6456240" y="2440080"/>
            <a:ext cx="3531240" cy="3477600"/>
          </a:xfrm>
          <a:prstGeom prst="rect">
            <a:avLst/>
          </a:prstGeom>
          <a:noFill/>
          <a:ln w="0">
            <a:noFill/>
          </a:ln>
        </p:spPr>
      </p:pic>
      <p:pic>
        <p:nvPicPr>
          <p:cNvPr id="51" name="Google Shape;714;p51" descr=""/>
          <p:cNvPicPr/>
          <p:nvPr/>
        </p:nvPicPr>
        <p:blipFill>
          <a:blip r:embed="rId7"/>
          <a:stretch/>
        </p:blipFill>
        <p:spPr>
          <a:xfrm rot="8707800">
            <a:off x="-838440" y="-412200"/>
            <a:ext cx="2644200" cy="2603880"/>
          </a:xfrm>
          <a:prstGeom prst="rect">
            <a:avLst/>
          </a:prstGeom>
          <a:noFill/>
          <a:ln w="0">
            <a:noFill/>
          </a:ln>
        </p:spPr>
      </p:pic>
      <p:sp>
        <p:nvSpPr>
          <p:cNvPr id="52" name="PlaceHolder 1"/>
          <p:cNvSpPr>
            <a:spLocks noGrp="1"/>
          </p:cNvSpPr>
          <p:nvPr>
            <p:ph type="title"/>
          </p:nvPr>
        </p:nvSpPr>
        <p:spPr>
          <a:xfrm>
            <a:off x="872280" y="619920"/>
            <a:ext cx="5154120" cy="872640"/>
          </a:xfrm>
          <a:prstGeom prst="rect">
            <a:avLst/>
          </a:prstGeom>
          <a:noFill/>
          <a:ln w="0">
            <a:noFill/>
          </a:ln>
        </p:spPr>
        <p:txBody>
          <a:bodyPr lIns="91440" rIns="91440" tIns="91440" bIns="91440" anchor="t">
            <a:noAutofit/>
          </a:bodyPr>
          <a:p>
            <a:pPr indent="0">
              <a:buNone/>
            </a:pPr>
            <a:r>
              <a:rPr b="0" lang="fr-FR" sz="5000" strike="noStrike" u="none">
                <a:solidFill>
                  <a:schemeClr val="dk1"/>
                </a:solidFill>
                <a:effectLst/>
                <a:uFillTx/>
                <a:latin typeface="Arial"/>
              </a:rPr>
              <a:t>Click to edit the title text format</a:t>
            </a:r>
            <a:endParaRPr b="0" lang="fr-FR" sz="5000" strike="noStrike" u="none">
              <a:solidFill>
                <a:schemeClr val="dk1"/>
              </a:solidFill>
              <a:effectLst/>
              <a:uFillTx/>
              <a:latin typeface="Arial"/>
            </a:endParaRPr>
          </a:p>
        </p:txBody>
      </p:sp>
      <p:sp>
        <p:nvSpPr>
          <p:cNvPr id="53" name="Google Shape;717;p51"/>
          <p:cNvSpPr/>
          <p:nvPr/>
        </p:nvSpPr>
        <p:spPr>
          <a:xfrm>
            <a:off x="872280" y="3395520"/>
            <a:ext cx="4726440" cy="718920"/>
          </a:xfrm>
          <a:prstGeom prst="rect">
            <a:avLst/>
          </a:prstGeom>
          <a:noFill/>
          <a:ln w="0">
            <a:noFill/>
          </a:ln>
        </p:spPr>
        <p:style>
          <a:lnRef idx="0"/>
          <a:fillRef idx="0"/>
          <a:effectRef idx="0"/>
          <a:fontRef idx="minor"/>
        </p:style>
        <p:txBody>
          <a:bodyPr tIns="91440" bIns="91440" anchor="ctr">
            <a:noAutofit/>
          </a:bodyPr>
          <a:p>
            <a:pPr defTabSz="914400">
              <a:lnSpc>
                <a:spcPct val="100000"/>
              </a:lnSpc>
              <a:tabLst>
                <a:tab algn="l" pos="0"/>
              </a:tabLst>
            </a:pPr>
            <a:r>
              <a:rPr b="0" lang="en" sz="1200" strike="noStrike" u="none">
                <a:solidFill>
                  <a:schemeClr val="accent1"/>
                </a:solidFill>
                <a:effectLst/>
                <a:uFillTx/>
                <a:latin typeface="Work Sans"/>
                <a:ea typeface="Work Sans"/>
              </a:rPr>
              <a:t>CREDITS: This presentation template was created by </a:t>
            </a:r>
            <a:r>
              <a:rPr b="1" lang="en" sz="1200" strike="noStrike" u="sng">
                <a:solidFill>
                  <a:schemeClr val="accent1"/>
                </a:solidFill>
                <a:effectLst/>
                <a:uFillTx/>
                <a:latin typeface="Work Sans"/>
                <a:ea typeface="Work Sans"/>
                <a:hlinkClick r:id="rId8"/>
              </a:rPr>
              <a:t>Slidesgo</a:t>
            </a:r>
            <a:r>
              <a:rPr b="0" lang="en" sz="1200" strike="noStrike" u="none">
                <a:solidFill>
                  <a:schemeClr val="accent1"/>
                </a:solidFill>
                <a:effectLst/>
                <a:uFillTx/>
                <a:latin typeface="Work Sans"/>
                <a:ea typeface="Work Sans"/>
              </a:rPr>
              <a:t>, including icons, infographics &amp; images by </a:t>
            </a:r>
            <a:r>
              <a:rPr b="1" lang="en" sz="1200" strike="noStrike" u="sng">
                <a:solidFill>
                  <a:schemeClr val="accent1"/>
                </a:solidFill>
                <a:effectLst/>
                <a:uFillTx/>
                <a:latin typeface="Work Sans"/>
                <a:ea typeface="Work Sans"/>
                <a:hlinkClick r:id="rId9"/>
              </a:rPr>
              <a:t>Freepik</a:t>
            </a:r>
            <a:r>
              <a:rPr b="0" lang="en" sz="1200" strike="noStrike" u="sng">
                <a:solidFill>
                  <a:schemeClr val="accent1"/>
                </a:solidFill>
                <a:effectLst/>
                <a:uFillTx/>
                <a:latin typeface="Work Sans"/>
                <a:ea typeface="Work Sans"/>
                <a:hlinkClick r:id="rId10"/>
              </a:rPr>
              <a:t> </a:t>
            </a:r>
            <a:endParaRPr b="0" lang="en-US" sz="1200" strike="noStrike" u="none">
              <a:solidFill>
                <a:srgbClr val="000000"/>
              </a:solidFill>
              <a:effectLst/>
              <a:uFillTx/>
              <a:latin typeface="OpenSymbo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54" name="Google Shape;740;p59"/>
          <p:cNvCxnSpPr/>
          <p:nvPr/>
        </p:nvCxnSpPr>
        <p:spPr>
          <a:xfrm>
            <a:off x="898200" y="3589200"/>
            <a:ext cx="2300760" cy="360"/>
          </a:xfrm>
          <a:prstGeom prst="straightConnector1">
            <a:avLst/>
          </a:prstGeom>
          <a:ln w="9525">
            <a:solidFill>
              <a:srgbClr val="553410"/>
            </a:solidFill>
            <a:round/>
          </a:ln>
        </p:spPr>
      </p:cxnSp>
      <p:grpSp>
        <p:nvGrpSpPr>
          <p:cNvPr id="55" name="Google Shape;743;p59"/>
          <p:cNvGrpSpPr/>
          <p:nvPr/>
        </p:nvGrpSpPr>
        <p:grpSpPr>
          <a:xfrm>
            <a:off x="6264360" y="2970720"/>
            <a:ext cx="2625120" cy="2626920"/>
            <a:chOff x="6264360" y="2970720"/>
            <a:chExt cx="2625120" cy="2626920"/>
          </a:xfrm>
        </p:grpSpPr>
        <p:sp>
          <p:nvSpPr>
            <p:cNvPr id="56" name="Google Shape;744;p59"/>
            <p:cNvSpPr/>
            <p:nvPr/>
          </p:nvSpPr>
          <p:spPr>
            <a:xfrm>
              <a:off x="7743240" y="3987720"/>
              <a:ext cx="61560" cy="61560"/>
            </a:xfrm>
            <a:custGeom>
              <a:avLst/>
              <a:gdLst>
                <a:gd name="textAreaLeft" fmla="*/ 0 w 61560"/>
                <a:gd name="textAreaRight" fmla="*/ 61920 w 61560"/>
                <a:gd name="textAreaTop" fmla="*/ 0 h 61560"/>
                <a:gd name="textAreaBottom" fmla="*/ 61920 h 61560"/>
              </a:gdLst>
              <a:ahLst/>
              <a:cxnLst/>
              <a:rect l="textAreaLeft" t="textAreaTop" r="textAreaRight" b="textAreaBottom"/>
              <a:pathLst>
                <a:path w="4940" h="4941">
                  <a:moveTo>
                    <a:pt x="1" y="1"/>
                  </a:moveTo>
                  <a:lnTo>
                    <a:pt x="1" y="150"/>
                  </a:lnTo>
                  <a:lnTo>
                    <a:pt x="1048" y="1348"/>
                  </a:lnTo>
                  <a:lnTo>
                    <a:pt x="2246" y="2545"/>
                  </a:lnTo>
                  <a:lnTo>
                    <a:pt x="4790" y="4940"/>
                  </a:lnTo>
                  <a:lnTo>
                    <a:pt x="4940" y="4940"/>
                  </a:lnTo>
                  <a:lnTo>
                    <a:pt x="4940" y="4791"/>
                  </a:lnTo>
                  <a:lnTo>
                    <a:pt x="2545" y="2396"/>
                  </a:lnTo>
                  <a:lnTo>
                    <a:pt x="1" y="1"/>
                  </a:lnTo>
                  <a:close/>
                </a:path>
              </a:pathLst>
            </a:custGeom>
            <a:solidFill>
              <a:schemeClr val="dk1"/>
            </a:solidFill>
            <a:ln w="0">
              <a:noFill/>
            </a:ln>
          </p:spPr>
          <p:style>
            <a:lnRef idx="0"/>
            <a:fillRef idx="0"/>
            <a:effectRef idx="0"/>
            <a:fontRef idx="minor"/>
          </p:style>
          <p:txBody>
            <a:bodyPr tIns="30960" bIns="30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7" name="Google Shape;745;p59"/>
            <p:cNvSpPr/>
            <p:nvPr/>
          </p:nvSpPr>
          <p:spPr>
            <a:xfrm>
              <a:off x="7767720" y="3965400"/>
              <a:ext cx="61560" cy="65160"/>
            </a:xfrm>
            <a:custGeom>
              <a:avLst/>
              <a:gdLst>
                <a:gd name="textAreaLeft" fmla="*/ 0 w 61560"/>
                <a:gd name="textAreaRight" fmla="*/ 61920 w 61560"/>
                <a:gd name="textAreaTop" fmla="*/ 0 h 65160"/>
                <a:gd name="textAreaBottom" fmla="*/ 65520 h 65160"/>
              </a:gdLst>
              <a:ahLst/>
              <a:cxnLst/>
              <a:rect l="textAreaLeft" t="textAreaTop" r="textAreaRight" b="textAreaBottom"/>
              <a:pathLst>
                <a:path w="4940" h="5240">
                  <a:moveTo>
                    <a:pt x="150" y="1"/>
                  </a:moveTo>
                  <a:lnTo>
                    <a:pt x="0" y="150"/>
                  </a:lnTo>
                  <a:lnTo>
                    <a:pt x="1048" y="1497"/>
                  </a:lnTo>
                  <a:lnTo>
                    <a:pt x="2246" y="2695"/>
                  </a:lnTo>
                  <a:lnTo>
                    <a:pt x="3443" y="3892"/>
                  </a:lnTo>
                  <a:lnTo>
                    <a:pt x="4790" y="5239"/>
                  </a:lnTo>
                  <a:lnTo>
                    <a:pt x="4940" y="5239"/>
                  </a:lnTo>
                  <a:lnTo>
                    <a:pt x="4940" y="5090"/>
                  </a:lnTo>
                  <a:lnTo>
                    <a:pt x="2545" y="2396"/>
                  </a:lnTo>
                  <a:lnTo>
                    <a:pt x="1347" y="1198"/>
                  </a:lnTo>
                  <a:lnTo>
                    <a:pt x="749" y="599"/>
                  </a:lnTo>
                  <a:lnTo>
                    <a:pt x="150" y="1"/>
                  </a:lnTo>
                  <a:close/>
                </a:path>
              </a:pathLst>
            </a:custGeom>
            <a:solidFill>
              <a:schemeClr val="dk1"/>
            </a:solidFill>
            <a:ln w="0">
              <a:noFill/>
            </a:ln>
          </p:spPr>
          <p:style>
            <a:lnRef idx="0"/>
            <a:fillRef idx="0"/>
            <a:effectRef idx="0"/>
            <a:fontRef idx="minor"/>
          </p:style>
          <p:txBody>
            <a:bodyPr tIns="32760" bIns="32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 name="Google Shape;746;p59"/>
            <p:cNvSpPr/>
            <p:nvPr/>
          </p:nvSpPr>
          <p:spPr>
            <a:xfrm>
              <a:off x="7794000" y="3948480"/>
              <a:ext cx="54000" cy="55800"/>
            </a:xfrm>
            <a:custGeom>
              <a:avLst/>
              <a:gdLst>
                <a:gd name="textAreaLeft" fmla="*/ 0 w 54000"/>
                <a:gd name="textAreaRight" fmla="*/ 54360 w 54000"/>
                <a:gd name="textAreaTop" fmla="*/ 0 h 55800"/>
                <a:gd name="textAreaBottom" fmla="*/ 56160 h 55800"/>
              </a:gdLst>
              <a:ahLst/>
              <a:cxnLst/>
              <a:rect l="textAreaLeft" t="textAreaTop" r="textAreaRight" b="textAreaBottom"/>
              <a:pathLst>
                <a:path w="4342" h="4491">
                  <a:moveTo>
                    <a:pt x="1" y="1"/>
                  </a:moveTo>
                  <a:lnTo>
                    <a:pt x="1" y="150"/>
                  </a:lnTo>
                  <a:lnTo>
                    <a:pt x="1947" y="2395"/>
                  </a:lnTo>
                  <a:lnTo>
                    <a:pt x="4042" y="4491"/>
                  </a:lnTo>
                  <a:lnTo>
                    <a:pt x="4342" y="4491"/>
                  </a:lnTo>
                  <a:lnTo>
                    <a:pt x="4342" y="4341"/>
                  </a:lnTo>
                  <a:lnTo>
                    <a:pt x="2246" y="2096"/>
                  </a:lnTo>
                  <a:lnTo>
                    <a:pt x="1" y="1"/>
                  </a:lnTo>
                  <a:close/>
                </a:path>
              </a:pathLst>
            </a:custGeom>
            <a:solidFill>
              <a:schemeClr val="dk1"/>
            </a:solidFill>
            <a:ln w="0">
              <a:noFill/>
            </a:ln>
          </p:spPr>
          <p:style>
            <a:lnRef idx="0"/>
            <a:fillRef idx="0"/>
            <a:effectRef idx="0"/>
            <a:fontRef idx="minor"/>
          </p:style>
          <p:txBody>
            <a:bodyPr tIns="28080" bIns="280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9" name="Google Shape;747;p59"/>
            <p:cNvSpPr/>
            <p:nvPr/>
          </p:nvSpPr>
          <p:spPr>
            <a:xfrm>
              <a:off x="7818480" y="3931560"/>
              <a:ext cx="65160" cy="65160"/>
            </a:xfrm>
            <a:custGeom>
              <a:avLst/>
              <a:gdLst>
                <a:gd name="textAreaLeft" fmla="*/ 0 w 65160"/>
                <a:gd name="textAreaRight" fmla="*/ 65520 w 65160"/>
                <a:gd name="textAreaTop" fmla="*/ 0 h 65160"/>
                <a:gd name="textAreaBottom" fmla="*/ 65520 h 65160"/>
              </a:gdLst>
              <a:ahLst/>
              <a:cxnLst/>
              <a:rect l="textAreaLeft" t="textAreaTop" r="textAreaRight" b="textAreaBottom"/>
              <a:pathLst>
                <a:path w="5240" h="5240">
                  <a:moveTo>
                    <a:pt x="1" y="0"/>
                  </a:moveTo>
                  <a:lnTo>
                    <a:pt x="1" y="150"/>
                  </a:lnTo>
                  <a:lnTo>
                    <a:pt x="1198" y="1348"/>
                  </a:lnTo>
                  <a:lnTo>
                    <a:pt x="2396" y="2695"/>
                  </a:lnTo>
                  <a:lnTo>
                    <a:pt x="3743" y="4042"/>
                  </a:lnTo>
                  <a:lnTo>
                    <a:pt x="5090" y="5239"/>
                  </a:lnTo>
                  <a:lnTo>
                    <a:pt x="5239" y="5239"/>
                  </a:lnTo>
                  <a:lnTo>
                    <a:pt x="5239" y="5090"/>
                  </a:lnTo>
                  <a:lnTo>
                    <a:pt x="4042" y="3742"/>
                  </a:lnTo>
                  <a:lnTo>
                    <a:pt x="2695" y="2395"/>
                  </a:lnTo>
                  <a:lnTo>
                    <a:pt x="1497" y="1198"/>
                  </a:lnTo>
                  <a:lnTo>
                    <a:pt x="150" y="0"/>
                  </a:lnTo>
                  <a:close/>
                </a:path>
              </a:pathLst>
            </a:custGeom>
            <a:solidFill>
              <a:schemeClr val="dk1"/>
            </a:solidFill>
            <a:ln w="0">
              <a:noFill/>
            </a:ln>
          </p:spPr>
          <p:style>
            <a:lnRef idx="0"/>
            <a:fillRef idx="0"/>
            <a:effectRef idx="0"/>
            <a:fontRef idx="minor"/>
          </p:style>
          <p:txBody>
            <a:bodyPr tIns="32760" bIns="32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0" name="Google Shape;748;p59"/>
            <p:cNvSpPr/>
            <p:nvPr/>
          </p:nvSpPr>
          <p:spPr>
            <a:xfrm>
              <a:off x="7842600" y="3910680"/>
              <a:ext cx="52200" cy="52200"/>
            </a:xfrm>
            <a:custGeom>
              <a:avLst/>
              <a:gdLst>
                <a:gd name="textAreaLeft" fmla="*/ 0 w 52200"/>
                <a:gd name="textAreaRight" fmla="*/ 52560 w 52200"/>
                <a:gd name="textAreaTop" fmla="*/ 0 h 52200"/>
                <a:gd name="textAreaBottom" fmla="*/ 52560 h 52200"/>
              </a:gdLst>
              <a:ahLst/>
              <a:cxnLst/>
              <a:rect l="textAreaLeft" t="textAreaTop" r="textAreaRight" b="textAreaBottom"/>
              <a:pathLst>
                <a:path w="4192" h="4192">
                  <a:moveTo>
                    <a:pt x="0" y="1"/>
                  </a:moveTo>
                  <a:lnTo>
                    <a:pt x="0" y="151"/>
                  </a:lnTo>
                  <a:lnTo>
                    <a:pt x="899" y="1198"/>
                  </a:lnTo>
                  <a:lnTo>
                    <a:pt x="1946" y="2246"/>
                  </a:lnTo>
                  <a:lnTo>
                    <a:pt x="4042" y="4192"/>
                  </a:lnTo>
                  <a:lnTo>
                    <a:pt x="4191" y="4192"/>
                  </a:lnTo>
                  <a:lnTo>
                    <a:pt x="4191" y="4042"/>
                  </a:lnTo>
                  <a:lnTo>
                    <a:pt x="2246" y="1947"/>
                  </a:lnTo>
                  <a:lnTo>
                    <a:pt x="1198" y="1049"/>
                  </a:lnTo>
                  <a:lnTo>
                    <a:pt x="150" y="1"/>
                  </a:lnTo>
                  <a:close/>
                </a:path>
              </a:pathLst>
            </a:custGeom>
            <a:solidFill>
              <a:schemeClr val="dk1"/>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1" name="Google Shape;749;p59"/>
            <p:cNvSpPr/>
            <p:nvPr/>
          </p:nvSpPr>
          <p:spPr>
            <a:xfrm>
              <a:off x="7891560" y="3875040"/>
              <a:ext cx="44640" cy="42840"/>
            </a:xfrm>
            <a:custGeom>
              <a:avLst/>
              <a:gdLst>
                <a:gd name="textAreaLeft" fmla="*/ 0 w 44640"/>
                <a:gd name="textAreaRight" fmla="*/ 45000 w 44640"/>
                <a:gd name="textAreaTop" fmla="*/ 0 h 42840"/>
                <a:gd name="textAreaBottom" fmla="*/ 43200 h 42840"/>
              </a:gdLst>
              <a:ahLst/>
              <a:cxnLst/>
              <a:rect l="textAreaLeft" t="textAreaTop" r="textAreaRight" b="textAreaBottom"/>
              <a:pathLst>
                <a:path w="3593" h="3443">
                  <a:moveTo>
                    <a:pt x="0" y="0"/>
                  </a:moveTo>
                  <a:lnTo>
                    <a:pt x="1647" y="1796"/>
                  </a:lnTo>
                  <a:lnTo>
                    <a:pt x="3443" y="3443"/>
                  </a:lnTo>
                  <a:lnTo>
                    <a:pt x="3592" y="3443"/>
                  </a:lnTo>
                  <a:lnTo>
                    <a:pt x="3592" y="3293"/>
                  </a:lnTo>
                  <a:lnTo>
                    <a:pt x="2844" y="2395"/>
                  </a:lnTo>
                  <a:lnTo>
                    <a:pt x="1946" y="1497"/>
                  </a:lnTo>
                  <a:lnTo>
                    <a:pt x="150" y="0"/>
                  </a:lnTo>
                  <a:close/>
                </a:path>
              </a:pathLst>
            </a:custGeom>
            <a:solidFill>
              <a:schemeClr val="dk1"/>
            </a:solidFill>
            <a:ln w="0">
              <a:noFill/>
            </a:ln>
          </p:spPr>
          <p:style>
            <a:lnRef idx="0"/>
            <a:fillRef idx="0"/>
            <a:effectRef idx="0"/>
            <a:fontRef idx="minor"/>
          </p:style>
          <p:txBody>
            <a:bodyPr tIns="21600" bIns="216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2" name="Google Shape;750;p59"/>
            <p:cNvSpPr/>
            <p:nvPr/>
          </p:nvSpPr>
          <p:spPr>
            <a:xfrm>
              <a:off x="7867080" y="3894120"/>
              <a:ext cx="46440" cy="44640"/>
            </a:xfrm>
            <a:custGeom>
              <a:avLst/>
              <a:gdLst>
                <a:gd name="textAreaLeft" fmla="*/ 0 w 46440"/>
                <a:gd name="textAreaRight" fmla="*/ 46800 w 46440"/>
                <a:gd name="textAreaTop" fmla="*/ 0 h 44640"/>
                <a:gd name="textAreaBottom" fmla="*/ 45000 h 44640"/>
              </a:gdLst>
              <a:ahLst/>
              <a:cxnLst/>
              <a:rect l="textAreaLeft" t="textAreaTop" r="textAreaRight" b="textAreaBottom"/>
              <a:pathLst>
                <a:path w="3743" h="3594">
                  <a:moveTo>
                    <a:pt x="0" y="1"/>
                  </a:moveTo>
                  <a:lnTo>
                    <a:pt x="1647" y="1947"/>
                  </a:lnTo>
                  <a:lnTo>
                    <a:pt x="3443" y="3593"/>
                  </a:lnTo>
                  <a:lnTo>
                    <a:pt x="3742" y="3593"/>
                  </a:lnTo>
                  <a:lnTo>
                    <a:pt x="3742" y="3443"/>
                  </a:lnTo>
                  <a:lnTo>
                    <a:pt x="1946" y="1647"/>
                  </a:lnTo>
                  <a:lnTo>
                    <a:pt x="150" y="1"/>
                  </a:lnTo>
                  <a:close/>
                </a:path>
              </a:pathLst>
            </a:custGeom>
            <a:solidFill>
              <a:schemeClr val="dk1"/>
            </a:solidFill>
            <a:ln w="0">
              <a:noFill/>
            </a:ln>
          </p:spPr>
          <p:style>
            <a:lnRef idx="0"/>
            <a:fillRef idx="0"/>
            <a:effectRef idx="0"/>
            <a:fontRef idx="minor"/>
          </p:style>
          <p:txBody>
            <a:bodyPr tIns="22320" bIns="22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3" name="Google Shape;751;p59"/>
            <p:cNvSpPr/>
            <p:nvPr/>
          </p:nvSpPr>
          <p:spPr>
            <a:xfrm>
              <a:off x="7916040" y="3854520"/>
              <a:ext cx="41040" cy="38880"/>
            </a:xfrm>
            <a:custGeom>
              <a:avLst/>
              <a:gdLst>
                <a:gd name="textAreaLeft" fmla="*/ 0 w 41040"/>
                <a:gd name="textAreaRight" fmla="*/ 41400 w 41040"/>
                <a:gd name="textAreaTop" fmla="*/ 0 h 38880"/>
                <a:gd name="textAreaBottom" fmla="*/ 39240 h 38880"/>
              </a:gdLst>
              <a:ahLst/>
              <a:cxnLst/>
              <a:rect l="textAreaLeft" t="textAreaTop" r="textAreaRight" b="textAreaBottom"/>
              <a:pathLst>
                <a:path w="3294" h="3144">
                  <a:moveTo>
                    <a:pt x="1" y="1"/>
                  </a:moveTo>
                  <a:lnTo>
                    <a:pt x="1" y="150"/>
                  </a:lnTo>
                  <a:lnTo>
                    <a:pt x="1498" y="1797"/>
                  </a:lnTo>
                  <a:lnTo>
                    <a:pt x="2246" y="2545"/>
                  </a:lnTo>
                  <a:lnTo>
                    <a:pt x="3144" y="3144"/>
                  </a:lnTo>
                  <a:lnTo>
                    <a:pt x="3294" y="3144"/>
                  </a:lnTo>
                  <a:lnTo>
                    <a:pt x="3294" y="2994"/>
                  </a:lnTo>
                  <a:lnTo>
                    <a:pt x="2545" y="2246"/>
                  </a:lnTo>
                  <a:lnTo>
                    <a:pt x="1797" y="1497"/>
                  </a:lnTo>
                  <a:lnTo>
                    <a:pt x="151" y="1"/>
                  </a:lnTo>
                  <a:close/>
                </a:path>
              </a:pathLst>
            </a:custGeom>
            <a:solidFill>
              <a:schemeClr val="dk1"/>
            </a:solidFill>
            <a:ln w="0">
              <a:noFill/>
            </a:ln>
          </p:spPr>
          <p:style>
            <a:lnRef idx="0"/>
            <a:fillRef idx="0"/>
            <a:effectRef idx="0"/>
            <a:fontRef idx="minor"/>
          </p:style>
          <p:txBody>
            <a:bodyPr tIns="19440" bIns="19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4" name="Google Shape;752;p59"/>
            <p:cNvSpPr/>
            <p:nvPr/>
          </p:nvSpPr>
          <p:spPr>
            <a:xfrm>
              <a:off x="7942320" y="3837600"/>
              <a:ext cx="35280" cy="33480"/>
            </a:xfrm>
            <a:custGeom>
              <a:avLst/>
              <a:gdLst>
                <a:gd name="textAreaLeft" fmla="*/ 0 w 35280"/>
                <a:gd name="textAreaRight" fmla="*/ 35640 w 35280"/>
                <a:gd name="textAreaTop" fmla="*/ 0 h 33480"/>
                <a:gd name="textAreaBottom" fmla="*/ 33840 h 33480"/>
              </a:gdLst>
              <a:ahLst/>
              <a:cxnLst/>
              <a:rect l="textAreaLeft" t="textAreaTop" r="textAreaRight" b="textAreaBottom"/>
              <a:pathLst>
                <a:path w="2845" h="2695">
                  <a:moveTo>
                    <a:pt x="0" y="1"/>
                  </a:moveTo>
                  <a:lnTo>
                    <a:pt x="0" y="150"/>
                  </a:lnTo>
                  <a:lnTo>
                    <a:pt x="1198" y="1497"/>
                  </a:lnTo>
                  <a:lnTo>
                    <a:pt x="2695" y="2695"/>
                  </a:lnTo>
                  <a:lnTo>
                    <a:pt x="2844" y="2695"/>
                  </a:lnTo>
                  <a:lnTo>
                    <a:pt x="2844" y="2545"/>
                  </a:lnTo>
                  <a:lnTo>
                    <a:pt x="1497" y="1198"/>
                  </a:lnTo>
                  <a:lnTo>
                    <a:pt x="150" y="1"/>
                  </a:lnTo>
                  <a:close/>
                </a:path>
              </a:pathLst>
            </a:custGeom>
            <a:solidFill>
              <a:schemeClr val="dk1"/>
            </a:solidFill>
            <a:ln w="0">
              <a:noFill/>
            </a:ln>
          </p:spPr>
          <p:style>
            <a:lnRef idx="0"/>
            <a:fillRef idx="0"/>
            <a:effectRef idx="0"/>
            <a:fontRef idx="minor"/>
          </p:style>
          <p:txBody>
            <a:bodyPr tIns="16920" bIns="16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 name="Google Shape;753;p59"/>
            <p:cNvSpPr/>
            <p:nvPr/>
          </p:nvSpPr>
          <p:spPr>
            <a:xfrm>
              <a:off x="7966440" y="3817080"/>
              <a:ext cx="37080" cy="37080"/>
            </a:xfrm>
            <a:custGeom>
              <a:avLst/>
              <a:gdLst>
                <a:gd name="textAreaLeft" fmla="*/ 0 w 37080"/>
                <a:gd name="textAreaRight" fmla="*/ 37440 w 37080"/>
                <a:gd name="textAreaTop" fmla="*/ 0 h 37080"/>
                <a:gd name="textAreaBottom" fmla="*/ 37440 h 37080"/>
              </a:gdLst>
              <a:ahLst/>
              <a:cxnLst/>
              <a:rect l="textAreaLeft" t="textAreaTop" r="textAreaRight" b="textAreaBottom"/>
              <a:pathLst>
                <a:path w="2994" h="2994">
                  <a:moveTo>
                    <a:pt x="0" y="0"/>
                  </a:moveTo>
                  <a:lnTo>
                    <a:pt x="0" y="150"/>
                  </a:lnTo>
                  <a:lnTo>
                    <a:pt x="1347" y="1796"/>
                  </a:lnTo>
                  <a:lnTo>
                    <a:pt x="2096" y="2395"/>
                  </a:lnTo>
                  <a:lnTo>
                    <a:pt x="2994" y="2994"/>
                  </a:lnTo>
                  <a:lnTo>
                    <a:pt x="2994" y="2994"/>
                  </a:lnTo>
                  <a:lnTo>
                    <a:pt x="2395" y="2096"/>
                  </a:lnTo>
                  <a:lnTo>
                    <a:pt x="1647" y="1497"/>
                  </a:lnTo>
                  <a:lnTo>
                    <a:pt x="150" y="0"/>
                  </a:lnTo>
                  <a:close/>
                </a:path>
              </a:pathLst>
            </a:custGeom>
            <a:solidFill>
              <a:schemeClr val="dk1"/>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6" name="Google Shape;754;p59"/>
            <p:cNvSpPr/>
            <p:nvPr/>
          </p:nvSpPr>
          <p:spPr>
            <a:xfrm>
              <a:off x="7990920" y="3798360"/>
              <a:ext cx="37080" cy="35280"/>
            </a:xfrm>
            <a:custGeom>
              <a:avLst/>
              <a:gdLst>
                <a:gd name="textAreaLeft" fmla="*/ 0 w 37080"/>
                <a:gd name="textAreaRight" fmla="*/ 37440 w 37080"/>
                <a:gd name="textAreaTop" fmla="*/ 0 h 35280"/>
                <a:gd name="textAreaBottom" fmla="*/ 35640 h 35280"/>
              </a:gdLst>
              <a:ahLst/>
              <a:cxnLst/>
              <a:rect l="textAreaLeft" t="textAreaTop" r="textAreaRight" b="textAreaBottom"/>
              <a:pathLst>
                <a:path w="2994" h="2845">
                  <a:moveTo>
                    <a:pt x="150" y="0"/>
                  </a:moveTo>
                  <a:lnTo>
                    <a:pt x="150" y="150"/>
                  </a:lnTo>
                  <a:lnTo>
                    <a:pt x="0" y="150"/>
                  </a:lnTo>
                  <a:lnTo>
                    <a:pt x="1347" y="1647"/>
                  </a:lnTo>
                  <a:lnTo>
                    <a:pt x="2096" y="2245"/>
                  </a:lnTo>
                  <a:lnTo>
                    <a:pt x="2844" y="2844"/>
                  </a:lnTo>
                  <a:lnTo>
                    <a:pt x="2994" y="2844"/>
                  </a:lnTo>
                  <a:lnTo>
                    <a:pt x="2395" y="1946"/>
                  </a:lnTo>
                  <a:lnTo>
                    <a:pt x="1647" y="1347"/>
                  </a:lnTo>
                  <a:lnTo>
                    <a:pt x="150" y="0"/>
                  </a:lnTo>
                  <a:close/>
                </a:path>
              </a:pathLst>
            </a:custGeom>
            <a:solidFill>
              <a:schemeClr val="dk1"/>
            </a:solidFill>
            <a:ln w="0">
              <a:noFill/>
            </a:ln>
          </p:spPr>
          <p:style>
            <a:lnRef idx="0"/>
            <a:fillRef idx="0"/>
            <a:effectRef idx="0"/>
            <a:fontRef idx="minor"/>
          </p:style>
          <p:txBody>
            <a:bodyPr tIns="17640" bIns="17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7" name="Google Shape;755;p59"/>
            <p:cNvSpPr/>
            <p:nvPr/>
          </p:nvSpPr>
          <p:spPr>
            <a:xfrm>
              <a:off x="8015400" y="3777480"/>
              <a:ext cx="35280" cy="35280"/>
            </a:xfrm>
            <a:custGeom>
              <a:avLst/>
              <a:gdLst>
                <a:gd name="textAreaLeft" fmla="*/ 0 w 35280"/>
                <a:gd name="textAreaRight" fmla="*/ 35640 w 35280"/>
                <a:gd name="textAreaTop" fmla="*/ 0 h 35280"/>
                <a:gd name="textAreaBottom" fmla="*/ 35640 h 35280"/>
              </a:gdLst>
              <a:ahLst/>
              <a:cxnLst/>
              <a:rect l="textAreaLeft" t="textAreaTop" r="textAreaRight" b="textAreaBottom"/>
              <a:pathLst>
                <a:path w="2845" h="2845">
                  <a:moveTo>
                    <a:pt x="1" y="1"/>
                  </a:moveTo>
                  <a:lnTo>
                    <a:pt x="1" y="150"/>
                  </a:lnTo>
                  <a:lnTo>
                    <a:pt x="1348" y="1647"/>
                  </a:lnTo>
                  <a:lnTo>
                    <a:pt x="1947" y="2246"/>
                  </a:lnTo>
                  <a:lnTo>
                    <a:pt x="2695" y="2845"/>
                  </a:lnTo>
                  <a:lnTo>
                    <a:pt x="2845" y="2845"/>
                  </a:lnTo>
                  <a:lnTo>
                    <a:pt x="2845" y="2695"/>
                  </a:lnTo>
                  <a:lnTo>
                    <a:pt x="2246" y="1947"/>
                  </a:lnTo>
                  <a:lnTo>
                    <a:pt x="1647" y="1348"/>
                  </a:lnTo>
                  <a:lnTo>
                    <a:pt x="151" y="1"/>
                  </a:lnTo>
                  <a:close/>
                </a:path>
              </a:pathLst>
            </a:custGeom>
            <a:solidFill>
              <a:schemeClr val="dk1"/>
            </a:solidFill>
            <a:ln w="0">
              <a:noFill/>
            </a:ln>
          </p:spPr>
          <p:style>
            <a:lnRef idx="0"/>
            <a:fillRef idx="0"/>
            <a:effectRef idx="0"/>
            <a:fontRef idx="minor"/>
          </p:style>
          <p:txBody>
            <a:bodyPr tIns="17640" bIns="17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8" name="Google Shape;756;p59"/>
            <p:cNvSpPr/>
            <p:nvPr/>
          </p:nvSpPr>
          <p:spPr>
            <a:xfrm>
              <a:off x="8041680" y="3760560"/>
              <a:ext cx="35280" cy="35280"/>
            </a:xfrm>
            <a:custGeom>
              <a:avLst/>
              <a:gdLst>
                <a:gd name="textAreaLeft" fmla="*/ 0 w 35280"/>
                <a:gd name="textAreaRight" fmla="*/ 35640 w 35280"/>
                <a:gd name="textAreaTop" fmla="*/ 0 h 35280"/>
                <a:gd name="textAreaBottom" fmla="*/ 35640 h 35280"/>
              </a:gdLst>
              <a:ahLst/>
              <a:cxnLst/>
              <a:rect l="textAreaLeft" t="textAreaTop" r="textAreaRight" b="textAreaBottom"/>
              <a:pathLst>
                <a:path w="2845" h="2845">
                  <a:moveTo>
                    <a:pt x="0" y="1"/>
                  </a:moveTo>
                  <a:lnTo>
                    <a:pt x="1348" y="1497"/>
                  </a:lnTo>
                  <a:lnTo>
                    <a:pt x="1946" y="2246"/>
                  </a:lnTo>
                  <a:lnTo>
                    <a:pt x="2695" y="2845"/>
                  </a:lnTo>
                  <a:lnTo>
                    <a:pt x="2844" y="2845"/>
                  </a:lnTo>
                  <a:lnTo>
                    <a:pt x="2844" y="2695"/>
                  </a:lnTo>
                  <a:lnTo>
                    <a:pt x="2246" y="1947"/>
                  </a:lnTo>
                  <a:lnTo>
                    <a:pt x="1647" y="1348"/>
                  </a:lnTo>
                  <a:lnTo>
                    <a:pt x="150" y="1"/>
                  </a:lnTo>
                  <a:close/>
                </a:path>
              </a:pathLst>
            </a:custGeom>
            <a:solidFill>
              <a:schemeClr val="dk1"/>
            </a:solidFill>
            <a:ln w="0">
              <a:noFill/>
            </a:ln>
          </p:spPr>
          <p:style>
            <a:lnRef idx="0"/>
            <a:fillRef idx="0"/>
            <a:effectRef idx="0"/>
            <a:fontRef idx="minor"/>
          </p:style>
          <p:txBody>
            <a:bodyPr tIns="17640" bIns="17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9" name="Google Shape;757;p59"/>
            <p:cNvSpPr/>
            <p:nvPr/>
          </p:nvSpPr>
          <p:spPr>
            <a:xfrm>
              <a:off x="8066160" y="3741840"/>
              <a:ext cx="27720" cy="27720"/>
            </a:xfrm>
            <a:custGeom>
              <a:avLst/>
              <a:gdLst>
                <a:gd name="textAreaLeft" fmla="*/ 0 w 27720"/>
                <a:gd name="textAreaRight" fmla="*/ 28080 w 27720"/>
                <a:gd name="textAreaTop" fmla="*/ 0 h 27720"/>
                <a:gd name="textAreaBottom" fmla="*/ 28080 h 27720"/>
              </a:gdLst>
              <a:ahLst/>
              <a:cxnLst/>
              <a:rect l="textAreaLeft" t="textAreaTop" r="textAreaRight" b="textAreaBottom"/>
              <a:pathLst>
                <a:path w="2246" h="2247">
                  <a:moveTo>
                    <a:pt x="0" y="1"/>
                  </a:moveTo>
                  <a:lnTo>
                    <a:pt x="898" y="1198"/>
                  </a:lnTo>
                  <a:lnTo>
                    <a:pt x="1497" y="1797"/>
                  </a:lnTo>
                  <a:lnTo>
                    <a:pt x="2096" y="2246"/>
                  </a:lnTo>
                  <a:lnTo>
                    <a:pt x="2245" y="2246"/>
                  </a:lnTo>
                  <a:lnTo>
                    <a:pt x="2245" y="2096"/>
                  </a:lnTo>
                  <a:lnTo>
                    <a:pt x="1796" y="1498"/>
                  </a:lnTo>
                  <a:lnTo>
                    <a:pt x="1198" y="899"/>
                  </a:lnTo>
                  <a:lnTo>
                    <a:pt x="0" y="1"/>
                  </a:lnTo>
                  <a:close/>
                </a:path>
              </a:pathLst>
            </a:custGeom>
            <a:solidFill>
              <a:schemeClr val="dk1"/>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0" name="Google Shape;758;p59"/>
            <p:cNvSpPr/>
            <p:nvPr/>
          </p:nvSpPr>
          <p:spPr>
            <a:xfrm>
              <a:off x="8090280" y="3723120"/>
              <a:ext cx="20160" cy="20160"/>
            </a:xfrm>
            <a:custGeom>
              <a:avLst/>
              <a:gdLst>
                <a:gd name="textAreaLeft" fmla="*/ 0 w 20160"/>
                <a:gd name="textAreaRight" fmla="*/ 20520 w 20160"/>
                <a:gd name="textAreaTop" fmla="*/ 0 h 20160"/>
                <a:gd name="textAreaBottom" fmla="*/ 20520 h 20160"/>
              </a:gdLst>
              <a:ahLst/>
              <a:cxnLst/>
              <a:rect l="textAreaLeft" t="textAreaTop" r="textAreaRight" b="textAreaBottom"/>
              <a:pathLst>
                <a:path w="1647" h="1647">
                  <a:moveTo>
                    <a:pt x="0" y="0"/>
                  </a:moveTo>
                  <a:lnTo>
                    <a:pt x="748" y="898"/>
                  </a:lnTo>
                  <a:lnTo>
                    <a:pt x="1497" y="1647"/>
                  </a:lnTo>
                  <a:lnTo>
                    <a:pt x="1646" y="1647"/>
                  </a:lnTo>
                  <a:lnTo>
                    <a:pt x="1646" y="1497"/>
                  </a:lnTo>
                  <a:lnTo>
                    <a:pt x="898" y="599"/>
                  </a:lnTo>
                  <a:lnTo>
                    <a:pt x="150" y="0"/>
                  </a:lnTo>
                  <a:close/>
                </a:path>
              </a:pathLst>
            </a:custGeom>
            <a:solidFill>
              <a:schemeClr val="dk1"/>
            </a:solidFill>
            <a:ln w="0">
              <a:noFill/>
            </a:ln>
          </p:spPr>
          <p:style>
            <a:lnRef idx="0"/>
            <a:fillRef idx="0"/>
            <a:effectRef idx="0"/>
            <a:fontRef idx="minor"/>
          </p:style>
          <p:txBody>
            <a:bodyPr tIns="10080" bIns="100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1" name="Google Shape;759;p59"/>
            <p:cNvSpPr/>
            <p:nvPr/>
          </p:nvSpPr>
          <p:spPr>
            <a:xfrm>
              <a:off x="8114760" y="3702600"/>
              <a:ext cx="16560" cy="16560"/>
            </a:xfrm>
            <a:custGeom>
              <a:avLst/>
              <a:gdLst>
                <a:gd name="textAreaLeft" fmla="*/ 0 w 16560"/>
                <a:gd name="textAreaRight" fmla="*/ 16920 w 16560"/>
                <a:gd name="textAreaTop" fmla="*/ 0 h 16560"/>
                <a:gd name="textAreaBottom" fmla="*/ 16920 h 16560"/>
              </a:gdLst>
              <a:ahLst/>
              <a:cxnLst/>
              <a:rect l="textAreaLeft" t="textAreaTop" r="textAreaRight" b="textAreaBottom"/>
              <a:pathLst>
                <a:path w="1348" h="1348">
                  <a:moveTo>
                    <a:pt x="1" y="1"/>
                  </a:moveTo>
                  <a:lnTo>
                    <a:pt x="450" y="749"/>
                  </a:lnTo>
                  <a:lnTo>
                    <a:pt x="1198" y="1348"/>
                  </a:lnTo>
                  <a:lnTo>
                    <a:pt x="1348" y="1348"/>
                  </a:lnTo>
                  <a:lnTo>
                    <a:pt x="1348" y="1198"/>
                  </a:lnTo>
                  <a:lnTo>
                    <a:pt x="749" y="450"/>
                  </a:lnTo>
                  <a:lnTo>
                    <a:pt x="1" y="1"/>
                  </a:lnTo>
                  <a:close/>
                </a:path>
              </a:pathLst>
            </a:custGeom>
            <a:solidFill>
              <a:schemeClr val="dk1"/>
            </a:solidFill>
            <a:ln w="0">
              <a:noFill/>
            </a:ln>
          </p:spPr>
          <p:style>
            <a:lnRef idx="0"/>
            <a:fillRef idx="0"/>
            <a:effectRef idx="0"/>
            <a:fontRef idx="minor"/>
          </p:style>
          <p:txBody>
            <a:bodyPr tIns="8280" bIns="8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2" name="Google Shape;760;p59"/>
            <p:cNvSpPr/>
            <p:nvPr/>
          </p:nvSpPr>
          <p:spPr>
            <a:xfrm>
              <a:off x="8139240" y="3683880"/>
              <a:ext cx="18360" cy="16560"/>
            </a:xfrm>
            <a:custGeom>
              <a:avLst/>
              <a:gdLst>
                <a:gd name="textAreaLeft" fmla="*/ 0 w 18360"/>
                <a:gd name="textAreaRight" fmla="*/ 18720 w 18360"/>
                <a:gd name="textAreaTop" fmla="*/ 0 h 16560"/>
                <a:gd name="textAreaBottom" fmla="*/ 16920 h 16560"/>
              </a:gdLst>
              <a:ahLst/>
              <a:cxnLst/>
              <a:rect l="textAreaLeft" t="textAreaTop" r="textAreaRight" b="textAreaBottom"/>
              <a:pathLst>
                <a:path w="1498" h="1348">
                  <a:moveTo>
                    <a:pt x="1" y="1"/>
                  </a:moveTo>
                  <a:lnTo>
                    <a:pt x="1" y="151"/>
                  </a:lnTo>
                  <a:lnTo>
                    <a:pt x="599" y="899"/>
                  </a:lnTo>
                  <a:lnTo>
                    <a:pt x="899" y="1198"/>
                  </a:lnTo>
                  <a:lnTo>
                    <a:pt x="1348" y="1348"/>
                  </a:lnTo>
                  <a:lnTo>
                    <a:pt x="1497" y="1348"/>
                  </a:lnTo>
                  <a:lnTo>
                    <a:pt x="1497" y="1198"/>
                  </a:lnTo>
                  <a:lnTo>
                    <a:pt x="1198" y="899"/>
                  </a:lnTo>
                  <a:lnTo>
                    <a:pt x="899" y="600"/>
                  </a:lnTo>
                  <a:lnTo>
                    <a:pt x="150" y="1"/>
                  </a:lnTo>
                  <a:close/>
                </a:path>
              </a:pathLst>
            </a:custGeom>
            <a:solidFill>
              <a:schemeClr val="dk1"/>
            </a:solidFill>
            <a:ln w="0">
              <a:noFill/>
            </a:ln>
          </p:spPr>
          <p:style>
            <a:lnRef idx="0"/>
            <a:fillRef idx="0"/>
            <a:effectRef idx="0"/>
            <a:fontRef idx="minor"/>
          </p:style>
          <p:txBody>
            <a:bodyPr tIns="8280" bIns="8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3" name="Google Shape;761;p59"/>
            <p:cNvSpPr/>
            <p:nvPr/>
          </p:nvSpPr>
          <p:spPr>
            <a:xfrm>
              <a:off x="8163720" y="3663000"/>
              <a:ext cx="14760" cy="14760"/>
            </a:xfrm>
            <a:custGeom>
              <a:avLst/>
              <a:gdLst>
                <a:gd name="textAreaLeft" fmla="*/ 0 w 14760"/>
                <a:gd name="textAreaRight" fmla="*/ 15120 w 14760"/>
                <a:gd name="textAreaTop" fmla="*/ 0 h 14760"/>
                <a:gd name="textAreaBottom" fmla="*/ 15120 h 14760"/>
              </a:gdLst>
              <a:ahLst/>
              <a:cxnLst/>
              <a:rect l="textAreaLeft" t="textAreaTop" r="textAreaRight" b="textAreaBottom"/>
              <a:pathLst>
                <a:path w="1198" h="1198">
                  <a:moveTo>
                    <a:pt x="0" y="0"/>
                  </a:moveTo>
                  <a:lnTo>
                    <a:pt x="0" y="150"/>
                  </a:lnTo>
                  <a:lnTo>
                    <a:pt x="450" y="749"/>
                  </a:lnTo>
                  <a:lnTo>
                    <a:pt x="1048" y="1198"/>
                  </a:lnTo>
                  <a:lnTo>
                    <a:pt x="1198" y="1198"/>
                  </a:lnTo>
                  <a:lnTo>
                    <a:pt x="1198" y="1048"/>
                  </a:lnTo>
                  <a:lnTo>
                    <a:pt x="599" y="449"/>
                  </a:lnTo>
                  <a:lnTo>
                    <a:pt x="0" y="0"/>
                  </a:lnTo>
                  <a:close/>
                </a:path>
              </a:pathLst>
            </a:custGeom>
            <a:solidFill>
              <a:schemeClr val="dk1"/>
            </a:solidFill>
            <a:ln w="0">
              <a:noFill/>
            </a:ln>
          </p:spPr>
          <p:style>
            <a:lnRef idx="0"/>
            <a:fillRef idx="0"/>
            <a:effectRef idx="0"/>
            <a:fontRef idx="minor"/>
          </p:style>
          <p:txBody>
            <a:bodyPr tIns="7560" bIns="7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4" name="Google Shape;762;p59"/>
            <p:cNvSpPr/>
            <p:nvPr/>
          </p:nvSpPr>
          <p:spPr>
            <a:xfrm>
              <a:off x="7285320" y="4047840"/>
              <a:ext cx="61560" cy="63360"/>
            </a:xfrm>
            <a:custGeom>
              <a:avLst/>
              <a:gdLst>
                <a:gd name="textAreaLeft" fmla="*/ 0 w 61560"/>
                <a:gd name="textAreaRight" fmla="*/ 61920 w 61560"/>
                <a:gd name="textAreaTop" fmla="*/ 0 h 63360"/>
                <a:gd name="textAreaBottom" fmla="*/ 63720 h 63360"/>
              </a:gdLst>
              <a:ahLst/>
              <a:cxnLst/>
              <a:rect l="textAreaLeft" t="textAreaTop" r="textAreaRight" b="textAreaBottom"/>
              <a:pathLst>
                <a:path w="4940" h="5090">
                  <a:moveTo>
                    <a:pt x="4790" y="1"/>
                  </a:moveTo>
                  <a:lnTo>
                    <a:pt x="2395" y="2395"/>
                  </a:lnTo>
                  <a:lnTo>
                    <a:pt x="0" y="4940"/>
                  </a:lnTo>
                  <a:lnTo>
                    <a:pt x="0" y="5090"/>
                  </a:lnTo>
                  <a:lnTo>
                    <a:pt x="150" y="5090"/>
                  </a:lnTo>
                  <a:lnTo>
                    <a:pt x="1347" y="3892"/>
                  </a:lnTo>
                  <a:lnTo>
                    <a:pt x="2545" y="2695"/>
                  </a:lnTo>
                  <a:lnTo>
                    <a:pt x="4939" y="150"/>
                  </a:lnTo>
                  <a:lnTo>
                    <a:pt x="4939" y="1"/>
                  </a:lnTo>
                  <a:close/>
                </a:path>
              </a:pathLst>
            </a:custGeom>
            <a:solidFill>
              <a:schemeClr val="dk1"/>
            </a:solidFill>
            <a:ln w="0">
              <a:noFill/>
            </a:ln>
          </p:spPr>
          <p:style>
            <a:lnRef idx="0"/>
            <a:fillRef idx="0"/>
            <a:effectRef idx="0"/>
            <a:fontRef idx="minor"/>
          </p:style>
          <p:txBody>
            <a:bodyPr tIns="31680" bIns="31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5" name="Google Shape;763;p59"/>
            <p:cNvSpPr/>
            <p:nvPr/>
          </p:nvSpPr>
          <p:spPr>
            <a:xfrm>
              <a:off x="7263000" y="4023360"/>
              <a:ext cx="65160" cy="61560"/>
            </a:xfrm>
            <a:custGeom>
              <a:avLst/>
              <a:gdLst>
                <a:gd name="textAreaLeft" fmla="*/ 0 w 65160"/>
                <a:gd name="textAreaRight" fmla="*/ 65520 w 65160"/>
                <a:gd name="textAreaTop" fmla="*/ 0 h 61560"/>
                <a:gd name="textAreaBottom" fmla="*/ 61920 h 61560"/>
              </a:gdLst>
              <a:ahLst/>
              <a:cxnLst/>
              <a:rect l="textAreaLeft" t="textAreaTop" r="textAreaRight" b="textAreaBottom"/>
              <a:pathLst>
                <a:path w="5240" h="4941">
                  <a:moveTo>
                    <a:pt x="5090" y="1"/>
                  </a:moveTo>
                  <a:lnTo>
                    <a:pt x="2396" y="2545"/>
                  </a:lnTo>
                  <a:lnTo>
                    <a:pt x="1198" y="3593"/>
                  </a:lnTo>
                  <a:lnTo>
                    <a:pt x="600" y="4192"/>
                  </a:lnTo>
                  <a:lnTo>
                    <a:pt x="1" y="4940"/>
                  </a:lnTo>
                  <a:lnTo>
                    <a:pt x="151" y="4940"/>
                  </a:lnTo>
                  <a:lnTo>
                    <a:pt x="1498" y="3892"/>
                  </a:lnTo>
                  <a:lnTo>
                    <a:pt x="2695" y="2845"/>
                  </a:lnTo>
                  <a:lnTo>
                    <a:pt x="3893" y="1497"/>
                  </a:lnTo>
                  <a:lnTo>
                    <a:pt x="5240" y="150"/>
                  </a:lnTo>
                  <a:lnTo>
                    <a:pt x="5240" y="1"/>
                  </a:lnTo>
                  <a:close/>
                </a:path>
              </a:pathLst>
            </a:custGeom>
            <a:solidFill>
              <a:schemeClr val="dk1"/>
            </a:solidFill>
            <a:ln w="0">
              <a:noFill/>
            </a:ln>
          </p:spPr>
          <p:style>
            <a:lnRef idx="0"/>
            <a:fillRef idx="0"/>
            <a:effectRef idx="0"/>
            <a:fontRef idx="minor"/>
          </p:style>
          <p:txBody>
            <a:bodyPr tIns="30960" bIns="30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6" name="Google Shape;764;p59"/>
            <p:cNvSpPr/>
            <p:nvPr/>
          </p:nvSpPr>
          <p:spPr>
            <a:xfrm>
              <a:off x="7246080" y="4006440"/>
              <a:ext cx="55800" cy="54000"/>
            </a:xfrm>
            <a:custGeom>
              <a:avLst/>
              <a:gdLst>
                <a:gd name="textAreaLeft" fmla="*/ 0 w 55800"/>
                <a:gd name="textAreaRight" fmla="*/ 56160 w 55800"/>
                <a:gd name="textAreaTop" fmla="*/ 0 h 54000"/>
                <a:gd name="textAreaBottom" fmla="*/ 54360 h 54000"/>
              </a:gdLst>
              <a:ahLst/>
              <a:cxnLst/>
              <a:rect l="textAreaLeft" t="textAreaTop" r="textAreaRight" b="textAreaBottom"/>
              <a:pathLst>
                <a:path w="4492" h="4342">
                  <a:moveTo>
                    <a:pt x="4341" y="1"/>
                  </a:moveTo>
                  <a:lnTo>
                    <a:pt x="2096" y="1946"/>
                  </a:lnTo>
                  <a:lnTo>
                    <a:pt x="1" y="4192"/>
                  </a:lnTo>
                  <a:lnTo>
                    <a:pt x="1" y="4341"/>
                  </a:lnTo>
                  <a:lnTo>
                    <a:pt x="150" y="4341"/>
                  </a:lnTo>
                  <a:lnTo>
                    <a:pt x="2396" y="2246"/>
                  </a:lnTo>
                  <a:lnTo>
                    <a:pt x="4491" y="150"/>
                  </a:lnTo>
                  <a:lnTo>
                    <a:pt x="4491" y="1"/>
                  </a:lnTo>
                  <a:close/>
                </a:path>
              </a:pathLst>
            </a:custGeom>
            <a:solidFill>
              <a:schemeClr val="dk1"/>
            </a:solidFill>
            <a:ln w="0">
              <a:noFill/>
            </a:ln>
          </p:spPr>
          <p:style>
            <a:lnRef idx="0"/>
            <a:fillRef idx="0"/>
            <a:effectRef idx="0"/>
            <a:fontRef idx="minor"/>
          </p:style>
          <p:txBody>
            <a:bodyPr tIns="27000" bIns="27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7" name="Google Shape;765;p59"/>
            <p:cNvSpPr/>
            <p:nvPr/>
          </p:nvSpPr>
          <p:spPr>
            <a:xfrm>
              <a:off x="7229160" y="3969000"/>
              <a:ext cx="65160" cy="65160"/>
            </a:xfrm>
            <a:custGeom>
              <a:avLst/>
              <a:gdLst>
                <a:gd name="textAreaLeft" fmla="*/ 0 w 65160"/>
                <a:gd name="textAreaRight" fmla="*/ 65520 w 65160"/>
                <a:gd name="textAreaTop" fmla="*/ 0 h 65160"/>
                <a:gd name="textAreaBottom" fmla="*/ 65520 h 65160"/>
              </a:gdLst>
              <a:ahLst/>
              <a:cxnLst/>
              <a:rect l="textAreaLeft" t="textAreaTop" r="textAreaRight" b="textAreaBottom"/>
              <a:pathLst>
                <a:path w="5240" h="5239">
                  <a:moveTo>
                    <a:pt x="5090" y="0"/>
                  </a:moveTo>
                  <a:lnTo>
                    <a:pt x="3743" y="1197"/>
                  </a:lnTo>
                  <a:lnTo>
                    <a:pt x="2396" y="2545"/>
                  </a:lnTo>
                  <a:lnTo>
                    <a:pt x="1198" y="3892"/>
                  </a:lnTo>
                  <a:lnTo>
                    <a:pt x="1" y="5089"/>
                  </a:lnTo>
                  <a:lnTo>
                    <a:pt x="1" y="5239"/>
                  </a:lnTo>
                  <a:lnTo>
                    <a:pt x="150" y="5239"/>
                  </a:lnTo>
                  <a:lnTo>
                    <a:pt x="1497" y="4041"/>
                  </a:lnTo>
                  <a:lnTo>
                    <a:pt x="2695" y="2844"/>
                  </a:lnTo>
                  <a:lnTo>
                    <a:pt x="4042" y="1497"/>
                  </a:lnTo>
                  <a:lnTo>
                    <a:pt x="5239" y="150"/>
                  </a:lnTo>
                  <a:lnTo>
                    <a:pt x="5239" y="0"/>
                  </a:lnTo>
                  <a:close/>
                </a:path>
              </a:pathLst>
            </a:custGeom>
            <a:solidFill>
              <a:schemeClr val="dk1"/>
            </a:solidFill>
            <a:ln w="0">
              <a:noFill/>
            </a:ln>
          </p:spPr>
          <p:style>
            <a:lnRef idx="0"/>
            <a:fillRef idx="0"/>
            <a:effectRef idx="0"/>
            <a:fontRef idx="minor"/>
          </p:style>
          <p:txBody>
            <a:bodyPr tIns="32760" bIns="32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8" name="Google Shape;766;p59"/>
            <p:cNvSpPr/>
            <p:nvPr/>
          </p:nvSpPr>
          <p:spPr>
            <a:xfrm>
              <a:off x="7208280" y="3959640"/>
              <a:ext cx="52200" cy="50400"/>
            </a:xfrm>
            <a:custGeom>
              <a:avLst/>
              <a:gdLst>
                <a:gd name="textAreaLeft" fmla="*/ 0 w 52200"/>
                <a:gd name="textAreaRight" fmla="*/ 52560 w 52200"/>
                <a:gd name="textAreaTop" fmla="*/ 0 h 50400"/>
                <a:gd name="textAreaBottom" fmla="*/ 50760 h 50400"/>
              </a:gdLst>
              <a:ahLst/>
              <a:cxnLst/>
              <a:rect l="textAreaLeft" t="textAreaTop" r="textAreaRight" b="textAreaBottom"/>
              <a:pathLst>
                <a:path w="4192" h="4042">
                  <a:moveTo>
                    <a:pt x="4042" y="1"/>
                  </a:moveTo>
                  <a:lnTo>
                    <a:pt x="1946" y="1797"/>
                  </a:lnTo>
                  <a:lnTo>
                    <a:pt x="1048" y="2845"/>
                  </a:lnTo>
                  <a:lnTo>
                    <a:pt x="0" y="4042"/>
                  </a:lnTo>
                  <a:lnTo>
                    <a:pt x="150" y="4042"/>
                  </a:lnTo>
                  <a:lnTo>
                    <a:pt x="1198" y="3144"/>
                  </a:lnTo>
                  <a:lnTo>
                    <a:pt x="2245" y="2096"/>
                  </a:lnTo>
                  <a:lnTo>
                    <a:pt x="4191" y="150"/>
                  </a:lnTo>
                  <a:lnTo>
                    <a:pt x="4191" y="1"/>
                  </a:lnTo>
                  <a:close/>
                </a:path>
              </a:pathLst>
            </a:custGeom>
            <a:solidFill>
              <a:schemeClr val="dk1"/>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9" name="Google Shape;767;p59"/>
            <p:cNvSpPr/>
            <p:nvPr/>
          </p:nvSpPr>
          <p:spPr>
            <a:xfrm>
              <a:off x="7172640" y="391824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3443" h="3444">
                  <a:moveTo>
                    <a:pt x="3293" y="1"/>
                  </a:moveTo>
                  <a:lnTo>
                    <a:pt x="2395" y="749"/>
                  </a:lnTo>
                  <a:lnTo>
                    <a:pt x="1497" y="1497"/>
                  </a:lnTo>
                  <a:lnTo>
                    <a:pt x="0" y="3294"/>
                  </a:lnTo>
                  <a:lnTo>
                    <a:pt x="0" y="3443"/>
                  </a:lnTo>
                  <a:lnTo>
                    <a:pt x="1796" y="1947"/>
                  </a:lnTo>
                  <a:lnTo>
                    <a:pt x="3443" y="1"/>
                  </a:lnTo>
                  <a:close/>
                </a:path>
              </a:pathLst>
            </a:custGeom>
            <a:solidFill>
              <a:schemeClr val="dk1"/>
            </a:solidFill>
            <a:ln w="0">
              <a:noFill/>
            </a:ln>
          </p:spPr>
          <p:style>
            <a:lnRef idx="0"/>
            <a:fillRef idx="0"/>
            <a:effectRef idx="0"/>
            <a:fontRef idx="minor"/>
          </p:style>
          <p:txBody>
            <a:bodyPr tIns="21600" bIns="216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0" name="Google Shape;768;p59"/>
            <p:cNvSpPr/>
            <p:nvPr/>
          </p:nvSpPr>
          <p:spPr>
            <a:xfrm>
              <a:off x="7191720" y="3940920"/>
              <a:ext cx="44640" cy="44640"/>
            </a:xfrm>
            <a:custGeom>
              <a:avLst/>
              <a:gdLst>
                <a:gd name="textAreaLeft" fmla="*/ 0 w 44640"/>
                <a:gd name="textAreaRight" fmla="*/ 45000 w 44640"/>
                <a:gd name="textAreaTop" fmla="*/ 0 h 44640"/>
                <a:gd name="textAreaBottom" fmla="*/ 45000 h 44640"/>
              </a:gdLst>
              <a:ahLst/>
              <a:cxnLst/>
              <a:rect l="textAreaLeft" t="textAreaTop" r="textAreaRight" b="textAreaBottom"/>
              <a:pathLst>
                <a:path w="3593" h="3594">
                  <a:moveTo>
                    <a:pt x="3443" y="1"/>
                  </a:moveTo>
                  <a:lnTo>
                    <a:pt x="1647" y="1647"/>
                  </a:lnTo>
                  <a:lnTo>
                    <a:pt x="0" y="3443"/>
                  </a:lnTo>
                  <a:lnTo>
                    <a:pt x="0" y="3593"/>
                  </a:lnTo>
                  <a:lnTo>
                    <a:pt x="1946" y="1947"/>
                  </a:lnTo>
                  <a:lnTo>
                    <a:pt x="3592" y="151"/>
                  </a:lnTo>
                  <a:lnTo>
                    <a:pt x="3592" y="1"/>
                  </a:lnTo>
                  <a:close/>
                </a:path>
              </a:pathLst>
            </a:custGeom>
            <a:solidFill>
              <a:schemeClr val="dk1"/>
            </a:solidFill>
            <a:ln w="0">
              <a:noFill/>
            </a:ln>
          </p:spPr>
          <p:style>
            <a:lnRef idx="0"/>
            <a:fillRef idx="0"/>
            <a:effectRef idx="0"/>
            <a:fontRef idx="minor"/>
          </p:style>
          <p:txBody>
            <a:bodyPr tIns="22320" bIns="22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1" name="Google Shape;769;p59"/>
            <p:cNvSpPr/>
            <p:nvPr/>
          </p:nvSpPr>
          <p:spPr>
            <a:xfrm>
              <a:off x="7152120" y="3897720"/>
              <a:ext cx="39240" cy="38880"/>
            </a:xfrm>
            <a:custGeom>
              <a:avLst/>
              <a:gdLst>
                <a:gd name="textAreaLeft" fmla="*/ 0 w 39240"/>
                <a:gd name="textAreaRight" fmla="*/ 39600 w 39240"/>
                <a:gd name="textAreaTop" fmla="*/ 0 h 38880"/>
                <a:gd name="textAreaBottom" fmla="*/ 39240 h 38880"/>
              </a:gdLst>
              <a:ahLst/>
              <a:cxnLst/>
              <a:rect l="textAreaLeft" t="textAreaTop" r="textAreaRight" b="textAreaBottom"/>
              <a:pathLst>
                <a:path w="3145" h="3144">
                  <a:moveTo>
                    <a:pt x="2994" y="0"/>
                  </a:moveTo>
                  <a:lnTo>
                    <a:pt x="2246" y="599"/>
                  </a:lnTo>
                  <a:lnTo>
                    <a:pt x="1049" y="1796"/>
                  </a:lnTo>
                  <a:lnTo>
                    <a:pt x="1" y="2994"/>
                  </a:lnTo>
                  <a:lnTo>
                    <a:pt x="1" y="3143"/>
                  </a:lnTo>
                  <a:lnTo>
                    <a:pt x="151" y="3143"/>
                  </a:lnTo>
                  <a:lnTo>
                    <a:pt x="1797" y="1647"/>
                  </a:lnTo>
                  <a:lnTo>
                    <a:pt x="2545" y="898"/>
                  </a:lnTo>
                  <a:lnTo>
                    <a:pt x="3144" y="150"/>
                  </a:lnTo>
                  <a:lnTo>
                    <a:pt x="3144" y="0"/>
                  </a:lnTo>
                  <a:close/>
                </a:path>
              </a:pathLst>
            </a:custGeom>
            <a:solidFill>
              <a:schemeClr val="dk1"/>
            </a:solidFill>
            <a:ln w="0">
              <a:noFill/>
            </a:ln>
          </p:spPr>
          <p:style>
            <a:lnRef idx="0"/>
            <a:fillRef idx="0"/>
            <a:effectRef idx="0"/>
            <a:fontRef idx="minor"/>
          </p:style>
          <p:txBody>
            <a:bodyPr tIns="19440" bIns="19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2" name="Google Shape;770;p59"/>
            <p:cNvSpPr/>
            <p:nvPr/>
          </p:nvSpPr>
          <p:spPr>
            <a:xfrm>
              <a:off x="7135200" y="3875040"/>
              <a:ext cx="33480" cy="35280"/>
            </a:xfrm>
            <a:custGeom>
              <a:avLst/>
              <a:gdLst>
                <a:gd name="textAreaLeft" fmla="*/ 0 w 33480"/>
                <a:gd name="textAreaRight" fmla="*/ 33840 w 33480"/>
                <a:gd name="textAreaTop" fmla="*/ 0 h 35280"/>
                <a:gd name="textAreaBottom" fmla="*/ 35640 h 35280"/>
              </a:gdLst>
              <a:ahLst/>
              <a:cxnLst/>
              <a:rect l="textAreaLeft" t="textAreaTop" r="textAreaRight" b="textAreaBottom"/>
              <a:pathLst>
                <a:path w="2695" h="2844">
                  <a:moveTo>
                    <a:pt x="2545" y="0"/>
                  </a:moveTo>
                  <a:lnTo>
                    <a:pt x="1198" y="1347"/>
                  </a:lnTo>
                  <a:lnTo>
                    <a:pt x="1" y="2694"/>
                  </a:lnTo>
                  <a:lnTo>
                    <a:pt x="1" y="2844"/>
                  </a:lnTo>
                  <a:lnTo>
                    <a:pt x="150" y="2844"/>
                  </a:lnTo>
                  <a:lnTo>
                    <a:pt x="1498" y="1647"/>
                  </a:lnTo>
                  <a:lnTo>
                    <a:pt x="2695" y="150"/>
                  </a:lnTo>
                  <a:lnTo>
                    <a:pt x="2695" y="0"/>
                  </a:lnTo>
                  <a:close/>
                </a:path>
              </a:pathLst>
            </a:custGeom>
            <a:solidFill>
              <a:schemeClr val="dk1"/>
            </a:solidFill>
            <a:ln w="0">
              <a:noFill/>
            </a:ln>
          </p:spPr>
          <p:style>
            <a:lnRef idx="0"/>
            <a:fillRef idx="0"/>
            <a:effectRef idx="0"/>
            <a:fontRef idx="minor"/>
          </p:style>
          <p:txBody>
            <a:bodyPr tIns="17640" bIns="17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3" name="Google Shape;771;p59"/>
            <p:cNvSpPr/>
            <p:nvPr/>
          </p:nvSpPr>
          <p:spPr>
            <a:xfrm>
              <a:off x="7114680" y="3848760"/>
              <a:ext cx="37080" cy="37080"/>
            </a:xfrm>
            <a:custGeom>
              <a:avLst/>
              <a:gdLst>
                <a:gd name="textAreaLeft" fmla="*/ 0 w 37080"/>
                <a:gd name="textAreaRight" fmla="*/ 37440 w 37080"/>
                <a:gd name="textAreaTop" fmla="*/ 0 h 37080"/>
                <a:gd name="textAreaBottom" fmla="*/ 37440 h 37080"/>
              </a:gdLst>
              <a:ahLst/>
              <a:cxnLst/>
              <a:rect l="textAreaLeft" t="textAreaTop" r="textAreaRight" b="textAreaBottom"/>
              <a:pathLst>
                <a:path w="2994" h="2995">
                  <a:moveTo>
                    <a:pt x="2994" y="1"/>
                  </a:moveTo>
                  <a:lnTo>
                    <a:pt x="2096" y="599"/>
                  </a:lnTo>
                  <a:lnTo>
                    <a:pt x="1497" y="1348"/>
                  </a:lnTo>
                  <a:lnTo>
                    <a:pt x="0" y="2994"/>
                  </a:lnTo>
                  <a:lnTo>
                    <a:pt x="150" y="2994"/>
                  </a:lnTo>
                  <a:lnTo>
                    <a:pt x="1796" y="1647"/>
                  </a:lnTo>
                  <a:lnTo>
                    <a:pt x="2395" y="899"/>
                  </a:lnTo>
                  <a:lnTo>
                    <a:pt x="2994" y="150"/>
                  </a:lnTo>
                  <a:lnTo>
                    <a:pt x="2994" y="1"/>
                  </a:lnTo>
                  <a:close/>
                </a:path>
              </a:pathLst>
            </a:custGeom>
            <a:solidFill>
              <a:schemeClr val="dk1"/>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4" name="Google Shape;772;p59"/>
            <p:cNvSpPr/>
            <p:nvPr/>
          </p:nvSpPr>
          <p:spPr>
            <a:xfrm>
              <a:off x="7097760" y="3826440"/>
              <a:ext cx="33480" cy="35280"/>
            </a:xfrm>
            <a:custGeom>
              <a:avLst/>
              <a:gdLst>
                <a:gd name="textAreaLeft" fmla="*/ 0 w 33480"/>
                <a:gd name="textAreaRight" fmla="*/ 33840 w 33480"/>
                <a:gd name="textAreaTop" fmla="*/ 0 h 35280"/>
                <a:gd name="textAreaBottom" fmla="*/ 35640 h 35280"/>
              </a:gdLst>
              <a:ahLst/>
              <a:cxnLst/>
              <a:rect l="textAreaLeft" t="textAreaTop" r="textAreaRight" b="textAreaBottom"/>
              <a:pathLst>
                <a:path w="2695" h="2845">
                  <a:moveTo>
                    <a:pt x="2694" y="0"/>
                  </a:moveTo>
                  <a:lnTo>
                    <a:pt x="1946" y="599"/>
                  </a:lnTo>
                  <a:lnTo>
                    <a:pt x="1198" y="1198"/>
                  </a:lnTo>
                  <a:lnTo>
                    <a:pt x="0" y="2695"/>
                  </a:lnTo>
                  <a:lnTo>
                    <a:pt x="0" y="2844"/>
                  </a:lnTo>
                  <a:lnTo>
                    <a:pt x="1497" y="1497"/>
                  </a:lnTo>
                  <a:lnTo>
                    <a:pt x="2245" y="749"/>
                  </a:lnTo>
                  <a:lnTo>
                    <a:pt x="2694" y="0"/>
                  </a:lnTo>
                  <a:close/>
                </a:path>
              </a:pathLst>
            </a:custGeom>
            <a:solidFill>
              <a:schemeClr val="dk1"/>
            </a:solidFill>
            <a:ln w="0">
              <a:noFill/>
            </a:ln>
          </p:spPr>
          <p:style>
            <a:lnRef idx="0"/>
            <a:fillRef idx="0"/>
            <a:effectRef idx="0"/>
            <a:fontRef idx="minor"/>
          </p:style>
          <p:txBody>
            <a:bodyPr tIns="17640" bIns="17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5" name="Google Shape;773;p59"/>
            <p:cNvSpPr/>
            <p:nvPr/>
          </p:nvSpPr>
          <p:spPr>
            <a:xfrm>
              <a:off x="7075080" y="3803760"/>
              <a:ext cx="35280" cy="35280"/>
            </a:xfrm>
            <a:custGeom>
              <a:avLst/>
              <a:gdLst>
                <a:gd name="textAreaLeft" fmla="*/ 0 w 35280"/>
                <a:gd name="textAreaRight" fmla="*/ 35640 w 35280"/>
                <a:gd name="textAreaTop" fmla="*/ 0 h 35280"/>
                <a:gd name="textAreaBottom" fmla="*/ 35640 h 35280"/>
              </a:gdLst>
              <a:ahLst/>
              <a:cxnLst/>
              <a:rect l="textAreaLeft" t="textAreaTop" r="textAreaRight" b="textAreaBottom"/>
              <a:pathLst>
                <a:path w="2844" h="2845">
                  <a:moveTo>
                    <a:pt x="2694" y="0"/>
                  </a:moveTo>
                  <a:lnTo>
                    <a:pt x="1946" y="449"/>
                  </a:lnTo>
                  <a:lnTo>
                    <a:pt x="1347" y="1198"/>
                  </a:lnTo>
                  <a:lnTo>
                    <a:pt x="0" y="2695"/>
                  </a:lnTo>
                  <a:lnTo>
                    <a:pt x="0" y="2844"/>
                  </a:lnTo>
                  <a:lnTo>
                    <a:pt x="150" y="2844"/>
                  </a:lnTo>
                  <a:lnTo>
                    <a:pt x="1647" y="1497"/>
                  </a:lnTo>
                  <a:lnTo>
                    <a:pt x="2245" y="749"/>
                  </a:lnTo>
                  <a:lnTo>
                    <a:pt x="2844" y="150"/>
                  </a:lnTo>
                  <a:lnTo>
                    <a:pt x="2844" y="0"/>
                  </a:lnTo>
                  <a:close/>
                </a:path>
              </a:pathLst>
            </a:custGeom>
            <a:solidFill>
              <a:schemeClr val="dk1"/>
            </a:solidFill>
            <a:ln w="0">
              <a:noFill/>
            </a:ln>
          </p:spPr>
          <p:style>
            <a:lnRef idx="0"/>
            <a:fillRef idx="0"/>
            <a:effectRef idx="0"/>
            <a:fontRef idx="minor"/>
          </p:style>
          <p:txBody>
            <a:bodyPr tIns="17640" bIns="17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6" name="Google Shape;774;p59"/>
            <p:cNvSpPr/>
            <p:nvPr/>
          </p:nvSpPr>
          <p:spPr>
            <a:xfrm>
              <a:off x="7058160" y="3777480"/>
              <a:ext cx="35280" cy="33480"/>
            </a:xfrm>
            <a:custGeom>
              <a:avLst/>
              <a:gdLst>
                <a:gd name="textAreaLeft" fmla="*/ 0 w 35280"/>
                <a:gd name="textAreaRight" fmla="*/ 35640 w 35280"/>
                <a:gd name="textAreaTop" fmla="*/ 0 h 33480"/>
                <a:gd name="textAreaBottom" fmla="*/ 33840 h 33480"/>
              </a:gdLst>
              <a:ahLst/>
              <a:cxnLst/>
              <a:rect l="textAreaLeft" t="textAreaTop" r="textAreaRight" b="textAreaBottom"/>
              <a:pathLst>
                <a:path w="2845" h="2695">
                  <a:moveTo>
                    <a:pt x="2695" y="1"/>
                  </a:moveTo>
                  <a:lnTo>
                    <a:pt x="1947" y="450"/>
                  </a:lnTo>
                  <a:lnTo>
                    <a:pt x="1348" y="1198"/>
                  </a:lnTo>
                  <a:lnTo>
                    <a:pt x="1" y="2695"/>
                  </a:lnTo>
                  <a:lnTo>
                    <a:pt x="151" y="2695"/>
                  </a:lnTo>
                  <a:lnTo>
                    <a:pt x="1647" y="1498"/>
                  </a:lnTo>
                  <a:lnTo>
                    <a:pt x="2246" y="749"/>
                  </a:lnTo>
                  <a:lnTo>
                    <a:pt x="2845" y="1"/>
                  </a:lnTo>
                  <a:close/>
                </a:path>
              </a:pathLst>
            </a:custGeom>
            <a:solidFill>
              <a:schemeClr val="dk1"/>
            </a:solidFill>
            <a:ln w="0">
              <a:noFill/>
            </a:ln>
          </p:spPr>
          <p:style>
            <a:lnRef idx="0"/>
            <a:fillRef idx="0"/>
            <a:effectRef idx="0"/>
            <a:fontRef idx="minor"/>
          </p:style>
          <p:txBody>
            <a:bodyPr tIns="16920" bIns="16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7" name="Google Shape;775;p59"/>
            <p:cNvSpPr/>
            <p:nvPr/>
          </p:nvSpPr>
          <p:spPr>
            <a:xfrm>
              <a:off x="7039440" y="3758760"/>
              <a:ext cx="27720" cy="27720"/>
            </a:xfrm>
            <a:custGeom>
              <a:avLst/>
              <a:gdLst>
                <a:gd name="textAreaLeft" fmla="*/ 0 w 27720"/>
                <a:gd name="textAreaRight" fmla="*/ 28080 w 27720"/>
                <a:gd name="textAreaTop" fmla="*/ 0 h 27720"/>
                <a:gd name="textAreaBottom" fmla="*/ 28080 h 27720"/>
              </a:gdLst>
              <a:ahLst/>
              <a:cxnLst/>
              <a:rect l="textAreaLeft" t="textAreaTop" r="textAreaRight" b="textAreaBottom"/>
              <a:pathLst>
                <a:path w="2246" h="2246">
                  <a:moveTo>
                    <a:pt x="2096" y="0"/>
                  </a:moveTo>
                  <a:lnTo>
                    <a:pt x="1497" y="449"/>
                  </a:lnTo>
                  <a:lnTo>
                    <a:pt x="898" y="1048"/>
                  </a:lnTo>
                  <a:lnTo>
                    <a:pt x="0" y="2245"/>
                  </a:lnTo>
                  <a:lnTo>
                    <a:pt x="1198" y="1347"/>
                  </a:lnTo>
                  <a:lnTo>
                    <a:pt x="1796" y="748"/>
                  </a:lnTo>
                  <a:lnTo>
                    <a:pt x="2245" y="150"/>
                  </a:lnTo>
                  <a:lnTo>
                    <a:pt x="2245" y="0"/>
                  </a:lnTo>
                  <a:close/>
                </a:path>
              </a:pathLst>
            </a:custGeom>
            <a:solidFill>
              <a:schemeClr val="dk1"/>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8" name="Google Shape;776;p59"/>
            <p:cNvSpPr/>
            <p:nvPr/>
          </p:nvSpPr>
          <p:spPr>
            <a:xfrm>
              <a:off x="7020720" y="3741840"/>
              <a:ext cx="20160" cy="20160"/>
            </a:xfrm>
            <a:custGeom>
              <a:avLst/>
              <a:gdLst>
                <a:gd name="textAreaLeft" fmla="*/ 0 w 20160"/>
                <a:gd name="textAreaRight" fmla="*/ 20520 w 20160"/>
                <a:gd name="textAreaTop" fmla="*/ 0 h 20160"/>
                <a:gd name="textAreaBottom" fmla="*/ 20520 h 20160"/>
              </a:gdLst>
              <a:ahLst/>
              <a:cxnLst/>
              <a:rect l="textAreaLeft" t="textAreaTop" r="textAreaRight" b="textAreaBottom"/>
              <a:pathLst>
                <a:path w="1647" h="1648">
                  <a:moveTo>
                    <a:pt x="1497" y="1"/>
                  </a:moveTo>
                  <a:lnTo>
                    <a:pt x="599" y="749"/>
                  </a:lnTo>
                  <a:lnTo>
                    <a:pt x="0" y="1647"/>
                  </a:lnTo>
                  <a:lnTo>
                    <a:pt x="0" y="1647"/>
                  </a:lnTo>
                  <a:lnTo>
                    <a:pt x="898" y="1049"/>
                  </a:lnTo>
                  <a:lnTo>
                    <a:pt x="1647" y="151"/>
                  </a:lnTo>
                  <a:lnTo>
                    <a:pt x="1647" y="1"/>
                  </a:lnTo>
                  <a:close/>
                </a:path>
              </a:pathLst>
            </a:custGeom>
            <a:solidFill>
              <a:schemeClr val="dk1"/>
            </a:solidFill>
            <a:ln w="0">
              <a:noFill/>
            </a:ln>
          </p:spPr>
          <p:style>
            <a:lnRef idx="0"/>
            <a:fillRef idx="0"/>
            <a:effectRef idx="0"/>
            <a:fontRef idx="minor"/>
          </p:style>
          <p:txBody>
            <a:bodyPr tIns="10080" bIns="100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9" name="Google Shape;777;p59"/>
            <p:cNvSpPr/>
            <p:nvPr/>
          </p:nvSpPr>
          <p:spPr>
            <a:xfrm>
              <a:off x="7000200" y="3721320"/>
              <a:ext cx="16560" cy="18360"/>
            </a:xfrm>
            <a:custGeom>
              <a:avLst/>
              <a:gdLst>
                <a:gd name="textAreaLeft" fmla="*/ 0 w 16560"/>
                <a:gd name="textAreaRight" fmla="*/ 16920 w 16560"/>
                <a:gd name="textAreaTop" fmla="*/ 0 h 18360"/>
                <a:gd name="textAreaBottom" fmla="*/ 18720 h 18360"/>
              </a:gdLst>
              <a:ahLst/>
              <a:cxnLst/>
              <a:rect l="textAreaLeft" t="textAreaTop" r="textAreaRight" b="textAreaBottom"/>
              <a:pathLst>
                <a:path w="1349" h="1498">
                  <a:moveTo>
                    <a:pt x="1198" y="0"/>
                  </a:moveTo>
                  <a:lnTo>
                    <a:pt x="450" y="599"/>
                  </a:lnTo>
                  <a:lnTo>
                    <a:pt x="1" y="1348"/>
                  </a:lnTo>
                  <a:lnTo>
                    <a:pt x="1" y="1497"/>
                  </a:lnTo>
                  <a:lnTo>
                    <a:pt x="151" y="1497"/>
                  </a:lnTo>
                  <a:lnTo>
                    <a:pt x="749" y="899"/>
                  </a:lnTo>
                  <a:lnTo>
                    <a:pt x="1348" y="150"/>
                  </a:lnTo>
                  <a:lnTo>
                    <a:pt x="1348" y="0"/>
                  </a:lnTo>
                  <a:close/>
                </a:path>
              </a:pathLst>
            </a:custGeom>
            <a:solidFill>
              <a:schemeClr val="dk1"/>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0" name="Google Shape;778;p59"/>
            <p:cNvSpPr/>
            <p:nvPr/>
          </p:nvSpPr>
          <p:spPr>
            <a:xfrm>
              <a:off x="6981480" y="3696840"/>
              <a:ext cx="18360" cy="16560"/>
            </a:xfrm>
            <a:custGeom>
              <a:avLst/>
              <a:gdLst>
                <a:gd name="textAreaLeft" fmla="*/ 0 w 18360"/>
                <a:gd name="textAreaRight" fmla="*/ 18720 w 18360"/>
                <a:gd name="textAreaTop" fmla="*/ 0 h 16560"/>
                <a:gd name="textAreaBottom" fmla="*/ 16920 h 16560"/>
              </a:gdLst>
              <a:ahLst/>
              <a:cxnLst/>
              <a:rect l="textAreaLeft" t="textAreaTop" r="textAreaRight" b="textAreaBottom"/>
              <a:pathLst>
                <a:path w="1497" h="1348">
                  <a:moveTo>
                    <a:pt x="1347" y="1"/>
                  </a:moveTo>
                  <a:lnTo>
                    <a:pt x="898" y="150"/>
                  </a:lnTo>
                  <a:lnTo>
                    <a:pt x="599" y="450"/>
                  </a:lnTo>
                  <a:lnTo>
                    <a:pt x="0" y="1198"/>
                  </a:lnTo>
                  <a:lnTo>
                    <a:pt x="0" y="1348"/>
                  </a:lnTo>
                  <a:lnTo>
                    <a:pt x="150" y="1348"/>
                  </a:lnTo>
                  <a:lnTo>
                    <a:pt x="898" y="749"/>
                  </a:lnTo>
                  <a:lnTo>
                    <a:pt x="1198" y="450"/>
                  </a:lnTo>
                  <a:lnTo>
                    <a:pt x="1497" y="1"/>
                  </a:lnTo>
                  <a:close/>
                </a:path>
              </a:pathLst>
            </a:custGeom>
            <a:solidFill>
              <a:schemeClr val="dk1"/>
            </a:solidFill>
            <a:ln w="0">
              <a:noFill/>
            </a:ln>
          </p:spPr>
          <p:style>
            <a:lnRef idx="0"/>
            <a:fillRef idx="0"/>
            <a:effectRef idx="0"/>
            <a:fontRef idx="minor"/>
          </p:style>
          <p:txBody>
            <a:bodyPr tIns="8280" bIns="8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1" name="Google Shape;779;p59"/>
            <p:cNvSpPr/>
            <p:nvPr/>
          </p:nvSpPr>
          <p:spPr>
            <a:xfrm>
              <a:off x="6960600" y="3674520"/>
              <a:ext cx="14760" cy="16560"/>
            </a:xfrm>
            <a:custGeom>
              <a:avLst/>
              <a:gdLst>
                <a:gd name="textAreaLeft" fmla="*/ 0 w 14760"/>
                <a:gd name="textAreaRight" fmla="*/ 15120 w 14760"/>
                <a:gd name="textAreaTop" fmla="*/ 0 h 16560"/>
                <a:gd name="textAreaBottom" fmla="*/ 16920 h 16560"/>
              </a:gdLst>
              <a:ahLst/>
              <a:cxnLst/>
              <a:rect l="textAreaLeft" t="textAreaTop" r="textAreaRight" b="textAreaBottom"/>
              <a:pathLst>
                <a:path w="1199" h="1348">
                  <a:moveTo>
                    <a:pt x="1048" y="0"/>
                  </a:moveTo>
                  <a:lnTo>
                    <a:pt x="450" y="599"/>
                  </a:lnTo>
                  <a:lnTo>
                    <a:pt x="1" y="1198"/>
                  </a:lnTo>
                  <a:lnTo>
                    <a:pt x="1" y="1348"/>
                  </a:lnTo>
                  <a:lnTo>
                    <a:pt x="150" y="1348"/>
                  </a:lnTo>
                  <a:lnTo>
                    <a:pt x="749" y="749"/>
                  </a:lnTo>
                  <a:lnTo>
                    <a:pt x="1198" y="150"/>
                  </a:lnTo>
                  <a:lnTo>
                    <a:pt x="1198" y="0"/>
                  </a:lnTo>
                  <a:close/>
                </a:path>
              </a:pathLst>
            </a:custGeom>
            <a:solidFill>
              <a:schemeClr val="dk1"/>
            </a:solidFill>
            <a:ln w="0">
              <a:noFill/>
            </a:ln>
          </p:spPr>
          <p:style>
            <a:lnRef idx="0"/>
            <a:fillRef idx="0"/>
            <a:effectRef idx="0"/>
            <a:fontRef idx="minor"/>
          </p:style>
          <p:txBody>
            <a:bodyPr tIns="8280" bIns="8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2" name="Google Shape;780;p59"/>
            <p:cNvSpPr/>
            <p:nvPr/>
          </p:nvSpPr>
          <p:spPr>
            <a:xfrm>
              <a:off x="7806960" y="4456800"/>
              <a:ext cx="61560" cy="63360"/>
            </a:xfrm>
            <a:custGeom>
              <a:avLst/>
              <a:gdLst>
                <a:gd name="textAreaLeft" fmla="*/ 0 w 61560"/>
                <a:gd name="textAreaRight" fmla="*/ 61920 w 61560"/>
                <a:gd name="textAreaTop" fmla="*/ 0 h 63360"/>
                <a:gd name="textAreaBottom" fmla="*/ 63720 h 63360"/>
              </a:gdLst>
              <a:ahLst/>
              <a:cxnLst/>
              <a:rect l="textAreaLeft" t="textAreaTop" r="textAreaRight" b="textAreaBottom"/>
              <a:pathLst>
                <a:path w="4940" h="5090">
                  <a:moveTo>
                    <a:pt x="4940" y="0"/>
                  </a:moveTo>
                  <a:lnTo>
                    <a:pt x="3593" y="1198"/>
                  </a:lnTo>
                  <a:lnTo>
                    <a:pt x="2395" y="2395"/>
                  </a:lnTo>
                  <a:lnTo>
                    <a:pt x="1" y="4940"/>
                  </a:lnTo>
                  <a:lnTo>
                    <a:pt x="1" y="5090"/>
                  </a:lnTo>
                  <a:lnTo>
                    <a:pt x="150" y="5090"/>
                  </a:lnTo>
                  <a:lnTo>
                    <a:pt x="2695" y="2695"/>
                  </a:lnTo>
                  <a:lnTo>
                    <a:pt x="4940" y="150"/>
                  </a:lnTo>
                  <a:lnTo>
                    <a:pt x="4940" y="0"/>
                  </a:lnTo>
                  <a:close/>
                </a:path>
              </a:pathLst>
            </a:custGeom>
            <a:solidFill>
              <a:schemeClr val="dk1"/>
            </a:solidFill>
            <a:ln w="0">
              <a:noFill/>
            </a:ln>
          </p:spPr>
          <p:style>
            <a:lnRef idx="0"/>
            <a:fillRef idx="0"/>
            <a:effectRef idx="0"/>
            <a:fontRef idx="minor"/>
          </p:style>
          <p:txBody>
            <a:bodyPr tIns="31680" bIns="31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3" name="Google Shape;781;p59"/>
            <p:cNvSpPr/>
            <p:nvPr/>
          </p:nvSpPr>
          <p:spPr>
            <a:xfrm>
              <a:off x="7827840" y="4481280"/>
              <a:ext cx="63360" cy="63360"/>
            </a:xfrm>
            <a:custGeom>
              <a:avLst/>
              <a:gdLst>
                <a:gd name="textAreaLeft" fmla="*/ 0 w 63360"/>
                <a:gd name="textAreaRight" fmla="*/ 63720 w 63360"/>
                <a:gd name="textAreaTop" fmla="*/ 0 h 63360"/>
                <a:gd name="textAreaBottom" fmla="*/ 63720 h 63360"/>
              </a:gdLst>
              <a:ahLst/>
              <a:cxnLst/>
              <a:rect l="textAreaLeft" t="textAreaTop" r="textAreaRight" b="textAreaBottom"/>
              <a:pathLst>
                <a:path w="5090" h="5090">
                  <a:moveTo>
                    <a:pt x="4939" y="0"/>
                  </a:moveTo>
                  <a:lnTo>
                    <a:pt x="3742" y="1048"/>
                  </a:lnTo>
                  <a:lnTo>
                    <a:pt x="2545" y="2245"/>
                  </a:lnTo>
                  <a:lnTo>
                    <a:pt x="1197" y="3593"/>
                  </a:lnTo>
                  <a:lnTo>
                    <a:pt x="0" y="4940"/>
                  </a:lnTo>
                  <a:lnTo>
                    <a:pt x="0" y="5089"/>
                  </a:lnTo>
                  <a:lnTo>
                    <a:pt x="150" y="5089"/>
                  </a:lnTo>
                  <a:lnTo>
                    <a:pt x="2844" y="2545"/>
                  </a:lnTo>
                  <a:lnTo>
                    <a:pt x="4041" y="1497"/>
                  </a:lnTo>
                  <a:lnTo>
                    <a:pt x="4640" y="898"/>
                  </a:lnTo>
                  <a:lnTo>
                    <a:pt x="5089" y="150"/>
                  </a:lnTo>
                  <a:lnTo>
                    <a:pt x="4939" y="0"/>
                  </a:lnTo>
                  <a:close/>
                </a:path>
              </a:pathLst>
            </a:custGeom>
            <a:solidFill>
              <a:schemeClr val="dk1"/>
            </a:solidFill>
            <a:ln w="0">
              <a:noFill/>
            </a:ln>
          </p:spPr>
          <p:style>
            <a:lnRef idx="0"/>
            <a:fillRef idx="0"/>
            <a:effectRef idx="0"/>
            <a:fontRef idx="minor"/>
          </p:style>
          <p:txBody>
            <a:bodyPr tIns="31680" bIns="31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4" name="Google Shape;782;p59"/>
            <p:cNvSpPr/>
            <p:nvPr/>
          </p:nvSpPr>
          <p:spPr>
            <a:xfrm>
              <a:off x="7854120" y="4507560"/>
              <a:ext cx="54000" cy="54000"/>
            </a:xfrm>
            <a:custGeom>
              <a:avLst/>
              <a:gdLst>
                <a:gd name="textAreaLeft" fmla="*/ 0 w 54000"/>
                <a:gd name="textAreaRight" fmla="*/ 54360 w 54000"/>
                <a:gd name="textAreaTop" fmla="*/ 0 h 54000"/>
                <a:gd name="textAreaBottom" fmla="*/ 54360 h 54000"/>
              </a:gdLst>
              <a:ahLst/>
              <a:cxnLst/>
              <a:rect l="textAreaLeft" t="textAreaTop" r="textAreaRight" b="textAreaBottom"/>
              <a:pathLst>
                <a:path w="4342" h="4342">
                  <a:moveTo>
                    <a:pt x="4341" y="1"/>
                  </a:moveTo>
                  <a:lnTo>
                    <a:pt x="2096" y="2096"/>
                  </a:lnTo>
                  <a:lnTo>
                    <a:pt x="1" y="4192"/>
                  </a:lnTo>
                  <a:lnTo>
                    <a:pt x="1" y="4341"/>
                  </a:lnTo>
                  <a:lnTo>
                    <a:pt x="150" y="4341"/>
                  </a:lnTo>
                  <a:lnTo>
                    <a:pt x="2246" y="2396"/>
                  </a:lnTo>
                  <a:lnTo>
                    <a:pt x="4341" y="150"/>
                  </a:lnTo>
                  <a:lnTo>
                    <a:pt x="4341" y="1"/>
                  </a:lnTo>
                  <a:close/>
                </a:path>
              </a:pathLst>
            </a:custGeom>
            <a:solidFill>
              <a:schemeClr val="dk1"/>
            </a:solidFill>
            <a:ln w="0">
              <a:noFill/>
            </a:ln>
          </p:spPr>
          <p:style>
            <a:lnRef idx="0"/>
            <a:fillRef idx="0"/>
            <a:effectRef idx="0"/>
            <a:fontRef idx="minor"/>
          </p:style>
          <p:txBody>
            <a:bodyPr tIns="27000" bIns="27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5" name="Google Shape;783;p59"/>
            <p:cNvSpPr/>
            <p:nvPr/>
          </p:nvSpPr>
          <p:spPr>
            <a:xfrm>
              <a:off x="7861680" y="4533840"/>
              <a:ext cx="65160" cy="63360"/>
            </a:xfrm>
            <a:custGeom>
              <a:avLst/>
              <a:gdLst>
                <a:gd name="textAreaLeft" fmla="*/ 0 w 65160"/>
                <a:gd name="textAreaRight" fmla="*/ 65520 w 65160"/>
                <a:gd name="textAreaTop" fmla="*/ 0 h 63360"/>
                <a:gd name="textAreaBottom" fmla="*/ 63720 h 63360"/>
              </a:gdLst>
              <a:ahLst/>
              <a:cxnLst/>
              <a:rect l="textAreaLeft" t="textAreaTop" r="textAreaRight" b="textAreaBottom"/>
              <a:pathLst>
                <a:path w="5240" h="5090">
                  <a:moveTo>
                    <a:pt x="5089" y="0"/>
                  </a:moveTo>
                  <a:lnTo>
                    <a:pt x="3742" y="1198"/>
                  </a:lnTo>
                  <a:lnTo>
                    <a:pt x="2395" y="2395"/>
                  </a:lnTo>
                  <a:lnTo>
                    <a:pt x="1198" y="3593"/>
                  </a:lnTo>
                  <a:lnTo>
                    <a:pt x="0" y="4940"/>
                  </a:lnTo>
                  <a:lnTo>
                    <a:pt x="0" y="5089"/>
                  </a:lnTo>
                  <a:lnTo>
                    <a:pt x="150" y="5089"/>
                  </a:lnTo>
                  <a:lnTo>
                    <a:pt x="1497" y="3892"/>
                  </a:lnTo>
                  <a:lnTo>
                    <a:pt x="2694" y="2694"/>
                  </a:lnTo>
                  <a:lnTo>
                    <a:pt x="4042" y="1347"/>
                  </a:lnTo>
                  <a:lnTo>
                    <a:pt x="5239" y="0"/>
                  </a:lnTo>
                  <a:close/>
                </a:path>
              </a:pathLst>
            </a:custGeom>
            <a:solidFill>
              <a:schemeClr val="dk1"/>
            </a:solidFill>
            <a:ln w="0">
              <a:noFill/>
            </a:ln>
          </p:spPr>
          <p:style>
            <a:lnRef idx="0"/>
            <a:fillRef idx="0"/>
            <a:effectRef idx="0"/>
            <a:fontRef idx="minor"/>
          </p:style>
          <p:txBody>
            <a:bodyPr tIns="31680" bIns="31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6" name="Google Shape;784;p59"/>
            <p:cNvSpPr/>
            <p:nvPr/>
          </p:nvSpPr>
          <p:spPr>
            <a:xfrm>
              <a:off x="7893360" y="4558320"/>
              <a:ext cx="52200" cy="50400"/>
            </a:xfrm>
            <a:custGeom>
              <a:avLst/>
              <a:gdLst>
                <a:gd name="textAreaLeft" fmla="*/ 0 w 52200"/>
                <a:gd name="textAreaRight" fmla="*/ 52560 w 52200"/>
                <a:gd name="textAreaTop" fmla="*/ 0 h 50400"/>
                <a:gd name="textAreaBottom" fmla="*/ 50760 h 50400"/>
              </a:gdLst>
              <a:ahLst/>
              <a:cxnLst/>
              <a:rect l="textAreaLeft" t="textAreaTop" r="textAreaRight" b="textAreaBottom"/>
              <a:pathLst>
                <a:path w="4192" h="4042">
                  <a:moveTo>
                    <a:pt x="4042" y="0"/>
                  </a:moveTo>
                  <a:lnTo>
                    <a:pt x="2994" y="898"/>
                  </a:lnTo>
                  <a:lnTo>
                    <a:pt x="1947" y="1796"/>
                  </a:lnTo>
                  <a:lnTo>
                    <a:pt x="1" y="3892"/>
                  </a:lnTo>
                  <a:lnTo>
                    <a:pt x="1" y="4041"/>
                  </a:lnTo>
                  <a:lnTo>
                    <a:pt x="150" y="4041"/>
                  </a:lnTo>
                  <a:lnTo>
                    <a:pt x="2246" y="2096"/>
                  </a:lnTo>
                  <a:lnTo>
                    <a:pt x="3294" y="1048"/>
                  </a:lnTo>
                  <a:lnTo>
                    <a:pt x="4192" y="0"/>
                  </a:lnTo>
                  <a:close/>
                </a:path>
              </a:pathLst>
            </a:custGeom>
            <a:solidFill>
              <a:schemeClr val="dk1"/>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7" name="Google Shape;785;p59"/>
            <p:cNvSpPr/>
            <p:nvPr/>
          </p:nvSpPr>
          <p:spPr>
            <a:xfrm>
              <a:off x="7940160" y="460692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3444" h="3444">
                  <a:moveTo>
                    <a:pt x="3294" y="1"/>
                  </a:moveTo>
                  <a:lnTo>
                    <a:pt x="1498" y="1498"/>
                  </a:lnTo>
                  <a:lnTo>
                    <a:pt x="1" y="3294"/>
                  </a:lnTo>
                  <a:lnTo>
                    <a:pt x="1" y="3443"/>
                  </a:lnTo>
                  <a:lnTo>
                    <a:pt x="150" y="3443"/>
                  </a:lnTo>
                  <a:lnTo>
                    <a:pt x="1049" y="2695"/>
                  </a:lnTo>
                  <a:lnTo>
                    <a:pt x="1947" y="1947"/>
                  </a:lnTo>
                  <a:lnTo>
                    <a:pt x="3443" y="1"/>
                  </a:lnTo>
                  <a:close/>
                </a:path>
              </a:pathLst>
            </a:custGeom>
            <a:solidFill>
              <a:schemeClr val="dk1"/>
            </a:solidFill>
            <a:ln w="0">
              <a:noFill/>
            </a:ln>
          </p:spPr>
          <p:style>
            <a:lnRef idx="0"/>
            <a:fillRef idx="0"/>
            <a:effectRef idx="0"/>
            <a:fontRef idx="minor"/>
          </p:style>
          <p:txBody>
            <a:bodyPr tIns="21600" bIns="216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8" name="Google Shape;786;p59"/>
            <p:cNvSpPr/>
            <p:nvPr/>
          </p:nvSpPr>
          <p:spPr>
            <a:xfrm>
              <a:off x="7919640" y="4582800"/>
              <a:ext cx="44640" cy="44640"/>
            </a:xfrm>
            <a:custGeom>
              <a:avLst/>
              <a:gdLst>
                <a:gd name="textAreaLeft" fmla="*/ 0 w 44640"/>
                <a:gd name="textAreaRight" fmla="*/ 45000 w 44640"/>
                <a:gd name="textAreaTop" fmla="*/ 0 h 44640"/>
                <a:gd name="textAreaBottom" fmla="*/ 45000 h 44640"/>
              </a:gdLst>
              <a:ahLst/>
              <a:cxnLst/>
              <a:rect l="textAreaLeft" t="textAreaTop" r="textAreaRight" b="textAreaBottom"/>
              <a:pathLst>
                <a:path w="3593" h="3594">
                  <a:moveTo>
                    <a:pt x="3443" y="1"/>
                  </a:moveTo>
                  <a:lnTo>
                    <a:pt x="1647" y="1647"/>
                  </a:lnTo>
                  <a:lnTo>
                    <a:pt x="0" y="3444"/>
                  </a:lnTo>
                  <a:lnTo>
                    <a:pt x="0" y="3593"/>
                  </a:lnTo>
                  <a:lnTo>
                    <a:pt x="150" y="3593"/>
                  </a:lnTo>
                  <a:lnTo>
                    <a:pt x="1946" y="1947"/>
                  </a:lnTo>
                  <a:lnTo>
                    <a:pt x="3593" y="151"/>
                  </a:lnTo>
                  <a:lnTo>
                    <a:pt x="3593" y="1"/>
                  </a:lnTo>
                  <a:close/>
                </a:path>
              </a:pathLst>
            </a:custGeom>
            <a:solidFill>
              <a:schemeClr val="dk1"/>
            </a:solidFill>
            <a:ln w="0">
              <a:noFill/>
            </a:ln>
          </p:spPr>
          <p:style>
            <a:lnRef idx="0"/>
            <a:fillRef idx="0"/>
            <a:effectRef idx="0"/>
            <a:fontRef idx="minor"/>
          </p:style>
          <p:txBody>
            <a:bodyPr tIns="22320" bIns="22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9" name="Google Shape;787;p59"/>
            <p:cNvSpPr/>
            <p:nvPr/>
          </p:nvSpPr>
          <p:spPr>
            <a:xfrm>
              <a:off x="7962840" y="4631400"/>
              <a:ext cx="39240" cy="38880"/>
            </a:xfrm>
            <a:custGeom>
              <a:avLst/>
              <a:gdLst>
                <a:gd name="textAreaLeft" fmla="*/ 0 w 39240"/>
                <a:gd name="textAreaRight" fmla="*/ 39600 w 39240"/>
                <a:gd name="textAreaTop" fmla="*/ 0 h 38880"/>
                <a:gd name="textAreaBottom" fmla="*/ 39240 h 38880"/>
              </a:gdLst>
              <a:ahLst/>
              <a:cxnLst/>
              <a:rect l="textAreaLeft" t="textAreaTop" r="textAreaRight" b="textAreaBottom"/>
              <a:pathLst>
                <a:path w="3145" h="3144">
                  <a:moveTo>
                    <a:pt x="3144" y="1"/>
                  </a:moveTo>
                  <a:lnTo>
                    <a:pt x="1498" y="1497"/>
                  </a:lnTo>
                  <a:lnTo>
                    <a:pt x="749" y="2246"/>
                  </a:lnTo>
                  <a:lnTo>
                    <a:pt x="1" y="2994"/>
                  </a:lnTo>
                  <a:lnTo>
                    <a:pt x="1" y="3144"/>
                  </a:lnTo>
                  <a:lnTo>
                    <a:pt x="151" y="3144"/>
                  </a:lnTo>
                  <a:lnTo>
                    <a:pt x="450" y="2994"/>
                  </a:lnTo>
                  <a:lnTo>
                    <a:pt x="1947" y="1647"/>
                  </a:lnTo>
                  <a:lnTo>
                    <a:pt x="3144" y="150"/>
                  </a:lnTo>
                  <a:lnTo>
                    <a:pt x="3144" y="1"/>
                  </a:lnTo>
                  <a:close/>
                </a:path>
              </a:pathLst>
            </a:custGeom>
            <a:solidFill>
              <a:schemeClr val="dk1"/>
            </a:solidFill>
            <a:ln w="0">
              <a:noFill/>
            </a:ln>
          </p:spPr>
          <p:style>
            <a:lnRef idx="0"/>
            <a:fillRef idx="0"/>
            <a:effectRef idx="0"/>
            <a:fontRef idx="minor"/>
          </p:style>
          <p:txBody>
            <a:bodyPr tIns="19440" bIns="19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0" name="Google Shape;788;p59"/>
            <p:cNvSpPr/>
            <p:nvPr/>
          </p:nvSpPr>
          <p:spPr>
            <a:xfrm>
              <a:off x="7985520" y="4655880"/>
              <a:ext cx="35280" cy="37080"/>
            </a:xfrm>
            <a:custGeom>
              <a:avLst/>
              <a:gdLst>
                <a:gd name="textAreaLeft" fmla="*/ 0 w 35280"/>
                <a:gd name="textAreaRight" fmla="*/ 35640 w 35280"/>
                <a:gd name="textAreaTop" fmla="*/ 0 h 37080"/>
                <a:gd name="textAreaBottom" fmla="*/ 37440 h 37080"/>
              </a:gdLst>
              <a:ahLst/>
              <a:cxnLst/>
              <a:rect l="textAreaLeft" t="textAreaTop" r="textAreaRight" b="textAreaBottom"/>
              <a:pathLst>
                <a:path w="2844" h="2994">
                  <a:moveTo>
                    <a:pt x="2694" y="0"/>
                  </a:moveTo>
                  <a:lnTo>
                    <a:pt x="1197" y="1347"/>
                  </a:lnTo>
                  <a:lnTo>
                    <a:pt x="0" y="2695"/>
                  </a:lnTo>
                  <a:lnTo>
                    <a:pt x="0" y="2994"/>
                  </a:lnTo>
                  <a:lnTo>
                    <a:pt x="150" y="2994"/>
                  </a:lnTo>
                  <a:lnTo>
                    <a:pt x="1647" y="1647"/>
                  </a:lnTo>
                  <a:lnTo>
                    <a:pt x="2844" y="150"/>
                  </a:lnTo>
                  <a:lnTo>
                    <a:pt x="2694" y="0"/>
                  </a:lnTo>
                  <a:close/>
                </a:path>
              </a:pathLst>
            </a:custGeom>
            <a:solidFill>
              <a:schemeClr val="dk1"/>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1" name="Google Shape;789;p59"/>
            <p:cNvSpPr/>
            <p:nvPr/>
          </p:nvSpPr>
          <p:spPr>
            <a:xfrm>
              <a:off x="8002080" y="4682160"/>
              <a:ext cx="37080" cy="37080"/>
            </a:xfrm>
            <a:custGeom>
              <a:avLst/>
              <a:gdLst>
                <a:gd name="textAreaLeft" fmla="*/ 0 w 37080"/>
                <a:gd name="textAreaRight" fmla="*/ 37440 w 37080"/>
                <a:gd name="textAreaTop" fmla="*/ 0 h 37080"/>
                <a:gd name="textAreaBottom" fmla="*/ 37440 h 37080"/>
              </a:gdLst>
              <a:ahLst/>
              <a:cxnLst/>
              <a:rect l="textAreaLeft" t="textAreaTop" r="textAreaRight" b="textAreaBottom"/>
              <a:pathLst>
                <a:path w="2994" h="2995">
                  <a:moveTo>
                    <a:pt x="2844" y="1"/>
                  </a:moveTo>
                  <a:lnTo>
                    <a:pt x="1347" y="1348"/>
                  </a:lnTo>
                  <a:lnTo>
                    <a:pt x="599" y="2096"/>
                  </a:lnTo>
                  <a:lnTo>
                    <a:pt x="0" y="2845"/>
                  </a:lnTo>
                  <a:lnTo>
                    <a:pt x="0" y="2994"/>
                  </a:lnTo>
                  <a:lnTo>
                    <a:pt x="150" y="2994"/>
                  </a:lnTo>
                  <a:lnTo>
                    <a:pt x="898" y="2396"/>
                  </a:lnTo>
                  <a:lnTo>
                    <a:pt x="1647" y="1647"/>
                  </a:lnTo>
                  <a:lnTo>
                    <a:pt x="2994" y="1"/>
                  </a:lnTo>
                  <a:close/>
                </a:path>
              </a:pathLst>
            </a:custGeom>
            <a:solidFill>
              <a:schemeClr val="dk1"/>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2" name="Google Shape;790;p59"/>
            <p:cNvSpPr/>
            <p:nvPr/>
          </p:nvSpPr>
          <p:spPr>
            <a:xfrm>
              <a:off x="8022960" y="4706640"/>
              <a:ext cx="35280" cy="35280"/>
            </a:xfrm>
            <a:custGeom>
              <a:avLst/>
              <a:gdLst>
                <a:gd name="textAreaLeft" fmla="*/ 0 w 35280"/>
                <a:gd name="textAreaRight" fmla="*/ 35640 w 35280"/>
                <a:gd name="textAreaTop" fmla="*/ 0 h 35280"/>
                <a:gd name="textAreaBottom" fmla="*/ 35640 h 35280"/>
              </a:gdLst>
              <a:ahLst/>
              <a:cxnLst/>
              <a:rect l="textAreaLeft" t="textAreaTop" r="textAreaRight" b="textAreaBottom"/>
              <a:pathLst>
                <a:path w="2845" h="2845">
                  <a:moveTo>
                    <a:pt x="2695" y="1"/>
                  </a:moveTo>
                  <a:lnTo>
                    <a:pt x="1348" y="1348"/>
                  </a:lnTo>
                  <a:lnTo>
                    <a:pt x="599" y="1947"/>
                  </a:lnTo>
                  <a:lnTo>
                    <a:pt x="1" y="2845"/>
                  </a:lnTo>
                  <a:lnTo>
                    <a:pt x="150" y="2845"/>
                  </a:lnTo>
                  <a:lnTo>
                    <a:pt x="899" y="2246"/>
                  </a:lnTo>
                  <a:lnTo>
                    <a:pt x="1497" y="1647"/>
                  </a:lnTo>
                  <a:lnTo>
                    <a:pt x="2845" y="150"/>
                  </a:lnTo>
                  <a:lnTo>
                    <a:pt x="2845" y="1"/>
                  </a:lnTo>
                  <a:close/>
                </a:path>
              </a:pathLst>
            </a:custGeom>
            <a:solidFill>
              <a:schemeClr val="dk1"/>
            </a:solidFill>
            <a:ln w="0">
              <a:noFill/>
            </a:ln>
          </p:spPr>
          <p:style>
            <a:lnRef idx="0"/>
            <a:fillRef idx="0"/>
            <a:effectRef idx="0"/>
            <a:fontRef idx="minor"/>
          </p:style>
          <p:txBody>
            <a:bodyPr tIns="17640" bIns="17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3" name="Google Shape;791;p59"/>
            <p:cNvSpPr/>
            <p:nvPr/>
          </p:nvSpPr>
          <p:spPr>
            <a:xfrm>
              <a:off x="8043480" y="4728960"/>
              <a:ext cx="37080" cy="35280"/>
            </a:xfrm>
            <a:custGeom>
              <a:avLst/>
              <a:gdLst>
                <a:gd name="textAreaLeft" fmla="*/ 0 w 37080"/>
                <a:gd name="textAreaRight" fmla="*/ 37440 w 37080"/>
                <a:gd name="textAreaTop" fmla="*/ 0 h 35280"/>
                <a:gd name="textAreaBottom" fmla="*/ 35640 h 35280"/>
              </a:gdLst>
              <a:ahLst/>
              <a:cxnLst/>
              <a:rect l="textAreaLeft" t="textAreaTop" r="textAreaRight" b="textAreaBottom"/>
              <a:pathLst>
                <a:path w="2994" h="2845">
                  <a:moveTo>
                    <a:pt x="2844" y="1"/>
                  </a:moveTo>
                  <a:lnTo>
                    <a:pt x="1347" y="1348"/>
                  </a:lnTo>
                  <a:lnTo>
                    <a:pt x="599" y="1947"/>
                  </a:lnTo>
                  <a:lnTo>
                    <a:pt x="0" y="2695"/>
                  </a:lnTo>
                  <a:lnTo>
                    <a:pt x="150" y="2845"/>
                  </a:lnTo>
                  <a:lnTo>
                    <a:pt x="898" y="2396"/>
                  </a:lnTo>
                  <a:lnTo>
                    <a:pt x="1647" y="1647"/>
                  </a:lnTo>
                  <a:lnTo>
                    <a:pt x="2994" y="151"/>
                  </a:lnTo>
                  <a:lnTo>
                    <a:pt x="2844" y="1"/>
                  </a:lnTo>
                  <a:close/>
                </a:path>
              </a:pathLst>
            </a:custGeom>
            <a:solidFill>
              <a:schemeClr val="dk1"/>
            </a:solidFill>
            <a:ln w="0">
              <a:noFill/>
            </a:ln>
          </p:spPr>
          <p:style>
            <a:lnRef idx="0"/>
            <a:fillRef idx="0"/>
            <a:effectRef idx="0"/>
            <a:fontRef idx="minor"/>
          </p:style>
          <p:txBody>
            <a:bodyPr tIns="17640" bIns="17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4" name="Google Shape;792;p59"/>
            <p:cNvSpPr/>
            <p:nvPr/>
          </p:nvSpPr>
          <p:spPr>
            <a:xfrm>
              <a:off x="8062200" y="4757040"/>
              <a:ext cx="35280" cy="33480"/>
            </a:xfrm>
            <a:custGeom>
              <a:avLst/>
              <a:gdLst>
                <a:gd name="textAreaLeft" fmla="*/ 0 w 35280"/>
                <a:gd name="textAreaRight" fmla="*/ 35640 w 35280"/>
                <a:gd name="textAreaTop" fmla="*/ 0 h 33480"/>
                <a:gd name="textAreaBottom" fmla="*/ 33840 h 33480"/>
              </a:gdLst>
              <a:ahLst/>
              <a:cxnLst/>
              <a:rect l="textAreaLeft" t="textAreaTop" r="textAreaRight" b="textAreaBottom"/>
              <a:pathLst>
                <a:path w="2845" h="2695">
                  <a:moveTo>
                    <a:pt x="2695" y="0"/>
                  </a:moveTo>
                  <a:lnTo>
                    <a:pt x="1198" y="1197"/>
                  </a:lnTo>
                  <a:lnTo>
                    <a:pt x="600" y="1946"/>
                  </a:lnTo>
                  <a:lnTo>
                    <a:pt x="1" y="2545"/>
                  </a:lnTo>
                  <a:lnTo>
                    <a:pt x="1" y="2694"/>
                  </a:lnTo>
                  <a:lnTo>
                    <a:pt x="151" y="2694"/>
                  </a:lnTo>
                  <a:lnTo>
                    <a:pt x="749" y="2245"/>
                  </a:lnTo>
                  <a:lnTo>
                    <a:pt x="1498" y="1497"/>
                  </a:lnTo>
                  <a:lnTo>
                    <a:pt x="2845" y="0"/>
                  </a:lnTo>
                  <a:close/>
                </a:path>
              </a:pathLst>
            </a:custGeom>
            <a:solidFill>
              <a:schemeClr val="dk1"/>
            </a:solidFill>
            <a:ln w="0">
              <a:noFill/>
            </a:ln>
          </p:spPr>
          <p:style>
            <a:lnRef idx="0"/>
            <a:fillRef idx="0"/>
            <a:effectRef idx="0"/>
            <a:fontRef idx="minor"/>
          </p:style>
          <p:txBody>
            <a:bodyPr tIns="16920" bIns="16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5" name="Google Shape;793;p59"/>
            <p:cNvSpPr/>
            <p:nvPr/>
          </p:nvSpPr>
          <p:spPr>
            <a:xfrm>
              <a:off x="8088480" y="4779720"/>
              <a:ext cx="27720" cy="29520"/>
            </a:xfrm>
            <a:custGeom>
              <a:avLst/>
              <a:gdLst>
                <a:gd name="textAreaLeft" fmla="*/ 0 w 27720"/>
                <a:gd name="textAreaRight" fmla="*/ 28080 w 27720"/>
                <a:gd name="textAreaTop" fmla="*/ 0 h 29520"/>
                <a:gd name="textAreaBottom" fmla="*/ 29880 h 29520"/>
              </a:gdLst>
              <a:ahLst/>
              <a:cxnLst/>
              <a:rect l="textAreaLeft" t="textAreaTop" r="textAreaRight" b="textAreaBottom"/>
              <a:pathLst>
                <a:path w="2246" h="2395">
                  <a:moveTo>
                    <a:pt x="2096" y="0"/>
                  </a:moveTo>
                  <a:lnTo>
                    <a:pt x="898" y="1048"/>
                  </a:lnTo>
                  <a:lnTo>
                    <a:pt x="449" y="1647"/>
                  </a:lnTo>
                  <a:lnTo>
                    <a:pt x="0" y="2245"/>
                  </a:lnTo>
                  <a:lnTo>
                    <a:pt x="0" y="2395"/>
                  </a:lnTo>
                  <a:lnTo>
                    <a:pt x="749" y="1946"/>
                  </a:lnTo>
                  <a:lnTo>
                    <a:pt x="1198" y="1347"/>
                  </a:lnTo>
                  <a:lnTo>
                    <a:pt x="2246" y="150"/>
                  </a:lnTo>
                  <a:lnTo>
                    <a:pt x="2246" y="0"/>
                  </a:lnTo>
                  <a:close/>
                </a:path>
              </a:pathLst>
            </a:custGeom>
            <a:solidFill>
              <a:schemeClr val="dk1"/>
            </a:solidFill>
            <a:ln w="0">
              <a:noFill/>
            </a:ln>
          </p:spPr>
          <p:style>
            <a:lnRef idx="0"/>
            <a:fillRef idx="0"/>
            <a:effectRef idx="0"/>
            <a:fontRef idx="minor"/>
          </p:style>
          <p:txBody>
            <a:bodyPr tIns="14760" bIns="14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6" name="Google Shape;794;p59"/>
            <p:cNvSpPr/>
            <p:nvPr/>
          </p:nvSpPr>
          <p:spPr>
            <a:xfrm>
              <a:off x="8114760" y="4806000"/>
              <a:ext cx="20160" cy="20160"/>
            </a:xfrm>
            <a:custGeom>
              <a:avLst/>
              <a:gdLst>
                <a:gd name="textAreaLeft" fmla="*/ 0 w 20160"/>
                <a:gd name="textAreaRight" fmla="*/ 20520 w 20160"/>
                <a:gd name="textAreaTop" fmla="*/ 0 h 20160"/>
                <a:gd name="textAreaBottom" fmla="*/ 20520 h 20160"/>
              </a:gdLst>
              <a:ahLst/>
              <a:cxnLst/>
              <a:rect l="textAreaLeft" t="textAreaTop" r="textAreaRight" b="textAreaBottom"/>
              <a:pathLst>
                <a:path w="1648" h="1648">
                  <a:moveTo>
                    <a:pt x="1498" y="1"/>
                  </a:moveTo>
                  <a:lnTo>
                    <a:pt x="749" y="599"/>
                  </a:lnTo>
                  <a:lnTo>
                    <a:pt x="1" y="1497"/>
                  </a:lnTo>
                  <a:lnTo>
                    <a:pt x="1" y="1647"/>
                  </a:lnTo>
                  <a:lnTo>
                    <a:pt x="151" y="1647"/>
                  </a:lnTo>
                  <a:lnTo>
                    <a:pt x="899" y="899"/>
                  </a:lnTo>
                  <a:lnTo>
                    <a:pt x="1647" y="1"/>
                  </a:lnTo>
                  <a:close/>
                </a:path>
              </a:pathLst>
            </a:custGeom>
            <a:solidFill>
              <a:schemeClr val="dk1"/>
            </a:solidFill>
            <a:ln w="0">
              <a:noFill/>
            </a:ln>
          </p:spPr>
          <p:style>
            <a:lnRef idx="0"/>
            <a:fillRef idx="0"/>
            <a:effectRef idx="0"/>
            <a:fontRef idx="minor"/>
          </p:style>
          <p:txBody>
            <a:bodyPr tIns="10080" bIns="100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7" name="Google Shape;795;p59"/>
            <p:cNvSpPr/>
            <p:nvPr/>
          </p:nvSpPr>
          <p:spPr>
            <a:xfrm>
              <a:off x="8137440" y="4828680"/>
              <a:ext cx="18360" cy="18360"/>
            </a:xfrm>
            <a:custGeom>
              <a:avLst/>
              <a:gdLst>
                <a:gd name="textAreaLeft" fmla="*/ 0 w 18360"/>
                <a:gd name="textAreaRight" fmla="*/ 18720 w 18360"/>
                <a:gd name="textAreaTop" fmla="*/ 0 h 18360"/>
                <a:gd name="textAreaBottom" fmla="*/ 18720 h 18360"/>
              </a:gdLst>
              <a:ahLst/>
              <a:cxnLst/>
              <a:rect l="textAreaLeft" t="textAreaTop" r="textAreaRight" b="textAreaBottom"/>
              <a:pathLst>
                <a:path w="1498" h="1498">
                  <a:moveTo>
                    <a:pt x="1348" y="1"/>
                  </a:moveTo>
                  <a:lnTo>
                    <a:pt x="600" y="600"/>
                  </a:lnTo>
                  <a:lnTo>
                    <a:pt x="1" y="1348"/>
                  </a:lnTo>
                  <a:lnTo>
                    <a:pt x="151" y="1348"/>
                  </a:lnTo>
                  <a:lnTo>
                    <a:pt x="300" y="1498"/>
                  </a:lnTo>
                  <a:lnTo>
                    <a:pt x="899" y="899"/>
                  </a:lnTo>
                  <a:lnTo>
                    <a:pt x="1498" y="150"/>
                  </a:lnTo>
                  <a:lnTo>
                    <a:pt x="1498" y="1"/>
                  </a:lnTo>
                  <a:close/>
                </a:path>
              </a:pathLst>
            </a:custGeom>
            <a:solidFill>
              <a:schemeClr val="dk1"/>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8" name="Google Shape;796;p59"/>
            <p:cNvSpPr/>
            <p:nvPr/>
          </p:nvSpPr>
          <p:spPr>
            <a:xfrm>
              <a:off x="8156160" y="4854960"/>
              <a:ext cx="18360" cy="16560"/>
            </a:xfrm>
            <a:custGeom>
              <a:avLst/>
              <a:gdLst>
                <a:gd name="textAreaLeft" fmla="*/ 0 w 18360"/>
                <a:gd name="textAreaRight" fmla="*/ 18720 w 18360"/>
                <a:gd name="textAreaTop" fmla="*/ 0 h 16560"/>
                <a:gd name="textAreaBottom" fmla="*/ 16920 h 16560"/>
              </a:gdLst>
              <a:ahLst/>
              <a:cxnLst/>
              <a:rect l="textAreaLeft" t="textAreaTop" r="textAreaRight" b="textAreaBottom"/>
              <a:pathLst>
                <a:path w="1498" h="1348">
                  <a:moveTo>
                    <a:pt x="1348" y="0"/>
                  </a:moveTo>
                  <a:lnTo>
                    <a:pt x="599" y="599"/>
                  </a:lnTo>
                  <a:lnTo>
                    <a:pt x="300" y="898"/>
                  </a:lnTo>
                  <a:lnTo>
                    <a:pt x="1" y="1198"/>
                  </a:lnTo>
                  <a:lnTo>
                    <a:pt x="1" y="1347"/>
                  </a:lnTo>
                  <a:lnTo>
                    <a:pt x="150" y="1347"/>
                  </a:lnTo>
                  <a:lnTo>
                    <a:pt x="599" y="1198"/>
                  </a:lnTo>
                  <a:lnTo>
                    <a:pt x="899" y="749"/>
                  </a:lnTo>
                  <a:lnTo>
                    <a:pt x="1498" y="150"/>
                  </a:lnTo>
                  <a:lnTo>
                    <a:pt x="1348" y="0"/>
                  </a:lnTo>
                  <a:close/>
                </a:path>
              </a:pathLst>
            </a:custGeom>
            <a:solidFill>
              <a:schemeClr val="dk1"/>
            </a:solidFill>
            <a:ln w="0">
              <a:noFill/>
            </a:ln>
          </p:spPr>
          <p:style>
            <a:lnRef idx="0"/>
            <a:fillRef idx="0"/>
            <a:effectRef idx="0"/>
            <a:fontRef idx="minor"/>
          </p:style>
          <p:txBody>
            <a:bodyPr tIns="8280" bIns="8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9" name="Google Shape;797;p59"/>
            <p:cNvSpPr/>
            <p:nvPr/>
          </p:nvSpPr>
          <p:spPr>
            <a:xfrm>
              <a:off x="8178480" y="4877280"/>
              <a:ext cx="16560" cy="14760"/>
            </a:xfrm>
            <a:custGeom>
              <a:avLst/>
              <a:gdLst>
                <a:gd name="textAreaLeft" fmla="*/ 0 w 16560"/>
                <a:gd name="textAreaRight" fmla="*/ 16920 w 16560"/>
                <a:gd name="textAreaTop" fmla="*/ 0 h 14760"/>
                <a:gd name="textAreaBottom" fmla="*/ 15120 h 14760"/>
              </a:gdLst>
              <a:ahLst/>
              <a:cxnLst/>
              <a:rect l="textAreaLeft" t="textAreaTop" r="textAreaRight" b="textAreaBottom"/>
              <a:pathLst>
                <a:path w="1349" h="1198">
                  <a:moveTo>
                    <a:pt x="1198" y="0"/>
                  </a:moveTo>
                  <a:lnTo>
                    <a:pt x="600" y="599"/>
                  </a:lnTo>
                  <a:lnTo>
                    <a:pt x="1" y="1048"/>
                  </a:lnTo>
                  <a:lnTo>
                    <a:pt x="1" y="1198"/>
                  </a:lnTo>
                  <a:lnTo>
                    <a:pt x="151" y="1198"/>
                  </a:lnTo>
                  <a:lnTo>
                    <a:pt x="749" y="749"/>
                  </a:lnTo>
                  <a:lnTo>
                    <a:pt x="1348" y="150"/>
                  </a:lnTo>
                  <a:lnTo>
                    <a:pt x="1198" y="0"/>
                  </a:lnTo>
                  <a:close/>
                </a:path>
              </a:pathLst>
            </a:custGeom>
            <a:solidFill>
              <a:schemeClr val="dk1"/>
            </a:solidFill>
            <a:ln w="0">
              <a:noFill/>
            </a:ln>
          </p:spPr>
          <p:style>
            <a:lnRef idx="0"/>
            <a:fillRef idx="0"/>
            <a:effectRef idx="0"/>
            <a:fontRef idx="minor"/>
          </p:style>
          <p:txBody>
            <a:bodyPr tIns="7560" bIns="7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0" name="Google Shape;798;p59"/>
            <p:cNvSpPr/>
            <p:nvPr/>
          </p:nvSpPr>
          <p:spPr>
            <a:xfrm>
              <a:off x="7343640" y="4520880"/>
              <a:ext cx="63360" cy="61560"/>
            </a:xfrm>
            <a:custGeom>
              <a:avLst/>
              <a:gdLst>
                <a:gd name="textAreaLeft" fmla="*/ 0 w 63360"/>
                <a:gd name="textAreaRight" fmla="*/ 63720 w 63360"/>
                <a:gd name="textAreaTop" fmla="*/ 0 h 61560"/>
                <a:gd name="textAreaBottom" fmla="*/ 61920 h 61560"/>
              </a:gdLst>
              <a:ahLst/>
              <a:cxnLst/>
              <a:rect l="textAreaLeft" t="textAreaTop" r="textAreaRight" b="textAreaBottom"/>
              <a:pathLst>
                <a:path w="5090" h="4940">
                  <a:moveTo>
                    <a:pt x="0" y="1"/>
                  </a:moveTo>
                  <a:lnTo>
                    <a:pt x="0" y="150"/>
                  </a:lnTo>
                  <a:lnTo>
                    <a:pt x="2395" y="2695"/>
                  </a:lnTo>
                  <a:lnTo>
                    <a:pt x="4939" y="4940"/>
                  </a:lnTo>
                  <a:lnTo>
                    <a:pt x="5089" y="4940"/>
                  </a:lnTo>
                  <a:lnTo>
                    <a:pt x="3892" y="3593"/>
                  </a:lnTo>
                  <a:lnTo>
                    <a:pt x="2694" y="2395"/>
                  </a:lnTo>
                  <a:lnTo>
                    <a:pt x="150" y="1"/>
                  </a:lnTo>
                  <a:close/>
                </a:path>
              </a:pathLst>
            </a:custGeom>
            <a:solidFill>
              <a:schemeClr val="dk1"/>
            </a:solidFill>
            <a:ln w="0">
              <a:noFill/>
            </a:ln>
          </p:spPr>
          <p:style>
            <a:lnRef idx="0"/>
            <a:fillRef idx="0"/>
            <a:effectRef idx="0"/>
            <a:fontRef idx="minor"/>
          </p:style>
          <p:txBody>
            <a:bodyPr tIns="30960" bIns="30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1" name="Google Shape;799;p59"/>
            <p:cNvSpPr/>
            <p:nvPr/>
          </p:nvSpPr>
          <p:spPr>
            <a:xfrm>
              <a:off x="7319160" y="4541400"/>
              <a:ext cx="61560" cy="63360"/>
            </a:xfrm>
            <a:custGeom>
              <a:avLst/>
              <a:gdLst>
                <a:gd name="textAreaLeft" fmla="*/ 0 w 61560"/>
                <a:gd name="textAreaRight" fmla="*/ 61920 w 61560"/>
                <a:gd name="textAreaTop" fmla="*/ 0 h 63360"/>
                <a:gd name="textAreaBottom" fmla="*/ 63720 h 63360"/>
              </a:gdLst>
              <a:ahLst/>
              <a:cxnLst/>
              <a:rect l="textAreaLeft" t="textAreaTop" r="textAreaRight" b="textAreaBottom"/>
              <a:pathLst>
                <a:path w="4940" h="5091">
                  <a:moveTo>
                    <a:pt x="0" y="1"/>
                  </a:moveTo>
                  <a:lnTo>
                    <a:pt x="0" y="151"/>
                  </a:lnTo>
                  <a:lnTo>
                    <a:pt x="2545" y="2845"/>
                  </a:lnTo>
                  <a:lnTo>
                    <a:pt x="3593" y="4042"/>
                  </a:lnTo>
                  <a:lnTo>
                    <a:pt x="4191" y="4641"/>
                  </a:lnTo>
                  <a:lnTo>
                    <a:pt x="4940" y="5090"/>
                  </a:lnTo>
                  <a:lnTo>
                    <a:pt x="4940" y="4940"/>
                  </a:lnTo>
                  <a:lnTo>
                    <a:pt x="3892" y="3743"/>
                  </a:lnTo>
                  <a:lnTo>
                    <a:pt x="2844" y="2546"/>
                  </a:lnTo>
                  <a:lnTo>
                    <a:pt x="1497" y="1198"/>
                  </a:lnTo>
                  <a:lnTo>
                    <a:pt x="150" y="1"/>
                  </a:lnTo>
                  <a:close/>
                </a:path>
              </a:pathLst>
            </a:custGeom>
            <a:solidFill>
              <a:schemeClr val="dk1"/>
            </a:solidFill>
            <a:ln w="0">
              <a:noFill/>
            </a:ln>
          </p:spPr>
          <p:style>
            <a:lnRef idx="0"/>
            <a:fillRef idx="0"/>
            <a:effectRef idx="0"/>
            <a:fontRef idx="minor"/>
          </p:style>
          <p:txBody>
            <a:bodyPr tIns="31680" bIns="31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2" name="Google Shape;800;p59"/>
            <p:cNvSpPr/>
            <p:nvPr/>
          </p:nvSpPr>
          <p:spPr>
            <a:xfrm>
              <a:off x="7302240" y="4567680"/>
              <a:ext cx="54000" cy="54000"/>
            </a:xfrm>
            <a:custGeom>
              <a:avLst/>
              <a:gdLst>
                <a:gd name="textAreaLeft" fmla="*/ 0 w 54000"/>
                <a:gd name="textAreaRight" fmla="*/ 54360 w 54000"/>
                <a:gd name="textAreaTop" fmla="*/ 0 h 54000"/>
                <a:gd name="textAreaBottom" fmla="*/ 54360 h 54000"/>
              </a:gdLst>
              <a:ahLst/>
              <a:cxnLst/>
              <a:rect l="textAreaLeft" t="textAreaTop" r="textAreaRight" b="textAreaBottom"/>
              <a:pathLst>
                <a:path w="4341" h="4342">
                  <a:moveTo>
                    <a:pt x="0" y="0"/>
                  </a:moveTo>
                  <a:lnTo>
                    <a:pt x="0" y="150"/>
                  </a:lnTo>
                  <a:lnTo>
                    <a:pt x="1946" y="2246"/>
                  </a:lnTo>
                  <a:lnTo>
                    <a:pt x="4191" y="4341"/>
                  </a:lnTo>
                  <a:lnTo>
                    <a:pt x="4341" y="4341"/>
                  </a:lnTo>
                  <a:lnTo>
                    <a:pt x="4341" y="4191"/>
                  </a:lnTo>
                  <a:lnTo>
                    <a:pt x="2245" y="2096"/>
                  </a:lnTo>
                  <a:lnTo>
                    <a:pt x="150" y="0"/>
                  </a:lnTo>
                  <a:close/>
                </a:path>
              </a:pathLst>
            </a:custGeom>
            <a:solidFill>
              <a:schemeClr val="dk1"/>
            </a:solidFill>
            <a:ln w="0">
              <a:noFill/>
            </a:ln>
          </p:spPr>
          <p:style>
            <a:lnRef idx="0"/>
            <a:fillRef idx="0"/>
            <a:effectRef idx="0"/>
            <a:fontRef idx="minor"/>
          </p:style>
          <p:txBody>
            <a:bodyPr tIns="27000" bIns="27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3" name="Google Shape;801;p59"/>
            <p:cNvSpPr/>
            <p:nvPr/>
          </p:nvSpPr>
          <p:spPr>
            <a:xfrm>
              <a:off x="7266600" y="4575240"/>
              <a:ext cx="63360" cy="65160"/>
            </a:xfrm>
            <a:custGeom>
              <a:avLst/>
              <a:gdLst>
                <a:gd name="textAreaLeft" fmla="*/ 0 w 63360"/>
                <a:gd name="textAreaRight" fmla="*/ 63720 w 63360"/>
                <a:gd name="textAreaTop" fmla="*/ 0 h 65160"/>
                <a:gd name="textAreaBottom" fmla="*/ 65520 h 65160"/>
              </a:gdLst>
              <a:ahLst/>
              <a:cxnLst/>
              <a:rect l="textAreaLeft" t="textAreaTop" r="textAreaRight" b="textAreaBottom"/>
              <a:pathLst>
                <a:path w="5090" h="5239">
                  <a:moveTo>
                    <a:pt x="0" y="0"/>
                  </a:moveTo>
                  <a:lnTo>
                    <a:pt x="0" y="150"/>
                  </a:lnTo>
                  <a:lnTo>
                    <a:pt x="1198" y="1497"/>
                  </a:lnTo>
                  <a:lnTo>
                    <a:pt x="2395" y="2694"/>
                  </a:lnTo>
                  <a:lnTo>
                    <a:pt x="3742" y="4042"/>
                  </a:lnTo>
                  <a:lnTo>
                    <a:pt x="5089" y="5239"/>
                  </a:lnTo>
                  <a:lnTo>
                    <a:pt x="5089" y="5089"/>
                  </a:lnTo>
                  <a:lnTo>
                    <a:pt x="3892" y="3742"/>
                  </a:lnTo>
                  <a:lnTo>
                    <a:pt x="2694" y="2395"/>
                  </a:lnTo>
                  <a:lnTo>
                    <a:pt x="1347" y="1198"/>
                  </a:lnTo>
                  <a:lnTo>
                    <a:pt x="150" y="0"/>
                  </a:lnTo>
                  <a:close/>
                </a:path>
              </a:pathLst>
            </a:custGeom>
            <a:solidFill>
              <a:schemeClr val="dk1"/>
            </a:solidFill>
            <a:ln w="0">
              <a:noFill/>
            </a:ln>
          </p:spPr>
          <p:style>
            <a:lnRef idx="0"/>
            <a:fillRef idx="0"/>
            <a:effectRef idx="0"/>
            <a:fontRef idx="minor"/>
          </p:style>
          <p:txBody>
            <a:bodyPr tIns="32760" bIns="32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4" name="Google Shape;802;p59"/>
            <p:cNvSpPr/>
            <p:nvPr/>
          </p:nvSpPr>
          <p:spPr>
            <a:xfrm>
              <a:off x="7255440" y="4606920"/>
              <a:ext cx="50400" cy="52200"/>
            </a:xfrm>
            <a:custGeom>
              <a:avLst/>
              <a:gdLst>
                <a:gd name="textAreaLeft" fmla="*/ 0 w 50400"/>
                <a:gd name="textAreaRight" fmla="*/ 50760 w 50400"/>
                <a:gd name="textAreaTop" fmla="*/ 0 h 52200"/>
                <a:gd name="textAreaBottom" fmla="*/ 52560 h 52200"/>
              </a:gdLst>
              <a:ahLst/>
              <a:cxnLst/>
              <a:rect l="textAreaLeft" t="textAreaTop" r="textAreaRight" b="textAreaBottom"/>
              <a:pathLst>
                <a:path w="4042" h="4192">
                  <a:moveTo>
                    <a:pt x="0" y="1"/>
                  </a:moveTo>
                  <a:lnTo>
                    <a:pt x="0" y="150"/>
                  </a:lnTo>
                  <a:lnTo>
                    <a:pt x="1946" y="2246"/>
                  </a:lnTo>
                  <a:lnTo>
                    <a:pt x="2844" y="3294"/>
                  </a:lnTo>
                  <a:lnTo>
                    <a:pt x="4041" y="4192"/>
                  </a:lnTo>
                  <a:lnTo>
                    <a:pt x="4041" y="4042"/>
                  </a:lnTo>
                  <a:lnTo>
                    <a:pt x="3143" y="2994"/>
                  </a:lnTo>
                  <a:lnTo>
                    <a:pt x="2245" y="1947"/>
                  </a:lnTo>
                  <a:lnTo>
                    <a:pt x="150" y="1"/>
                  </a:lnTo>
                  <a:close/>
                </a:path>
              </a:pathLst>
            </a:custGeom>
            <a:solidFill>
              <a:schemeClr val="dk1"/>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5" name="Google Shape;803;p59"/>
            <p:cNvSpPr/>
            <p:nvPr/>
          </p:nvSpPr>
          <p:spPr>
            <a:xfrm>
              <a:off x="7214040" y="465408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3443" h="3444">
                  <a:moveTo>
                    <a:pt x="0" y="1"/>
                  </a:moveTo>
                  <a:lnTo>
                    <a:pt x="0" y="150"/>
                  </a:lnTo>
                  <a:lnTo>
                    <a:pt x="749" y="1048"/>
                  </a:lnTo>
                  <a:lnTo>
                    <a:pt x="1497" y="1947"/>
                  </a:lnTo>
                  <a:lnTo>
                    <a:pt x="3443" y="3443"/>
                  </a:lnTo>
                  <a:lnTo>
                    <a:pt x="3443" y="3294"/>
                  </a:lnTo>
                  <a:lnTo>
                    <a:pt x="1946" y="1497"/>
                  </a:lnTo>
                  <a:lnTo>
                    <a:pt x="150" y="1"/>
                  </a:lnTo>
                  <a:close/>
                </a:path>
              </a:pathLst>
            </a:custGeom>
            <a:solidFill>
              <a:schemeClr val="dk1"/>
            </a:solidFill>
            <a:ln w="0">
              <a:noFill/>
            </a:ln>
          </p:spPr>
          <p:style>
            <a:lnRef idx="0"/>
            <a:fillRef idx="0"/>
            <a:effectRef idx="0"/>
            <a:fontRef idx="minor"/>
          </p:style>
          <p:txBody>
            <a:bodyPr tIns="21600" bIns="216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6" name="Google Shape;804;p59"/>
            <p:cNvSpPr/>
            <p:nvPr/>
          </p:nvSpPr>
          <p:spPr>
            <a:xfrm>
              <a:off x="7236720" y="4633200"/>
              <a:ext cx="44640" cy="44640"/>
            </a:xfrm>
            <a:custGeom>
              <a:avLst/>
              <a:gdLst>
                <a:gd name="textAreaLeft" fmla="*/ 0 w 44640"/>
                <a:gd name="textAreaRight" fmla="*/ 45000 w 44640"/>
                <a:gd name="textAreaTop" fmla="*/ 0 h 44640"/>
                <a:gd name="textAreaBottom" fmla="*/ 45000 h 44640"/>
              </a:gdLst>
              <a:ahLst/>
              <a:cxnLst/>
              <a:rect l="textAreaLeft" t="textAreaTop" r="textAreaRight" b="textAreaBottom"/>
              <a:pathLst>
                <a:path w="3593" h="3593">
                  <a:moveTo>
                    <a:pt x="0" y="0"/>
                  </a:moveTo>
                  <a:lnTo>
                    <a:pt x="0" y="150"/>
                  </a:lnTo>
                  <a:lnTo>
                    <a:pt x="1647" y="1946"/>
                  </a:lnTo>
                  <a:lnTo>
                    <a:pt x="3443" y="3593"/>
                  </a:lnTo>
                  <a:lnTo>
                    <a:pt x="3593" y="3593"/>
                  </a:lnTo>
                  <a:lnTo>
                    <a:pt x="3593" y="3443"/>
                  </a:lnTo>
                  <a:lnTo>
                    <a:pt x="1946" y="1647"/>
                  </a:lnTo>
                  <a:lnTo>
                    <a:pt x="150" y="0"/>
                  </a:lnTo>
                  <a:close/>
                </a:path>
              </a:pathLst>
            </a:custGeom>
            <a:solidFill>
              <a:schemeClr val="dk1"/>
            </a:solidFill>
            <a:ln w="0">
              <a:noFill/>
            </a:ln>
          </p:spPr>
          <p:style>
            <a:lnRef idx="0"/>
            <a:fillRef idx="0"/>
            <a:effectRef idx="0"/>
            <a:fontRef idx="minor"/>
          </p:style>
          <p:txBody>
            <a:bodyPr tIns="22320" bIns="22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7" name="Google Shape;805;p59"/>
            <p:cNvSpPr/>
            <p:nvPr/>
          </p:nvSpPr>
          <p:spPr>
            <a:xfrm>
              <a:off x="7193520" y="4676400"/>
              <a:ext cx="39240" cy="39240"/>
            </a:xfrm>
            <a:custGeom>
              <a:avLst/>
              <a:gdLst>
                <a:gd name="textAreaLeft" fmla="*/ 0 w 39240"/>
                <a:gd name="textAreaRight" fmla="*/ 39600 w 39240"/>
                <a:gd name="textAreaTop" fmla="*/ 0 h 39240"/>
                <a:gd name="textAreaBottom" fmla="*/ 39600 h 39240"/>
              </a:gdLst>
              <a:ahLst/>
              <a:cxnLst/>
              <a:rect l="textAreaLeft" t="textAreaTop" r="textAreaRight" b="textAreaBottom"/>
              <a:pathLst>
                <a:path w="3145" h="3145">
                  <a:moveTo>
                    <a:pt x="1" y="1"/>
                  </a:moveTo>
                  <a:lnTo>
                    <a:pt x="1" y="151"/>
                  </a:lnTo>
                  <a:lnTo>
                    <a:pt x="599" y="1049"/>
                  </a:lnTo>
                  <a:lnTo>
                    <a:pt x="1348" y="1797"/>
                  </a:lnTo>
                  <a:lnTo>
                    <a:pt x="2994" y="3144"/>
                  </a:lnTo>
                  <a:lnTo>
                    <a:pt x="3144" y="3144"/>
                  </a:lnTo>
                  <a:lnTo>
                    <a:pt x="2096" y="1797"/>
                  </a:lnTo>
                  <a:lnTo>
                    <a:pt x="1049" y="899"/>
                  </a:lnTo>
                  <a:lnTo>
                    <a:pt x="150" y="1"/>
                  </a:lnTo>
                  <a:close/>
                </a:path>
              </a:pathLst>
            </a:custGeom>
            <a:solidFill>
              <a:schemeClr val="dk1"/>
            </a:solidFill>
            <a:ln w="0">
              <a:noFill/>
            </a:ln>
          </p:spPr>
          <p:style>
            <a:lnRef idx="0"/>
            <a:fillRef idx="0"/>
            <a:effectRef idx="0"/>
            <a:fontRef idx="minor"/>
          </p:style>
          <p:txBody>
            <a:bodyPr tIns="19800" bIns="198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8" name="Google Shape;806;p59"/>
            <p:cNvSpPr/>
            <p:nvPr/>
          </p:nvSpPr>
          <p:spPr>
            <a:xfrm>
              <a:off x="7170840" y="4699080"/>
              <a:ext cx="35280" cy="35280"/>
            </a:xfrm>
            <a:custGeom>
              <a:avLst/>
              <a:gdLst>
                <a:gd name="textAreaLeft" fmla="*/ 0 w 35280"/>
                <a:gd name="textAreaRight" fmla="*/ 35640 w 35280"/>
                <a:gd name="textAreaTop" fmla="*/ 0 h 35280"/>
                <a:gd name="textAreaBottom" fmla="*/ 35640 h 35280"/>
              </a:gdLst>
              <a:ahLst/>
              <a:cxnLst/>
              <a:rect l="textAreaLeft" t="textAreaTop" r="textAreaRight" b="textAreaBottom"/>
              <a:pathLst>
                <a:path w="2845" h="2845">
                  <a:moveTo>
                    <a:pt x="1" y="1"/>
                  </a:moveTo>
                  <a:lnTo>
                    <a:pt x="1" y="151"/>
                  </a:lnTo>
                  <a:lnTo>
                    <a:pt x="1348" y="1647"/>
                  </a:lnTo>
                  <a:lnTo>
                    <a:pt x="2845" y="2845"/>
                  </a:lnTo>
                  <a:lnTo>
                    <a:pt x="2845" y="2695"/>
                  </a:lnTo>
                  <a:lnTo>
                    <a:pt x="1647" y="1198"/>
                  </a:lnTo>
                  <a:lnTo>
                    <a:pt x="150" y="1"/>
                  </a:lnTo>
                  <a:close/>
                </a:path>
              </a:pathLst>
            </a:custGeom>
            <a:solidFill>
              <a:schemeClr val="dk1"/>
            </a:solidFill>
            <a:ln w="0">
              <a:noFill/>
            </a:ln>
          </p:spPr>
          <p:style>
            <a:lnRef idx="0"/>
            <a:fillRef idx="0"/>
            <a:effectRef idx="0"/>
            <a:fontRef idx="minor"/>
          </p:style>
          <p:txBody>
            <a:bodyPr tIns="17640" bIns="17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9" name="Google Shape;807;p59"/>
            <p:cNvSpPr/>
            <p:nvPr/>
          </p:nvSpPr>
          <p:spPr>
            <a:xfrm>
              <a:off x="7144560" y="4716000"/>
              <a:ext cx="37080" cy="37080"/>
            </a:xfrm>
            <a:custGeom>
              <a:avLst/>
              <a:gdLst>
                <a:gd name="textAreaLeft" fmla="*/ 0 w 37080"/>
                <a:gd name="textAreaRight" fmla="*/ 37440 w 37080"/>
                <a:gd name="textAreaTop" fmla="*/ 0 h 37080"/>
                <a:gd name="textAreaBottom" fmla="*/ 37440 h 37080"/>
              </a:gdLst>
              <a:ahLst/>
              <a:cxnLst/>
              <a:rect l="textAreaLeft" t="textAreaTop" r="textAreaRight" b="textAreaBottom"/>
              <a:pathLst>
                <a:path w="2994" h="2994">
                  <a:moveTo>
                    <a:pt x="0" y="0"/>
                  </a:moveTo>
                  <a:lnTo>
                    <a:pt x="0" y="150"/>
                  </a:lnTo>
                  <a:lnTo>
                    <a:pt x="599" y="898"/>
                  </a:lnTo>
                  <a:lnTo>
                    <a:pt x="1347" y="1647"/>
                  </a:lnTo>
                  <a:lnTo>
                    <a:pt x="2994" y="2994"/>
                  </a:lnTo>
                  <a:lnTo>
                    <a:pt x="2994" y="2844"/>
                  </a:lnTo>
                  <a:lnTo>
                    <a:pt x="1647" y="1347"/>
                  </a:lnTo>
                  <a:lnTo>
                    <a:pt x="898" y="599"/>
                  </a:lnTo>
                  <a:lnTo>
                    <a:pt x="150" y="0"/>
                  </a:lnTo>
                  <a:close/>
                </a:path>
              </a:pathLst>
            </a:custGeom>
            <a:solidFill>
              <a:schemeClr val="dk1"/>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0" name="Google Shape;808;p59"/>
            <p:cNvSpPr/>
            <p:nvPr/>
          </p:nvSpPr>
          <p:spPr>
            <a:xfrm>
              <a:off x="7122240" y="4736520"/>
              <a:ext cx="35280" cy="35280"/>
            </a:xfrm>
            <a:custGeom>
              <a:avLst/>
              <a:gdLst>
                <a:gd name="textAreaLeft" fmla="*/ 0 w 35280"/>
                <a:gd name="textAreaRight" fmla="*/ 35640 w 35280"/>
                <a:gd name="textAreaTop" fmla="*/ 0 h 35280"/>
                <a:gd name="textAreaBottom" fmla="*/ 35640 h 35280"/>
              </a:gdLst>
              <a:ahLst/>
              <a:cxnLst/>
              <a:rect l="textAreaLeft" t="textAreaTop" r="textAreaRight" b="textAreaBottom"/>
              <a:pathLst>
                <a:path w="2844" h="2845">
                  <a:moveTo>
                    <a:pt x="0" y="1"/>
                  </a:moveTo>
                  <a:lnTo>
                    <a:pt x="0" y="150"/>
                  </a:lnTo>
                  <a:lnTo>
                    <a:pt x="599" y="899"/>
                  </a:lnTo>
                  <a:lnTo>
                    <a:pt x="1197" y="1497"/>
                  </a:lnTo>
                  <a:lnTo>
                    <a:pt x="2694" y="2844"/>
                  </a:lnTo>
                  <a:lnTo>
                    <a:pt x="2844" y="2844"/>
                  </a:lnTo>
                  <a:lnTo>
                    <a:pt x="2844" y="2695"/>
                  </a:lnTo>
                  <a:lnTo>
                    <a:pt x="1497" y="1348"/>
                  </a:lnTo>
                  <a:lnTo>
                    <a:pt x="898" y="599"/>
                  </a:lnTo>
                  <a:lnTo>
                    <a:pt x="0" y="1"/>
                  </a:lnTo>
                  <a:close/>
                </a:path>
              </a:pathLst>
            </a:custGeom>
            <a:solidFill>
              <a:schemeClr val="dk1"/>
            </a:solidFill>
            <a:ln w="0">
              <a:noFill/>
            </a:ln>
          </p:spPr>
          <p:style>
            <a:lnRef idx="0"/>
            <a:fillRef idx="0"/>
            <a:effectRef idx="0"/>
            <a:fontRef idx="minor"/>
          </p:style>
          <p:txBody>
            <a:bodyPr tIns="17640" bIns="17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1" name="Google Shape;809;p59"/>
            <p:cNvSpPr/>
            <p:nvPr/>
          </p:nvSpPr>
          <p:spPr>
            <a:xfrm>
              <a:off x="7099560" y="4757040"/>
              <a:ext cx="35280" cy="35280"/>
            </a:xfrm>
            <a:custGeom>
              <a:avLst/>
              <a:gdLst>
                <a:gd name="textAreaLeft" fmla="*/ 0 w 35280"/>
                <a:gd name="textAreaRight" fmla="*/ 35640 w 35280"/>
                <a:gd name="textAreaTop" fmla="*/ 0 h 35280"/>
                <a:gd name="textAreaBottom" fmla="*/ 35640 h 35280"/>
              </a:gdLst>
              <a:ahLst/>
              <a:cxnLst/>
              <a:rect l="textAreaLeft" t="textAreaTop" r="textAreaRight" b="textAreaBottom"/>
              <a:pathLst>
                <a:path w="2845" h="2844">
                  <a:moveTo>
                    <a:pt x="151" y="0"/>
                  </a:moveTo>
                  <a:lnTo>
                    <a:pt x="1" y="150"/>
                  </a:lnTo>
                  <a:lnTo>
                    <a:pt x="1" y="449"/>
                  </a:lnTo>
                  <a:lnTo>
                    <a:pt x="600" y="1048"/>
                  </a:lnTo>
                  <a:lnTo>
                    <a:pt x="1198" y="1646"/>
                  </a:lnTo>
                  <a:lnTo>
                    <a:pt x="2695" y="2844"/>
                  </a:lnTo>
                  <a:lnTo>
                    <a:pt x="2845" y="2844"/>
                  </a:lnTo>
                  <a:lnTo>
                    <a:pt x="1498" y="1347"/>
                  </a:lnTo>
                  <a:lnTo>
                    <a:pt x="749" y="599"/>
                  </a:lnTo>
                  <a:lnTo>
                    <a:pt x="151" y="0"/>
                  </a:lnTo>
                  <a:close/>
                </a:path>
              </a:pathLst>
            </a:custGeom>
            <a:solidFill>
              <a:schemeClr val="dk1"/>
            </a:solidFill>
            <a:ln w="0">
              <a:noFill/>
            </a:ln>
          </p:spPr>
          <p:style>
            <a:lnRef idx="0"/>
            <a:fillRef idx="0"/>
            <a:effectRef idx="0"/>
            <a:fontRef idx="minor"/>
          </p:style>
          <p:txBody>
            <a:bodyPr tIns="17640" bIns="17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2" name="Google Shape;810;p59"/>
            <p:cNvSpPr/>
            <p:nvPr/>
          </p:nvSpPr>
          <p:spPr>
            <a:xfrm>
              <a:off x="7073280" y="4776120"/>
              <a:ext cx="33480" cy="35280"/>
            </a:xfrm>
            <a:custGeom>
              <a:avLst/>
              <a:gdLst>
                <a:gd name="textAreaLeft" fmla="*/ 0 w 33480"/>
                <a:gd name="textAreaRight" fmla="*/ 33840 w 33480"/>
                <a:gd name="textAreaTop" fmla="*/ 0 h 35280"/>
                <a:gd name="textAreaBottom" fmla="*/ 35640 h 35280"/>
              </a:gdLst>
              <a:ahLst/>
              <a:cxnLst/>
              <a:rect l="textAreaLeft" t="textAreaTop" r="textAreaRight" b="textAreaBottom"/>
              <a:pathLst>
                <a:path w="2695" h="2845">
                  <a:moveTo>
                    <a:pt x="0" y="1"/>
                  </a:moveTo>
                  <a:lnTo>
                    <a:pt x="0" y="150"/>
                  </a:lnTo>
                  <a:lnTo>
                    <a:pt x="449" y="749"/>
                  </a:lnTo>
                  <a:lnTo>
                    <a:pt x="1198" y="1498"/>
                  </a:lnTo>
                  <a:lnTo>
                    <a:pt x="2695" y="2845"/>
                  </a:lnTo>
                  <a:lnTo>
                    <a:pt x="2695" y="2695"/>
                  </a:lnTo>
                  <a:lnTo>
                    <a:pt x="1497" y="1198"/>
                  </a:lnTo>
                  <a:lnTo>
                    <a:pt x="749" y="600"/>
                  </a:lnTo>
                  <a:lnTo>
                    <a:pt x="0" y="1"/>
                  </a:lnTo>
                  <a:close/>
                </a:path>
              </a:pathLst>
            </a:custGeom>
            <a:solidFill>
              <a:schemeClr val="dk1"/>
            </a:solidFill>
            <a:ln w="0">
              <a:noFill/>
            </a:ln>
          </p:spPr>
          <p:style>
            <a:lnRef idx="0"/>
            <a:fillRef idx="0"/>
            <a:effectRef idx="0"/>
            <a:fontRef idx="minor"/>
          </p:style>
          <p:txBody>
            <a:bodyPr tIns="17640" bIns="17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3" name="Google Shape;811;p59"/>
            <p:cNvSpPr/>
            <p:nvPr/>
          </p:nvSpPr>
          <p:spPr>
            <a:xfrm>
              <a:off x="7054560" y="4802400"/>
              <a:ext cx="29520" cy="27720"/>
            </a:xfrm>
            <a:custGeom>
              <a:avLst/>
              <a:gdLst>
                <a:gd name="textAreaLeft" fmla="*/ 0 w 29520"/>
                <a:gd name="textAreaRight" fmla="*/ 29880 w 29520"/>
                <a:gd name="textAreaTop" fmla="*/ 0 h 27720"/>
                <a:gd name="textAreaBottom" fmla="*/ 28080 h 27720"/>
              </a:gdLst>
              <a:ahLst/>
              <a:cxnLst/>
              <a:rect l="textAreaLeft" t="textAreaTop" r="textAreaRight" b="textAreaBottom"/>
              <a:pathLst>
                <a:path w="2396" h="2246">
                  <a:moveTo>
                    <a:pt x="1" y="0"/>
                  </a:moveTo>
                  <a:lnTo>
                    <a:pt x="450" y="749"/>
                  </a:lnTo>
                  <a:lnTo>
                    <a:pt x="1048" y="1198"/>
                  </a:lnTo>
                  <a:lnTo>
                    <a:pt x="2246" y="2245"/>
                  </a:lnTo>
                  <a:lnTo>
                    <a:pt x="2395" y="2096"/>
                  </a:lnTo>
                  <a:lnTo>
                    <a:pt x="1348" y="898"/>
                  </a:lnTo>
                  <a:lnTo>
                    <a:pt x="749" y="449"/>
                  </a:lnTo>
                  <a:lnTo>
                    <a:pt x="150" y="0"/>
                  </a:lnTo>
                  <a:close/>
                </a:path>
              </a:pathLst>
            </a:custGeom>
            <a:solidFill>
              <a:schemeClr val="dk1"/>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4" name="Google Shape;812;p59"/>
            <p:cNvSpPr/>
            <p:nvPr/>
          </p:nvSpPr>
          <p:spPr>
            <a:xfrm>
              <a:off x="7037640" y="4828680"/>
              <a:ext cx="20160" cy="20160"/>
            </a:xfrm>
            <a:custGeom>
              <a:avLst/>
              <a:gdLst>
                <a:gd name="textAreaLeft" fmla="*/ 0 w 20160"/>
                <a:gd name="textAreaRight" fmla="*/ 20520 w 20160"/>
                <a:gd name="textAreaTop" fmla="*/ 0 h 20160"/>
                <a:gd name="textAreaBottom" fmla="*/ 20520 h 20160"/>
              </a:gdLst>
              <a:ahLst/>
              <a:cxnLst/>
              <a:rect l="textAreaLeft" t="textAreaTop" r="textAreaRight" b="textAreaBottom"/>
              <a:pathLst>
                <a:path w="1647" h="1648">
                  <a:moveTo>
                    <a:pt x="0" y="1"/>
                  </a:moveTo>
                  <a:lnTo>
                    <a:pt x="0" y="150"/>
                  </a:lnTo>
                  <a:lnTo>
                    <a:pt x="749" y="899"/>
                  </a:lnTo>
                  <a:lnTo>
                    <a:pt x="1647" y="1647"/>
                  </a:lnTo>
                  <a:lnTo>
                    <a:pt x="1647" y="1498"/>
                  </a:lnTo>
                  <a:lnTo>
                    <a:pt x="1048" y="749"/>
                  </a:lnTo>
                  <a:lnTo>
                    <a:pt x="150" y="1"/>
                  </a:lnTo>
                  <a:close/>
                </a:path>
              </a:pathLst>
            </a:custGeom>
            <a:solidFill>
              <a:schemeClr val="dk1"/>
            </a:solidFill>
            <a:ln w="0">
              <a:noFill/>
            </a:ln>
          </p:spPr>
          <p:style>
            <a:lnRef idx="0"/>
            <a:fillRef idx="0"/>
            <a:effectRef idx="0"/>
            <a:fontRef idx="minor"/>
          </p:style>
          <p:txBody>
            <a:bodyPr tIns="10080" bIns="100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5" name="Google Shape;813;p59"/>
            <p:cNvSpPr/>
            <p:nvPr/>
          </p:nvSpPr>
          <p:spPr>
            <a:xfrm>
              <a:off x="7017120" y="4851000"/>
              <a:ext cx="18360" cy="18360"/>
            </a:xfrm>
            <a:custGeom>
              <a:avLst/>
              <a:gdLst>
                <a:gd name="textAreaLeft" fmla="*/ 0 w 18360"/>
                <a:gd name="textAreaRight" fmla="*/ 18720 w 18360"/>
                <a:gd name="textAreaTop" fmla="*/ 0 h 18360"/>
                <a:gd name="textAreaBottom" fmla="*/ 18720 h 18360"/>
              </a:gdLst>
              <a:ahLst/>
              <a:cxnLst/>
              <a:rect l="textAreaLeft" t="textAreaTop" r="textAreaRight" b="textAreaBottom"/>
              <a:pathLst>
                <a:path w="1497" h="1498">
                  <a:moveTo>
                    <a:pt x="150" y="1"/>
                  </a:moveTo>
                  <a:lnTo>
                    <a:pt x="0" y="151"/>
                  </a:lnTo>
                  <a:lnTo>
                    <a:pt x="0" y="300"/>
                  </a:lnTo>
                  <a:lnTo>
                    <a:pt x="599" y="899"/>
                  </a:lnTo>
                  <a:lnTo>
                    <a:pt x="1347" y="1498"/>
                  </a:lnTo>
                  <a:lnTo>
                    <a:pt x="1497" y="1498"/>
                  </a:lnTo>
                  <a:lnTo>
                    <a:pt x="1497" y="1348"/>
                  </a:lnTo>
                  <a:lnTo>
                    <a:pt x="898" y="600"/>
                  </a:lnTo>
                  <a:lnTo>
                    <a:pt x="150" y="1"/>
                  </a:lnTo>
                  <a:close/>
                </a:path>
              </a:pathLst>
            </a:custGeom>
            <a:solidFill>
              <a:schemeClr val="dk1"/>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6" name="Google Shape;814;p59"/>
            <p:cNvSpPr/>
            <p:nvPr/>
          </p:nvSpPr>
          <p:spPr>
            <a:xfrm>
              <a:off x="6992640" y="4869720"/>
              <a:ext cx="16560" cy="18360"/>
            </a:xfrm>
            <a:custGeom>
              <a:avLst/>
              <a:gdLst>
                <a:gd name="textAreaLeft" fmla="*/ 0 w 16560"/>
                <a:gd name="textAreaRight" fmla="*/ 16920 w 16560"/>
                <a:gd name="textAreaTop" fmla="*/ 0 h 18360"/>
                <a:gd name="textAreaBottom" fmla="*/ 18720 h 18360"/>
              </a:gdLst>
              <a:ahLst/>
              <a:cxnLst/>
              <a:rect l="textAreaLeft" t="textAreaTop" r="textAreaRight" b="textAreaBottom"/>
              <a:pathLst>
                <a:path w="1348" h="1498">
                  <a:moveTo>
                    <a:pt x="0" y="1"/>
                  </a:moveTo>
                  <a:lnTo>
                    <a:pt x="0" y="150"/>
                  </a:lnTo>
                  <a:lnTo>
                    <a:pt x="150" y="599"/>
                  </a:lnTo>
                  <a:lnTo>
                    <a:pt x="449" y="899"/>
                  </a:lnTo>
                  <a:lnTo>
                    <a:pt x="1198" y="1498"/>
                  </a:lnTo>
                  <a:lnTo>
                    <a:pt x="1347" y="1348"/>
                  </a:lnTo>
                  <a:lnTo>
                    <a:pt x="749" y="599"/>
                  </a:lnTo>
                  <a:lnTo>
                    <a:pt x="449" y="300"/>
                  </a:lnTo>
                  <a:lnTo>
                    <a:pt x="150" y="1"/>
                  </a:lnTo>
                  <a:close/>
                </a:path>
              </a:pathLst>
            </a:custGeom>
            <a:solidFill>
              <a:schemeClr val="dk1"/>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7" name="Google Shape;815;p59"/>
            <p:cNvSpPr/>
            <p:nvPr/>
          </p:nvSpPr>
          <p:spPr>
            <a:xfrm>
              <a:off x="6969960" y="4892400"/>
              <a:ext cx="16560" cy="16560"/>
            </a:xfrm>
            <a:custGeom>
              <a:avLst/>
              <a:gdLst>
                <a:gd name="textAreaLeft" fmla="*/ 0 w 16560"/>
                <a:gd name="textAreaRight" fmla="*/ 16920 w 16560"/>
                <a:gd name="textAreaTop" fmla="*/ 0 h 16560"/>
                <a:gd name="textAreaBottom" fmla="*/ 16920 h 16560"/>
              </a:gdLst>
              <a:ahLst/>
              <a:cxnLst/>
              <a:rect l="textAreaLeft" t="textAreaTop" r="textAreaRight" b="textAreaBottom"/>
              <a:pathLst>
                <a:path w="1348" h="1348">
                  <a:moveTo>
                    <a:pt x="0" y="1"/>
                  </a:moveTo>
                  <a:lnTo>
                    <a:pt x="0" y="151"/>
                  </a:lnTo>
                  <a:lnTo>
                    <a:pt x="599" y="749"/>
                  </a:lnTo>
                  <a:lnTo>
                    <a:pt x="1197" y="1348"/>
                  </a:lnTo>
                  <a:lnTo>
                    <a:pt x="1347" y="1198"/>
                  </a:lnTo>
                  <a:lnTo>
                    <a:pt x="748" y="600"/>
                  </a:lnTo>
                  <a:lnTo>
                    <a:pt x="150" y="1"/>
                  </a:lnTo>
                  <a:close/>
                </a:path>
              </a:pathLst>
            </a:custGeom>
            <a:solidFill>
              <a:schemeClr val="dk1"/>
            </a:solidFill>
            <a:ln w="0">
              <a:noFill/>
            </a:ln>
          </p:spPr>
          <p:style>
            <a:lnRef idx="0"/>
            <a:fillRef idx="0"/>
            <a:effectRef idx="0"/>
            <a:fontRef idx="minor"/>
          </p:style>
          <p:txBody>
            <a:bodyPr tIns="8280" bIns="8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8" name="Google Shape;816;p59"/>
            <p:cNvSpPr/>
            <p:nvPr/>
          </p:nvSpPr>
          <p:spPr>
            <a:xfrm>
              <a:off x="7444800" y="4134240"/>
              <a:ext cx="146160" cy="9000"/>
            </a:xfrm>
            <a:custGeom>
              <a:avLst/>
              <a:gdLst>
                <a:gd name="textAreaLeft" fmla="*/ 0 w 146160"/>
                <a:gd name="textAreaRight" fmla="*/ 146520 w 146160"/>
                <a:gd name="textAreaTop" fmla="*/ 0 h 9000"/>
                <a:gd name="textAreaBottom" fmla="*/ 9360 h 9000"/>
              </a:gdLst>
              <a:ahLst/>
              <a:cxnLst/>
              <a:rect l="textAreaLeft" t="textAreaTop" r="textAreaRight" b="textAreaBottom"/>
              <a:pathLst>
                <a:path w="11676" h="750">
                  <a:moveTo>
                    <a:pt x="4641" y="1"/>
                  </a:moveTo>
                  <a:lnTo>
                    <a:pt x="150" y="150"/>
                  </a:lnTo>
                  <a:lnTo>
                    <a:pt x="1" y="300"/>
                  </a:lnTo>
                  <a:lnTo>
                    <a:pt x="1" y="450"/>
                  </a:lnTo>
                  <a:lnTo>
                    <a:pt x="150" y="450"/>
                  </a:lnTo>
                  <a:lnTo>
                    <a:pt x="4641" y="749"/>
                  </a:lnTo>
                  <a:lnTo>
                    <a:pt x="9131" y="749"/>
                  </a:lnTo>
                  <a:lnTo>
                    <a:pt x="9730" y="599"/>
                  </a:lnTo>
                  <a:lnTo>
                    <a:pt x="11526" y="599"/>
                  </a:lnTo>
                  <a:lnTo>
                    <a:pt x="11676" y="450"/>
                  </a:lnTo>
                  <a:lnTo>
                    <a:pt x="11676" y="300"/>
                  </a:lnTo>
                  <a:lnTo>
                    <a:pt x="11526" y="150"/>
                  </a:lnTo>
                  <a:lnTo>
                    <a:pt x="9580" y="150"/>
                  </a:lnTo>
                  <a:lnTo>
                    <a:pt x="9131" y="1"/>
                  </a:lnTo>
                  <a:close/>
                </a:path>
              </a:pathLst>
            </a:custGeom>
            <a:solidFill>
              <a:schemeClr val="dk1"/>
            </a:solidFill>
            <a:ln w="0">
              <a:noFill/>
            </a:ln>
          </p:spPr>
          <p:style>
            <a:lnRef idx="0"/>
            <a:fillRef idx="0"/>
            <a:effectRef idx="0"/>
            <a:fontRef idx="minor"/>
          </p:style>
          <p:txBody>
            <a:bodyPr tIns="4680" bIns="4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9" name="Google Shape;817;p59"/>
            <p:cNvSpPr/>
            <p:nvPr/>
          </p:nvSpPr>
          <p:spPr>
            <a:xfrm>
              <a:off x="7439400" y="4053600"/>
              <a:ext cx="140400" cy="9000"/>
            </a:xfrm>
            <a:custGeom>
              <a:avLst/>
              <a:gdLst>
                <a:gd name="textAreaLeft" fmla="*/ 0 w 140400"/>
                <a:gd name="textAreaRight" fmla="*/ 140760 w 140400"/>
                <a:gd name="textAreaTop" fmla="*/ 0 h 9000"/>
                <a:gd name="textAreaBottom" fmla="*/ 9360 h 9000"/>
              </a:gdLst>
              <a:ahLst/>
              <a:cxnLst/>
              <a:rect l="textAreaLeft" t="textAreaTop" r="textAreaRight" b="textAreaBottom"/>
              <a:pathLst>
                <a:path w="11227" h="749">
                  <a:moveTo>
                    <a:pt x="2396" y="1"/>
                  </a:moveTo>
                  <a:lnTo>
                    <a:pt x="150" y="300"/>
                  </a:lnTo>
                  <a:lnTo>
                    <a:pt x="1" y="300"/>
                  </a:lnTo>
                  <a:lnTo>
                    <a:pt x="150" y="450"/>
                  </a:lnTo>
                  <a:lnTo>
                    <a:pt x="2845" y="749"/>
                  </a:lnTo>
                  <a:lnTo>
                    <a:pt x="6586" y="749"/>
                  </a:lnTo>
                  <a:lnTo>
                    <a:pt x="7634" y="599"/>
                  </a:lnTo>
                  <a:lnTo>
                    <a:pt x="11077" y="599"/>
                  </a:lnTo>
                  <a:lnTo>
                    <a:pt x="11227" y="450"/>
                  </a:lnTo>
                  <a:lnTo>
                    <a:pt x="11227" y="300"/>
                  </a:lnTo>
                  <a:lnTo>
                    <a:pt x="11077" y="150"/>
                  </a:lnTo>
                  <a:lnTo>
                    <a:pt x="6736" y="1"/>
                  </a:lnTo>
                  <a:close/>
                </a:path>
              </a:pathLst>
            </a:custGeom>
            <a:solidFill>
              <a:schemeClr val="dk1"/>
            </a:solidFill>
            <a:ln w="0">
              <a:noFill/>
            </a:ln>
          </p:spPr>
          <p:style>
            <a:lnRef idx="0"/>
            <a:fillRef idx="0"/>
            <a:effectRef idx="0"/>
            <a:fontRef idx="minor"/>
          </p:style>
          <p:txBody>
            <a:bodyPr tIns="4680" bIns="4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0" name="Google Shape;818;p59"/>
            <p:cNvSpPr/>
            <p:nvPr/>
          </p:nvSpPr>
          <p:spPr>
            <a:xfrm>
              <a:off x="7444800" y="4010400"/>
              <a:ext cx="136800" cy="12960"/>
            </a:xfrm>
            <a:custGeom>
              <a:avLst/>
              <a:gdLst>
                <a:gd name="textAreaLeft" fmla="*/ 0 w 136800"/>
                <a:gd name="textAreaRight" fmla="*/ 137160 w 136800"/>
                <a:gd name="textAreaTop" fmla="*/ 0 h 12960"/>
                <a:gd name="textAreaBottom" fmla="*/ 13320 h 12960"/>
              </a:gdLst>
              <a:ahLst/>
              <a:cxnLst/>
              <a:rect l="textAreaLeft" t="textAreaTop" r="textAreaRight" b="textAreaBottom"/>
              <a:pathLst>
                <a:path w="10928" h="1049">
                  <a:moveTo>
                    <a:pt x="4192" y="1"/>
                  </a:moveTo>
                  <a:lnTo>
                    <a:pt x="1797" y="151"/>
                  </a:lnTo>
                  <a:lnTo>
                    <a:pt x="899" y="300"/>
                  </a:lnTo>
                  <a:lnTo>
                    <a:pt x="150" y="450"/>
                  </a:lnTo>
                  <a:lnTo>
                    <a:pt x="1" y="600"/>
                  </a:lnTo>
                  <a:lnTo>
                    <a:pt x="150" y="600"/>
                  </a:lnTo>
                  <a:lnTo>
                    <a:pt x="450" y="749"/>
                  </a:lnTo>
                  <a:lnTo>
                    <a:pt x="1647" y="899"/>
                  </a:lnTo>
                  <a:lnTo>
                    <a:pt x="2845" y="899"/>
                  </a:lnTo>
                  <a:lnTo>
                    <a:pt x="4940" y="1049"/>
                  </a:lnTo>
                  <a:lnTo>
                    <a:pt x="7036" y="1049"/>
                  </a:lnTo>
                  <a:lnTo>
                    <a:pt x="8981" y="899"/>
                  </a:lnTo>
                  <a:lnTo>
                    <a:pt x="10927" y="600"/>
                  </a:lnTo>
                  <a:lnTo>
                    <a:pt x="10927" y="450"/>
                  </a:lnTo>
                  <a:lnTo>
                    <a:pt x="8682" y="151"/>
                  </a:lnTo>
                  <a:lnTo>
                    <a:pt x="6437" y="1"/>
                  </a:lnTo>
                  <a:close/>
                </a:path>
              </a:pathLst>
            </a:custGeom>
            <a:solidFill>
              <a:schemeClr val="dk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1" name="Google Shape;819;p59"/>
            <p:cNvSpPr/>
            <p:nvPr/>
          </p:nvSpPr>
          <p:spPr>
            <a:xfrm>
              <a:off x="7446600" y="3970800"/>
              <a:ext cx="131040" cy="10800"/>
            </a:xfrm>
            <a:custGeom>
              <a:avLst/>
              <a:gdLst>
                <a:gd name="textAreaLeft" fmla="*/ 0 w 131040"/>
                <a:gd name="textAreaRight" fmla="*/ 131400 w 131040"/>
                <a:gd name="textAreaTop" fmla="*/ 0 h 10800"/>
                <a:gd name="textAreaBottom" fmla="*/ 11160 h 10800"/>
              </a:gdLst>
              <a:ahLst/>
              <a:cxnLst/>
              <a:rect l="textAreaLeft" t="textAreaTop" r="textAreaRight" b="textAreaBottom"/>
              <a:pathLst>
                <a:path w="10478" h="899">
                  <a:moveTo>
                    <a:pt x="5688" y="1"/>
                  </a:moveTo>
                  <a:lnTo>
                    <a:pt x="2994" y="150"/>
                  </a:lnTo>
                  <a:lnTo>
                    <a:pt x="150" y="300"/>
                  </a:lnTo>
                  <a:lnTo>
                    <a:pt x="0" y="450"/>
                  </a:lnTo>
                  <a:lnTo>
                    <a:pt x="150" y="599"/>
                  </a:lnTo>
                  <a:lnTo>
                    <a:pt x="2994" y="899"/>
                  </a:lnTo>
                  <a:lnTo>
                    <a:pt x="8083" y="899"/>
                  </a:lnTo>
                  <a:lnTo>
                    <a:pt x="9280" y="749"/>
                  </a:lnTo>
                  <a:lnTo>
                    <a:pt x="10478" y="599"/>
                  </a:lnTo>
                  <a:lnTo>
                    <a:pt x="10478" y="450"/>
                  </a:lnTo>
                  <a:lnTo>
                    <a:pt x="9280" y="150"/>
                  </a:lnTo>
                  <a:lnTo>
                    <a:pt x="8083" y="1"/>
                  </a:lnTo>
                  <a:close/>
                </a:path>
              </a:pathLst>
            </a:custGeom>
            <a:solidFill>
              <a:schemeClr val="dk1"/>
            </a:solidFill>
            <a:ln w="0">
              <a:noFill/>
            </a:ln>
          </p:spPr>
          <p:style>
            <a:lnRef idx="0"/>
            <a:fillRef idx="0"/>
            <a:effectRef idx="0"/>
            <a:fontRef idx="minor"/>
          </p:style>
          <p:txBody>
            <a:bodyPr tIns="5400" bIns="5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2" name="Google Shape;820;p59"/>
            <p:cNvSpPr/>
            <p:nvPr/>
          </p:nvSpPr>
          <p:spPr>
            <a:xfrm>
              <a:off x="7454160" y="3929760"/>
              <a:ext cx="123480" cy="12960"/>
            </a:xfrm>
            <a:custGeom>
              <a:avLst/>
              <a:gdLst>
                <a:gd name="textAreaLeft" fmla="*/ 0 w 123480"/>
                <a:gd name="textAreaRight" fmla="*/ 123840 w 123480"/>
                <a:gd name="textAreaTop" fmla="*/ 0 h 12960"/>
                <a:gd name="textAreaBottom" fmla="*/ 13320 h 12960"/>
              </a:gdLst>
              <a:ahLst/>
              <a:cxnLst/>
              <a:rect l="textAreaLeft" t="textAreaTop" r="textAreaRight" b="textAreaBottom"/>
              <a:pathLst>
                <a:path w="9879" h="1049">
                  <a:moveTo>
                    <a:pt x="4939" y="1"/>
                  </a:moveTo>
                  <a:lnTo>
                    <a:pt x="2545" y="150"/>
                  </a:lnTo>
                  <a:lnTo>
                    <a:pt x="150" y="300"/>
                  </a:lnTo>
                  <a:lnTo>
                    <a:pt x="0" y="450"/>
                  </a:lnTo>
                  <a:lnTo>
                    <a:pt x="150" y="599"/>
                  </a:lnTo>
                  <a:lnTo>
                    <a:pt x="2545" y="899"/>
                  </a:lnTo>
                  <a:lnTo>
                    <a:pt x="4939" y="1049"/>
                  </a:lnTo>
                  <a:lnTo>
                    <a:pt x="7484" y="1049"/>
                  </a:lnTo>
                  <a:lnTo>
                    <a:pt x="8532" y="899"/>
                  </a:lnTo>
                  <a:lnTo>
                    <a:pt x="9729" y="749"/>
                  </a:lnTo>
                  <a:lnTo>
                    <a:pt x="9879" y="599"/>
                  </a:lnTo>
                  <a:lnTo>
                    <a:pt x="9729" y="450"/>
                  </a:lnTo>
                  <a:lnTo>
                    <a:pt x="8532" y="150"/>
                  </a:lnTo>
                  <a:lnTo>
                    <a:pt x="7484" y="1"/>
                  </a:lnTo>
                  <a:close/>
                </a:path>
              </a:pathLst>
            </a:custGeom>
            <a:solidFill>
              <a:schemeClr val="dk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3" name="Google Shape;821;p59"/>
            <p:cNvSpPr/>
            <p:nvPr/>
          </p:nvSpPr>
          <p:spPr>
            <a:xfrm>
              <a:off x="7459920" y="3890160"/>
              <a:ext cx="121680" cy="10800"/>
            </a:xfrm>
            <a:custGeom>
              <a:avLst/>
              <a:gdLst>
                <a:gd name="textAreaLeft" fmla="*/ 0 w 121680"/>
                <a:gd name="textAreaRight" fmla="*/ 122040 w 121680"/>
                <a:gd name="textAreaTop" fmla="*/ 0 h 10800"/>
                <a:gd name="textAreaBottom" fmla="*/ 11160 h 10800"/>
              </a:gdLst>
              <a:ahLst/>
              <a:cxnLst/>
              <a:rect l="textAreaLeft" t="textAreaTop" r="textAreaRight" b="textAreaBottom"/>
              <a:pathLst>
                <a:path w="9730" h="899">
                  <a:moveTo>
                    <a:pt x="5239" y="1"/>
                  </a:moveTo>
                  <a:lnTo>
                    <a:pt x="2694" y="150"/>
                  </a:lnTo>
                  <a:lnTo>
                    <a:pt x="150" y="300"/>
                  </a:lnTo>
                  <a:lnTo>
                    <a:pt x="0" y="300"/>
                  </a:lnTo>
                  <a:lnTo>
                    <a:pt x="0" y="450"/>
                  </a:lnTo>
                  <a:lnTo>
                    <a:pt x="0" y="599"/>
                  </a:lnTo>
                  <a:lnTo>
                    <a:pt x="150" y="599"/>
                  </a:lnTo>
                  <a:lnTo>
                    <a:pt x="2694" y="749"/>
                  </a:lnTo>
                  <a:lnTo>
                    <a:pt x="5239" y="899"/>
                  </a:lnTo>
                  <a:lnTo>
                    <a:pt x="8532" y="899"/>
                  </a:lnTo>
                  <a:lnTo>
                    <a:pt x="9580" y="599"/>
                  </a:lnTo>
                  <a:lnTo>
                    <a:pt x="9729" y="450"/>
                  </a:lnTo>
                  <a:lnTo>
                    <a:pt x="9580" y="300"/>
                  </a:lnTo>
                  <a:lnTo>
                    <a:pt x="8532" y="150"/>
                  </a:lnTo>
                  <a:lnTo>
                    <a:pt x="7334" y="1"/>
                  </a:lnTo>
                  <a:close/>
                </a:path>
              </a:pathLst>
            </a:custGeom>
            <a:solidFill>
              <a:schemeClr val="dk1"/>
            </a:solidFill>
            <a:ln w="0">
              <a:noFill/>
            </a:ln>
          </p:spPr>
          <p:style>
            <a:lnRef idx="0"/>
            <a:fillRef idx="0"/>
            <a:effectRef idx="0"/>
            <a:fontRef idx="minor"/>
          </p:style>
          <p:txBody>
            <a:bodyPr tIns="5400" bIns="5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4" name="Google Shape;822;p59"/>
            <p:cNvSpPr/>
            <p:nvPr/>
          </p:nvSpPr>
          <p:spPr>
            <a:xfrm>
              <a:off x="7465680" y="3850920"/>
              <a:ext cx="117720" cy="10800"/>
            </a:xfrm>
            <a:custGeom>
              <a:avLst/>
              <a:gdLst>
                <a:gd name="textAreaLeft" fmla="*/ 0 w 117720"/>
                <a:gd name="textAreaRight" fmla="*/ 118080 w 117720"/>
                <a:gd name="textAreaTop" fmla="*/ 0 h 10800"/>
                <a:gd name="textAreaBottom" fmla="*/ 11160 h 10800"/>
              </a:gdLst>
              <a:ahLst/>
              <a:cxnLst/>
              <a:rect l="textAreaLeft" t="textAreaTop" r="textAreaRight" b="textAreaBottom"/>
              <a:pathLst>
                <a:path w="9430" h="899">
                  <a:moveTo>
                    <a:pt x="2395" y="0"/>
                  </a:moveTo>
                  <a:lnTo>
                    <a:pt x="150" y="300"/>
                  </a:lnTo>
                  <a:lnTo>
                    <a:pt x="0" y="449"/>
                  </a:lnTo>
                  <a:lnTo>
                    <a:pt x="150" y="599"/>
                  </a:lnTo>
                  <a:lnTo>
                    <a:pt x="2395" y="749"/>
                  </a:lnTo>
                  <a:lnTo>
                    <a:pt x="4640" y="898"/>
                  </a:lnTo>
                  <a:lnTo>
                    <a:pt x="9131" y="599"/>
                  </a:lnTo>
                  <a:lnTo>
                    <a:pt x="9280" y="599"/>
                  </a:lnTo>
                  <a:lnTo>
                    <a:pt x="9430" y="449"/>
                  </a:lnTo>
                  <a:lnTo>
                    <a:pt x="9280" y="150"/>
                  </a:lnTo>
                  <a:lnTo>
                    <a:pt x="9131" y="150"/>
                  </a:lnTo>
                  <a:lnTo>
                    <a:pt x="4640" y="0"/>
                  </a:lnTo>
                  <a:close/>
                </a:path>
              </a:pathLst>
            </a:custGeom>
            <a:solidFill>
              <a:schemeClr val="dk1"/>
            </a:solidFill>
            <a:ln w="0">
              <a:noFill/>
            </a:ln>
          </p:spPr>
          <p:style>
            <a:lnRef idx="0"/>
            <a:fillRef idx="0"/>
            <a:effectRef idx="0"/>
            <a:fontRef idx="minor"/>
          </p:style>
          <p:txBody>
            <a:bodyPr tIns="5400" bIns="5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5" name="Google Shape;823;p59"/>
            <p:cNvSpPr/>
            <p:nvPr/>
          </p:nvSpPr>
          <p:spPr>
            <a:xfrm>
              <a:off x="7469280" y="3807720"/>
              <a:ext cx="117720" cy="10800"/>
            </a:xfrm>
            <a:custGeom>
              <a:avLst/>
              <a:gdLst>
                <a:gd name="textAreaLeft" fmla="*/ 0 w 117720"/>
                <a:gd name="textAreaRight" fmla="*/ 118080 w 117720"/>
                <a:gd name="textAreaTop" fmla="*/ 0 h 10800"/>
                <a:gd name="textAreaBottom" fmla="*/ 11160 h 10800"/>
              </a:gdLst>
              <a:ahLst/>
              <a:cxnLst/>
              <a:rect l="textAreaLeft" t="textAreaTop" r="textAreaRight" b="textAreaBottom"/>
              <a:pathLst>
                <a:path w="9431" h="899">
                  <a:moveTo>
                    <a:pt x="1198" y="1"/>
                  </a:moveTo>
                  <a:lnTo>
                    <a:pt x="150" y="300"/>
                  </a:lnTo>
                  <a:lnTo>
                    <a:pt x="1" y="300"/>
                  </a:lnTo>
                  <a:lnTo>
                    <a:pt x="1" y="450"/>
                  </a:lnTo>
                  <a:lnTo>
                    <a:pt x="1" y="599"/>
                  </a:lnTo>
                  <a:lnTo>
                    <a:pt x="150" y="599"/>
                  </a:lnTo>
                  <a:lnTo>
                    <a:pt x="1198" y="899"/>
                  </a:lnTo>
                  <a:lnTo>
                    <a:pt x="6736" y="899"/>
                  </a:lnTo>
                  <a:lnTo>
                    <a:pt x="9281" y="749"/>
                  </a:lnTo>
                  <a:lnTo>
                    <a:pt x="9430" y="749"/>
                  </a:lnTo>
                  <a:lnTo>
                    <a:pt x="9430" y="599"/>
                  </a:lnTo>
                  <a:lnTo>
                    <a:pt x="9430" y="450"/>
                  </a:lnTo>
                  <a:lnTo>
                    <a:pt x="9281" y="450"/>
                  </a:lnTo>
                  <a:lnTo>
                    <a:pt x="6736" y="150"/>
                  </a:lnTo>
                  <a:lnTo>
                    <a:pt x="4341" y="150"/>
                  </a:lnTo>
                  <a:lnTo>
                    <a:pt x="2246" y="1"/>
                  </a:lnTo>
                  <a:close/>
                </a:path>
              </a:pathLst>
            </a:custGeom>
            <a:solidFill>
              <a:schemeClr val="dk1"/>
            </a:solidFill>
            <a:ln w="0">
              <a:noFill/>
            </a:ln>
          </p:spPr>
          <p:style>
            <a:lnRef idx="0"/>
            <a:fillRef idx="0"/>
            <a:effectRef idx="0"/>
            <a:fontRef idx="minor"/>
          </p:style>
          <p:txBody>
            <a:bodyPr tIns="5400" bIns="5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6" name="Google Shape;824;p59"/>
            <p:cNvSpPr/>
            <p:nvPr/>
          </p:nvSpPr>
          <p:spPr>
            <a:xfrm>
              <a:off x="7476840" y="3768120"/>
              <a:ext cx="102960" cy="10800"/>
            </a:xfrm>
            <a:custGeom>
              <a:avLst/>
              <a:gdLst>
                <a:gd name="textAreaLeft" fmla="*/ 0 w 102960"/>
                <a:gd name="textAreaRight" fmla="*/ 103320 w 102960"/>
                <a:gd name="textAreaTop" fmla="*/ 0 h 10800"/>
                <a:gd name="textAreaBottom" fmla="*/ 11160 h 10800"/>
              </a:gdLst>
              <a:ahLst/>
              <a:cxnLst/>
              <a:rect l="textAreaLeft" t="textAreaTop" r="textAreaRight" b="textAreaBottom"/>
              <a:pathLst>
                <a:path w="8233" h="899">
                  <a:moveTo>
                    <a:pt x="4042" y="0"/>
                  </a:moveTo>
                  <a:lnTo>
                    <a:pt x="2096" y="150"/>
                  </a:lnTo>
                  <a:lnTo>
                    <a:pt x="150" y="300"/>
                  </a:lnTo>
                  <a:lnTo>
                    <a:pt x="0" y="449"/>
                  </a:lnTo>
                  <a:lnTo>
                    <a:pt x="150" y="599"/>
                  </a:lnTo>
                  <a:lnTo>
                    <a:pt x="4042" y="898"/>
                  </a:lnTo>
                  <a:lnTo>
                    <a:pt x="5987" y="898"/>
                  </a:lnTo>
                  <a:lnTo>
                    <a:pt x="7933" y="749"/>
                  </a:lnTo>
                  <a:lnTo>
                    <a:pt x="8233" y="749"/>
                  </a:lnTo>
                  <a:lnTo>
                    <a:pt x="8233" y="449"/>
                  </a:lnTo>
                  <a:lnTo>
                    <a:pt x="8233" y="300"/>
                  </a:lnTo>
                  <a:lnTo>
                    <a:pt x="7933" y="300"/>
                  </a:lnTo>
                  <a:lnTo>
                    <a:pt x="5987" y="0"/>
                  </a:lnTo>
                  <a:close/>
                </a:path>
              </a:pathLst>
            </a:custGeom>
            <a:solidFill>
              <a:schemeClr val="dk1"/>
            </a:solidFill>
            <a:ln w="0">
              <a:noFill/>
            </a:ln>
          </p:spPr>
          <p:style>
            <a:lnRef idx="0"/>
            <a:fillRef idx="0"/>
            <a:effectRef idx="0"/>
            <a:fontRef idx="minor"/>
          </p:style>
          <p:txBody>
            <a:bodyPr tIns="5400" bIns="5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7" name="Google Shape;825;p59"/>
            <p:cNvSpPr/>
            <p:nvPr/>
          </p:nvSpPr>
          <p:spPr>
            <a:xfrm>
              <a:off x="7484400" y="3727080"/>
              <a:ext cx="121680" cy="12960"/>
            </a:xfrm>
            <a:custGeom>
              <a:avLst/>
              <a:gdLst>
                <a:gd name="textAreaLeft" fmla="*/ 0 w 121680"/>
                <a:gd name="textAreaRight" fmla="*/ 122040 w 121680"/>
                <a:gd name="textAreaTop" fmla="*/ 0 h 12960"/>
                <a:gd name="textAreaBottom" fmla="*/ 13320 h 12960"/>
              </a:gdLst>
              <a:ahLst/>
              <a:cxnLst/>
              <a:rect l="textAreaLeft" t="textAreaTop" r="textAreaRight" b="textAreaBottom"/>
              <a:pathLst>
                <a:path w="9731" h="1049">
                  <a:moveTo>
                    <a:pt x="4791" y="0"/>
                  </a:moveTo>
                  <a:lnTo>
                    <a:pt x="2396" y="150"/>
                  </a:lnTo>
                  <a:lnTo>
                    <a:pt x="151" y="450"/>
                  </a:lnTo>
                  <a:lnTo>
                    <a:pt x="1" y="599"/>
                  </a:lnTo>
                  <a:lnTo>
                    <a:pt x="151" y="749"/>
                  </a:lnTo>
                  <a:lnTo>
                    <a:pt x="2096" y="899"/>
                  </a:lnTo>
                  <a:lnTo>
                    <a:pt x="4042" y="1048"/>
                  </a:lnTo>
                  <a:lnTo>
                    <a:pt x="7784" y="1048"/>
                  </a:lnTo>
                  <a:lnTo>
                    <a:pt x="9580" y="749"/>
                  </a:lnTo>
                  <a:lnTo>
                    <a:pt x="9730" y="749"/>
                  </a:lnTo>
                  <a:lnTo>
                    <a:pt x="9730" y="450"/>
                  </a:lnTo>
                  <a:lnTo>
                    <a:pt x="9580" y="300"/>
                  </a:lnTo>
                  <a:lnTo>
                    <a:pt x="7185" y="0"/>
                  </a:lnTo>
                  <a:close/>
                </a:path>
              </a:pathLst>
            </a:custGeom>
            <a:solidFill>
              <a:schemeClr val="dk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8" name="Google Shape;826;p59"/>
            <p:cNvSpPr/>
            <p:nvPr/>
          </p:nvSpPr>
          <p:spPr>
            <a:xfrm>
              <a:off x="7488000" y="3687480"/>
              <a:ext cx="99000" cy="10800"/>
            </a:xfrm>
            <a:custGeom>
              <a:avLst/>
              <a:gdLst>
                <a:gd name="textAreaLeft" fmla="*/ 0 w 99000"/>
                <a:gd name="textAreaRight" fmla="*/ 99360 w 99000"/>
                <a:gd name="textAreaTop" fmla="*/ 0 h 10800"/>
                <a:gd name="textAreaBottom" fmla="*/ 11160 h 10800"/>
              </a:gdLst>
              <a:ahLst/>
              <a:cxnLst/>
              <a:rect l="textAreaLeft" t="textAreaTop" r="textAreaRight" b="textAreaBottom"/>
              <a:pathLst>
                <a:path w="7934" h="899">
                  <a:moveTo>
                    <a:pt x="1946" y="0"/>
                  </a:moveTo>
                  <a:lnTo>
                    <a:pt x="150" y="300"/>
                  </a:lnTo>
                  <a:lnTo>
                    <a:pt x="0" y="449"/>
                  </a:lnTo>
                  <a:lnTo>
                    <a:pt x="150" y="599"/>
                  </a:lnTo>
                  <a:lnTo>
                    <a:pt x="1946" y="898"/>
                  </a:lnTo>
                  <a:lnTo>
                    <a:pt x="5838" y="898"/>
                  </a:lnTo>
                  <a:lnTo>
                    <a:pt x="7634" y="749"/>
                  </a:lnTo>
                  <a:lnTo>
                    <a:pt x="7784" y="599"/>
                  </a:lnTo>
                  <a:lnTo>
                    <a:pt x="7933" y="449"/>
                  </a:lnTo>
                  <a:lnTo>
                    <a:pt x="7784" y="300"/>
                  </a:lnTo>
                  <a:lnTo>
                    <a:pt x="7634" y="300"/>
                  </a:lnTo>
                  <a:lnTo>
                    <a:pt x="5838" y="150"/>
                  </a:lnTo>
                  <a:lnTo>
                    <a:pt x="3892" y="0"/>
                  </a:lnTo>
                  <a:close/>
                </a:path>
              </a:pathLst>
            </a:custGeom>
            <a:solidFill>
              <a:schemeClr val="dk1"/>
            </a:solidFill>
            <a:ln w="0">
              <a:noFill/>
            </a:ln>
          </p:spPr>
          <p:style>
            <a:lnRef idx="0"/>
            <a:fillRef idx="0"/>
            <a:effectRef idx="0"/>
            <a:fontRef idx="minor"/>
          </p:style>
          <p:txBody>
            <a:bodyPr tIns="5400" bIns="5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9" name="Google Shape;827;p59"/>
            <p:cNvSpPr/>
            <p:nvPr/>
          </p:nvSpPr>
          <p:spPr>
            <a:xfrm>
              <a:off x="7499160" y="3606840"/>
              <a:ext cx="82080" cy="12600"/>
            </a:xfrm>
            <a:custGeom>
              <a:avLst/>
              <a:gdLst>
                <a:gd name="textAreaLeft" fmla="*/ 0 w 82080"/>
                <a:gd name="textAreaRight" fmla="*/ 82440 w 82080"/>
                <a:gd name="textAreaTop" fmla="*/ 0 h 12600"/>
                <a:gd name="textAreaBottom" fmla="*/ 12960 h 12600"/>
              </a:gdLst>
              <a:ahLst/>
              <a:cxnLst/>
              <a:rect l="textAreaLeft" t="textAreaTop" r="textAreaRight" b="textAreaBottom"/>
              <a:pathLst>
                <a:path w="6587" h="1048">
                  <a:moveTo>
                    <a:pt x="2994" y="0"/>
                  </a:moveTo>
                  <a:lnTo>
                    <a:pt x="1497" y="150"/>
                  </a:lnTo>
                  <a:lnTo>
                    <a:pt x="150" y="449"/>
                  </a:lnTo>
                  <a:lnTo>
                    <a:pt x="0" y="449"/>
                  </a:lnTo>
                  <a:lnTo>
                    <a:pt x="0" y="599"/>
                  </a:lnTo>
                  <a:lnTo>
                    <a:pt x="150" y="748"/>
                  </a:lnTo>
                  <a:lnTo>
                    <a:pt x="1647" y="898"/>
                  </a:lnTo>
                  <a:lnTo>
                    <a:pt x="3293" y="1048"/>
                  </a:lnTo>
                  <a:lnTo>
                    <a:pt x="4790" y="898"/>
                  </a:lnTo>
                  <a:lnTo>
                    <a:pt x="6437" y="748"/>
                  </a:lnTo>
                  <a:lnTo>
                    <a:pt x="6586" y="599"/>
                  </a:lnTo>
                  <a:lnTo>
                    <a:pt x="6586" y="449"/>
                  </a:lnTo>
                  <a:lnTo>
                    <a:pt x="6586" y="299"/>
                  </a:lnTo>
                  <a:lnTo>
                    <a:pt x="6437" y="299"/>
                  </a:lnTo>
                  <a:lnTo>
                    <a:pt x="5838" y="150"/>
                  </a:lnTo>
                  <a:lnTo>
                    <a:pt x="4341" y="0"/>
                  </a:lnTo>
                  <a:close/>
                </a:path>
              </a:pathLst>
            </a:custGeom>
            <a:solidFill>
              <a:schemeClr val="dk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0" name="Google Shape;828;p59"/>
            <p:cNvSpPr/>
            <p:nvPr/>
          </p:nvSpPr>
          <p:spPr>
            <a:xfrm>
              <a:off x="7493760" y="3648240"/>
              <a:ext cx="86040" cy="10800"/>
            </a:xfrm>
            <a:custGeom>
              <a:avLst/>
              <a:gdLst>
                <a:gd name="textAreaLeft" fmla="*/ 0 w 86040"/>
                <a:gd name="textAreaRight" fmla="*/ 86400 w 86040"/>
                <a:gd name="textAreaTop" fmla="*/ 0 h 10800"/>
                <a:gd name="textAreaBottom" fmla="*/ 11160 h 10800"/>
              </a:gdLst>
              <a:ahLst/>
              <a:cxnLst/>
              <a:rect l="textAreaLeft" t="textAreaTop" r="textAreaRight" b="textAreaBottom"/>
              <a:pathLst>
                <a:path w="6886" h="900">
                  <a:moveTo>
                    <a:pt x="1796" y="1"/>
                  </a:moveTo>
                  <a:lnTo>
                    <a:pt x="150" y="300"/>
                  </a:lnTo>
                  <a:lnTo>
                    <a:pt x="0" y="300"/>
                  </a:lnTo>
                  <a:lnTo>
                    <a:pt x="0" y="450"/>
                  </a:lnTo>
                  <a:lnTo>
                    <a:pt x="150" y="600"/>
                  </a:lnTo>
                  <a:lnTo>
                    <a:pt x="1796" y="749"/>
                  </a:lnTo>
                  <a:lnTo>
                    <a:pt x="3443" y="899"/>
                  </a:lnTo>
                  <a:lnTo>
                    <a:pt x="5089" y="899"/>
                  </a:lnTo>
                  <a:lnTo>
                    <a:pt x="6736" y="600"/>
                  </a:lnTo>
                  <a:lnTo>
                    <a:pt x="6886" y="600"/>
                  </a:lnTo>
                  <a:lnTo>
                    <a:pt x="6886" y="450"/>
                  </a:lnTo>
                  <a:lnTo>
                    <a:pt x="6886" y="300"/>
                  </a:lnTo>
                  <a:lnTo>
                    <a:pt x="6736" y="151"/>
                  </a:lnTo>
                  <a:lnTo>
                    <a:pt x="5089" y="1"/>
                  </a:lnTo>
                  <a:close/>
                </a:path>
              </a:pathLst>
            </a:custGeom>
            <a:solidFill>
              <a:schemeClr val="dk1"/>
            </a:solidFill>
            <a:ln w="0">
              <a:noFill/>
            </a:ln>
          </p:spPr>
          <p:style>
            <a:lnRef idx="0"/>
            <a:fillRef idx="0"/>
            <a:effectRef idx="0"/>
            <a:fontRef idx="minor"/>
          </p:style>
          <p:txBody>
            <a:bodyPr tIns="5400" bIns="5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1" name="Google Shape;829;p59"/>
            <p:cNvSpPr/>
            <p:nvPr/>
          </p:nvSpPr>
          <p:spPr>
            <a:xfrm>
              <a:off x="7504920" y="3565440"/>
              <a:ext cx="74880" cy="12600"/>
            </a:xfrm>
            <a:custGeom>
              <a:avLst/>
              <a:gdLst>
                <a:gd name="textAreaLeft" fmla="*/ 0 w 74880"/>
                <a:gd name="textAreaRight" fmla="*/ 75240 w 74880"/>
                <a:gd name="textAreaTop" fmla="*/ 0 h 12600"/>
                <a:gd name="textAreaBottom" fmla="*/ 12960 h 12600"/>
              </a:gdLst>
              <a:ahLst/>
              <a:cxnLst/>
              <a:rect l="textAreaLeft" t="textAreaTop" r="textAreaRight" b="textAreaBottom"/>
              <a:pathLst>
                <a:path w="5988" h="1048">
                  <a:moveTo>
                    <a:pt x="2844" y="0"/>
                  </a:moveTo>
                  <a:lnTo>
                    <a:pt x="1497" y="150"/>
                  </a:lnTo>
                  <a:lnTo>
                    <a:pt x="0" y="299"/>
                  </a:lnTo>
                  <a:lnTo>
                    <a:pt x="0" y="599"/>
                  </a:lnTo>
                  <a:lnTo>
                    <a:pt x="0" y="749"/>
                  </a:lnTo>
                  <a:lnTo>
                    <a:pt x="1497" y="898"/>
                  </a:lnTo>
                  <a:lnTo>
                    <a:pt x="2844" y="1048"/>
                  </a:lnTo>
                  <a:lnTo>
                    <a:pt x="4341" y="1048"/>
                  </a:lnTo>
                  <a:lnTo>
                    <a:pt x="5688" y="749"/>
                  </a:lnTo>
                  <a:lnTo>
                    <a:pt x="5838" y="599"/>
                  </a:lnTo>
                  <a:lnTo>
                    <a:pt x="5988" y="599"/>
                  </a:lnTo>
                  <a:lnTo>
                    <a:pt x="5838" y="449"/>
                  </a:lnTo>
                  <a:lnTo>
                    <a:pt x="5688" y="299"/>
                  </a:lnTo>
                  <a:lnTo>
                    <a:pt x="4341" y="0"/>
                  </a:lnTo>
                  <a:close/>
                </a:path>
              </a:pathLst>
            </a:custGeom>
            <a:solidFill>
              <a:schemeClr val="dk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2" name="Google Shape;830;p59"/>
            <p:cNvSpPr/>
            <p:nvPr/>
          </p:nvSpPr>
          <p:spPr>
            <a:xfrm>
              <a:off x="7510680" y="3526200"/>
              <a:ext cx="67320" cy="12960"/>
            </a:xfrm>
            <a:custGeom>
              <a:avLst/>
              <a:gdLst>
                <a:gd name="textAreaLeft" fmla="*/ 0 w 67320"/>
                <a:gd name="textAreaRight" fmla="*/ 67680 w 67320"/>
                <a:gd name="textAreaTop" fmla="*/ 0 h 12960"/>
                <a:gd name="textAreaBottom" fmla="*/ 13320 h 12960"/>
              </a:gdLst>
              <a:ahLst/>
              <a:cxnLst/>
              <a:rect l="textAreaLeft" t="textAreaTop" r="textAreaRight" b="textAreaBottom"/>
              <a:pathLst>
                <a:path w="5389" h="1049">
                  <a:moveTo>
                    <a:pt x="1497" y="1"/>
                  </a:moveTo>
                  <a:lnTo>
                    <a:pt x="150" y="300"/>
                  </a:lnTo>
                  <a:lnTo>
                    <a:pt x="150" y="450"/>
                  </a:lnTo>
                  <a:lnTo>
                    <a:pt x="0" y="450"/>
                  </a:lnTo>
                  <a:lnTo>
                    <a:pt x="150" y="600"/>
                  </a:lnTo>
                  <a:lnTo>
                    <a:pt x="150" y="749"/>
                  </a:lnTo>
                  <a:lnTo>
                    <a:pt x="1497" y="899"/>
                  </a:lnTo>
                  <a:lnTo>
                    <a:pt x="2695" y="1049"/>
                  </a:lnTo>
                  <a:lnTo>
                    <a:pt x="4042" y="899"/>
                  </a:lnTo>
                  <a:lnTo>
                    <a:pt x="5239" y="749"/>
                  </a:lnTo>
                  <a:lnTo>
                    <a:pt x="5389" y="600"/>
                  </a:lnTo>
                  <a:lnTo>
                    <a:pt x="5389" y="450"/>
                  </a:lnTo>
                  <a:lnTo>
                    <a:pt x="5389" y="300"/>
                  </a:lnTo>
                  <a:lnTo>
                    <a:pt x="5239" y="151"/>
                  </a:lnTo>
                  <a:lnTo>
                    <a:pt x="4042" y="1"/>
                  </a:lnTo>
                  <a:close/>
                </a:path>
              </a:pathLst>
            </a:custGeom>
            <a:solidFill>
              <a:schemeClr val="dk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3" name="Google Shape;831;p59"/>
            <p:cNvSpPr/>
            <p:nvPr/>
          </p:nvSpPr>
          <p:spPr>
            <a:xfrm>
              <a:off x="7516080" y="3486600"/>
              <a:ext cx="70920" cy="9000"/>
            </a:xfrm>
            <a:custGeom>
              <a:avLst/>
              <a:gdLst>
                <a:gd name="textAreaLeft" fmla="*/ 0 w 70920"/>
                <a:gd name="textAreaRight" fmla="*/ 71280 w 70920"/>
                <a:gd name="textAreaTop" fmla="*/ 0 h 9000"/>
                <a:gd name="textAreaBottom" fmla="*/ 9360 h 9000"/>
              </a:gdLst>
              <a:ahLst/>
              <a:cxnLst/>
              <a:rect l="textAreaLeft" t="textAreaTop" r="textAreaRight" b="textAreaBottom"/>
              <a:pathLst>
                <a:path w="5689" h="749">
                  <a:moveTo>
                    <a:pt x="1497" y="1"/>
                  </a:moveTo>
                  <a:lnTo>
                    <a:pt x="150" y="300"/>
                  </a:lnTo>
                  <a:lnTo>
                    <a:pt x="0" y="450"/>
                  </a:lnTo>
                  <a:lnTo>
                    <a:pt x="150" y="599"/>
                  </a:lnTo>
                  <a:lnTo>
                    <a:pt x="1497" y="749"/>
                  </a:lnTo>
                  <a:lnTo>
                    <a:pt x="4940" y="749"/>
                  </a:lnTo>
                  <a:lnTo>
                    <a:pt x="5539" y="450"/>
                  </a:lnTo>
                  <a:lnTo>
                    <a:pt x="5688" y="300"/>
                  </a:lnTo>
                  <a:lnTo>
                    <a:pt x="5539" y="150"/>
                  </a:lnTo>
                  <a:lnTo>
                    <a:pt x="4940" y="1"/>
                  </a:lnTo>
                  <a:close/>
                </a:path>
              </a:pathLst>
            </a:custGeom>
            <a:solidFill>
              <a:schemeClr val="dk1"/>
            </a:solidFill>
            <a:ln w="0">
              <a:noFill/>
            </a:ln>
          </p:spPr>
          <p:style>
            <a:lnRef idx="0"/>
            <a:fillRef idx="0"/>
            <a:effectRef idx="0"/>
            <a:fontRef idx="minor"/>
          </p:style>
          <p:txBody>
            <a:bodyPr tIns="4680" bIns="4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4" name="Google Shape;832;p59"/>
            <p:cNvSpPr/>
            <p:nvPr/>
          </p:nvSpPr>
          <p:spPr>
            <a:xfrm>
              <a:off x="7521840" y="3445560"/>
              <a:ext cx="67320" cy="10800"/>
            </a:xfrm>
            <a:custGeom>
              <a:avLst/>
              <a:gdLst>
                <a:gd name="textAreaLeft" fmla="*/ 0 w 67320"/>
                <a:gd name="textAreaRight" fmla="*/ 67680 w 67320"/>
                <a:gd name="textAreaTop" fmla="*/ 0 h 10800"/>
                <a:gd name="textAreaBottom" fmla="*/ 11160 h 10800"/>
              </a:gdLst>
              <a:ahLst/>
              <a:cxnLst/>
              <a:rect l="textAreaLeft" t="textAreaTop" r="textAreaRight" b="textAreaBottom"/>
              <a:pathLst>
                <a:path w="5389" h="899">
                  <a:moveTo>
                    <a:pt x="2844" y="1"/>
                  </a:moveTo>
                  <a:lnTo>
                    <a:pt x="1497" y="150"/>
                  </a:lnTo>
                  <a:lnTo>
                    <a:pt x="150" y="300"/>
                  </a:lnTo>
                  <a:lnTo>
                    <a:pt x="0" y="300"/>
                  </a:lnTo>
                  <a:lnTo>
                    <a:pt x="0" y="450"/>
                  </a:lnTo>
                  <a:lnTo>
                    <a:pt x="0" y="599"/>
                  </a:lnTo>
                  <a:lnTo>
                    <a:pt x="150" y="749"/>
                  </a:lnTo>
                  <a:lnTo>
                    <a:pt x="1497" y="899"/>
                  </a:lnTo>
                  <a:lnTo>
                    <a:pt x="4042" y="899"/>
                  </a:lnTo>
                  <a:lnTo>
                    <a:pt x="4790" y="749"/>
                  </a:lnTo>
                  <a:lnTo>
                    <a:pt x="5239" y="599"/>
                  </a:lnTo>
                  <a:lnTo>
                    <a:pt x="5389" y="450"/>
                  </a:lnTo>
                  <a:lnTo>
                    <a:pt x="5239" y="300"/>
                  </a:lnTo>
                  <a:lnTo>
                    <a:pt x="4790" y="150"/>
                  </a:lnTo>
                  <a:lnTo>
                    <a:pt x="4042" y="1"/>
                  </a:lnTo>
                  <a:close/>
                </a:path>
              </a:pathLst>
            </a:custGeom>
            <a:solidFill>
              <a:schemeClr val="dk1"/>
            </a:solidFill>
            <a:ln w="0">
              <a:noFill/>
            </a:ln>
          </p:spPr>
          <p:style>
            <a:lnRef idx="0"/>
            <a:fillRef idx="0"/>
            <a:effectRef idx="0"/>
            <a:fontRef idx="minor"/>
          </p:style>
          <p:txBody>
            <a:bodyPr tIns="5400" bIns="5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5" name="Google Shape;833;p59"/>
            <p:cNvSpPr/>
            <p:nvPr/>
          </p:nvSpPr>
          <p:spPr>
            <a:xfrm>
              <a:off x="7523640" y="3402360"/>
              <a:ext cx="67320" cy="14760"/>
            </a:xfrm>
            <a:custGeom>
              <a:avLst/>
              <a:gdLst>
                <a:gd name="textAreaLeft" fmla="*/ 0 w 67320"/>
                <a:gd name="textAreaRight" fmla="*/ 67680 w 67320"/>
                <a:gd name="textAreaTop" fmla="*/ 0 h 14760"/>
                <a:gd name="textAreaBottom" fmla="*/ 15120 h 14760"/>
              </a:gdLst>
              <a:ahLst/>
              <a:cxnLst/>
              <a:rect l="textAreaLeft" t="textAreaTop" r="textAreaRight" b="textAreaBottom"/>
              <a:pathLst>
                <a:path w="5389" h="1198">
                  <a:moveTo>
                    <a:pt x="2694" y="0"/>
                  </a:moveTo>
                  <a:lnTo>
                    <a:pt x="1347" y="150"/>
                  </a:lnTo>
                  <a:lnTo>
                    <a:pt x="150" y="449"/>
                  </a:lnTo>
                  <a:lnTo>
                    <a:pt x="0" y="449"/>
                  </a:lnTo>
                  <a:lnTo>
                    <a:pt x="0" y="599"/>
                  </a:lnTo>
                  <a:lnTo>
                    <a:pt x="0" y="748"/>
                  </a:lnTo>
                  <a:lnTo>
                    <a:pt x="150" y="898"/>
                  </a:lnTo>
                  <a:lnTo>
                    <a:pt x="1347" y="1048"/>
                  </a:lnTo>
                  <a:lnTo>
                    <a:pt x="2694" y="1198"/>
                  </a:lnTo>
                  <a:lnTo>
                    <a:pt x="4041" y="1198"/>
                  </a:lnTo>
                  <a:lnTo>
                    <a:pt x="4640" y="1048"/>
                  </a:lnTo>
                  <a:lnTo>
                    <a:pt x="5239" y="898"/>
                  </a:lnTo>
                  <a:lnTo>
                    <a:pt x="5389" y="748"/>
                  </a:lnTo>
                  <a:lnTo>
                    <a:pt x="5389" y="449"/>
                  </a:lnTo>
                  <a:lnTo>
                    <a:pt x="5239" y="449"/>
                  </a:lnTo>
                  <a:lnTo>
                    <a:pt x="4640" y="299"/>
                  </a:lnTo>
                  <a:lnTo>
                    <a:pt x="4041" y="150"/>
                  </a:lnTo>
                  <a:lnTo>
                    <a:pt x="2694" y="0"/>
                  </a:lnTo>
                  <a:close/>
                </a:path>
              </a:pathLst>
            </a:custGeom>
            <a:solidFill>
              <a:schemeClr val="dk1"/>
            </a:solidFill>
            <a:ln w="0">
              <a:noFill/>
            </a:ln>
          </p:spPr>
          <p:style>
            <a:lnRef idx="0"/>
            <a:fillRef idx="0"/>
            <a:effectRef idx="0"/>
            <a:fontRef idx="minor"/>
          </p:style>
          <p:txBody>
            <a:bodyPr tIns="7560" bIns="7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6" name="Google Shape;834;p59"/>
            <p:cNvSpPr/>
            <p:nvPr/>
          </p:nvSpPr>
          <p:spPr>
            <a:xfrm>
              <a:off x="7531200" y="3362760"/>
              <a:ext cx="67320" cy="12960"/>
            </a:xfrm>
            <a:custGeom>
              <a:avLst/>
              <a:gdLst>
                <a:gd name="textAreaLeft" fmla="*/ 0 w 67320"/>
                <a:gd name="textAreaRight" fmla="*/ 67680 w 67320"/>
                <a:gd name="textAreaTop" fmla="*/ 0 h 12960"/>
                <a:gd name="textAreaBottom" fmla="*/ 13320 h 12960"/>
              </a:gdLst>
              <a:ahLst/>
              <a:cxnLst/>
              <a:rect l="textAreaLeft" t="textAreaTop" r="textAreaRight" b="textAreaBottom"/>
              <a:pathLst>
                <a:path w="5390" h="1049">
                  <a:moveTo>
                    <a:pt x="2695" y="1"/>
                  </a:moveTo>
                  <a:lnTo>
                    <a:pt x="1348" y="151"/>
                  </a:lnTo>
                  <a:lnTo>
                    <a:pt x="151" y="300"/>
                  </a:lnTo>
                  <a:lnTo>
                    <a:pt x="1" y="600"/>
                  </a:lnTo>
                  <a:lnTo>
                    <a:pt x="151" y="749"/>
                  </a:lnTo>
                  <a:lnTo>
                    <a:pt x="1348" y="899"/>
                  </a:lnTo>
                  <a:lnTo>
                    <a:pt x="2695" y="1049"/>
                  </a:lnTo>
                  <a:lnTo>
                    <a:pt x="4042" y="1049"/>
                  </a:lnTo>
                  <a:lnTo>
                    <a:pt x="5240" y="749"/>
                  </a:lnTo>
                  <a:lnTo>
                    <a:pt x="5389" y="600"/>
                  </a:lnTo>
                  <a:lnTo>
                    <a:pt x="5240" y="300"/>
                  </a:lnTo>
                  <a:lnTo>
                    <a:pt x="4042" y="1"/>
                  </a:lnTo>
                  <a:close/>
                </a:path>
              </a:pathLst>
            </a:custGeom>
            <a:solidFill>
              <a:schemeClr val="dk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7" name="Google Shape;835;p59"/>
            <p:cNvSpPr/>
            <p:nvPr/>
          </p:nvSpPr>
          <p:spPr>
            <a:xfrm>
              <a:off x="7536960" y="3323520"/>
              <a:ext cx="54000" cy="10800"/>
            </a:xfrm>
            <a:custGeom>
              <a:avLst/>
              <a:gdLst>
                <a:gd name="textAreaLeft" fmla="*/ 0 w 54000"/>
                <a:gd name="textAreaRight" fmla="*/ 54360 w 54000"/>
                <a:gd name="textAreaTop" fmla="*/ 0 h 10800"/>
                <a:gd name="textAreaBottom" fmla="*/ 11160 h 10800"/>
              </a:gdLst>
              <a:ahLst/>
              <a:cxnLst/>
              <a:rect l="textAreaLeft" t="textAreaTop" r="textAreaRight" b="textAreaBottom"/>
              <a:pathLst>
                <a:path w="4342" h="899">
                  <a:moveTo>
                    <a:pt x="2246" y="1"/>
                  </a:moveTo>
                  <a:lnTo>
                    <a:pt x="1198" y="150"/>
                  </a:lnTo>
                  <a:lnTo>
                    <a:pt x="151" y="300"/>
                  </a:lnTo>
                  <a:lnTo>
                    <a:pt x="1" y="450"/>
                  </a:lnTo>
                  <a:lnTo>
                    <a:pt x="151" y="599"/>
                  </a:lnTo>
                  <a:lnTo>
                    <a:pt x="1198" y="899"/>
                  </a:lnTo>
                  <a:lnTo>
                    <a:pt x="3743" y="899"/>
                  </a:lnTo>
                  <a:lnTo>
                    <a:pt x="4342" y="599"/>
                  </a:lnTo>
                  <a:lnTo>
                    <a:pt x="4342" y="450"/>
                  </a:lnTo>
                  <a:lnTo>
                    <a:pt x="4342" y="300"/>
                  </a:lnTo>
                  <a:lnTo>
                    <a:pt x="3743" y="150"/>
                  </a:lnTo>
                  <a:lnTo>
                    <a:pt x="3294" y="1"/>
                  </a:lnTo>
                  <a:close/>
                </a:path>
              </a:pathLst>
            </a:custGeom>
            <a:solidFill>
              <a:schemeClr val="dk1"/>
            </a:solidFill>
            <a:ln w="0">
              <a:noFill/>
            </a:ln>
          </p:spPr>
          <p:style>
            <a:lnRef idx="0"/>
            <a:fillRef idx="0"/>
            <a:effectRef idx="0"/>
            <a:fontRef idx="minor"/>
          </p:style>
          <p:txBody>
            <a:bodyPr tIns="5400" bIns="5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8" name="Google Shape;836;p59"/>
            <p:cNvSpPr/>
            <p:nvPr/>
          </p:nvSpPr>
          <p:spPr>
            <a:xfrm>
              <a:off x="7542360" y="3283920"/>
              <a:ext cx="41040" cy="9000"/>
            </a:xfrm>
            <a:custGeom>
              <a:avLst/>
              <a:gdLst>
                <a:gd name="textAreaLeft" fmla="*/ 0 w 41040"/>
                <a:gd name="textAreaRight" fmla="*/ 41400 w 41040"/>
                <a:gd name="textAreaTop" fmla="*/ 0 h 9000"/>
                <a:gd name="textAreaBottom" fmla="*/ 9360 h 9000"/>
              </a:gdLst>
              <a:ahLst/>
              <a:cxnLst/>
              <a:rect l="textAreaLeft" t="textAreaTop" r="textAreaRight" b="textAreaBottom"/>
              <a:pathLst>
                <a:path w="3294" h="749">
                  <a:moveTo>
                    <a:pt x="1498" y="0"/>
                  </a:moveTo>
                  <a:lnTo>
                    <a:pt x="151" y="300"/>
                  </a:lnTo>
                  <a:lnTo>
                    <a:pt x="1" y="449"/>
                  </a:lnTo>
                  <a:lnTo>
                    <a:pt x="151" y="599"/>
                  </a:lnTo>
                  <a:lnTo>
                    <a:pt x="1647" y="749"/>
                  </a:lnTo>
                  <a:lnTo>
                    <a:pt x="2396" y="749"/>
                  </a:lnTo>
                  <a:lnTo>
                    <a:pt x="2995" y="599"/>
                  </a:lnTo>
                  <a:lnTo>
                    <a:pt x="3144" y="599"/>
                  </a:lnTo>
                  <a:lnTo>
                    <a:pt x="3294" y="449"/>
                  </a:lnTo>
                  <a:lnTo>
                    <a:pt x="3144" y="150"/>
                  </a:lnTo>
                  <a:lnTo>
                    <a:pt x="2995" y="150"/>
                  </a:lnTo>
                  <a:lnTo>
                    <a:pt x="2396" y="0"/>
                  </a:lnTo>
                  <a:close/>
                </a:path>
              </a:pathLst>
            </a:custGeom>
            <a:solidFill>
              <a:schemeClr val="dk1"/>
            </a:solidFill>
            <a:ln w="0">
              <a:noFill/>
            </a:ln>
          </p:spPr>
          <p:style>
            <a:lnRef idx="0"/>
            <a:fillRef idx="0"/>
            <a:effectRef idx="0"/>
            <a:fontRef idx="minor"/>
          </p:style>
          <p:txBody>
            <a:bodyPr tIns="4680" bIns="4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9" name="Google Shape;837;p59"/>
            <p:cNvSpPr/>
            <p:nvPr/>
          </p:nvSpPr>
          <p:spPr>
            <a:xfrm>
              <a:off x="7544520" y="3242880"/>
              <a:ext cx="35280" cy="10800"/>
            </a:xfrm>
            <a:custGeom>
              <a:avLst/>
              <a:gdLst>
                <a:gd name="textAreaLeft" fmla="*/ 0 w 35280"/>
                <a:gd name="textAreaRight" fmla="*/ 35640 w 35280"/>
                <a:gd name="textAreaTop" fmla="*/ 0 h 10800"/>
                <a:gd name="textAreaBottom" fmla="*/ 11160 h 10800"/>
              </a:gdLst>
              <a:ahLst/>
              <a:cxnLst/>
              <a:rect l="textAreaLeft" t="textAreaTop" r="textAreaRight" b="textAreaBottom"/>
              <a:pathLst>
                <a:path w="2845" h="899">
                  <a:moveTo>
                    <a:pt x="1348" y="0"/>
                  </a:moveTo>
                  <a:lnTo>
                    <a:pt x="749" y="150"/>
                  </a:lnTo>
                  <a:lnTo>
                    <a:pt x="150" y="300"/>
                  </a:lnTo>
                  <a:lnTo>
                    <a:pt x="1" y="449"/>
                  </a:lnTo>
                  <a:lnTo>
                    <a:pt x="150" y="599"/>
                  </a:lnTo>
                  <a:lnTo>
                    <a:pt x="749" y="898"/>
                  </a:lnTo>
                  <a:lnTo>
                    <a:pt x="1946" y="898"/>
                  </a:lnTo>
                  <a:lnTo>
                    <a:pt x="2545" y="749"/>
                  </a:lnTo>
                  <a:lnTo>
                    <a:pt x="2695" y="599"/>
                  </a:lnTo>
                  <a:lnTo>
                    <a:pt x="2845" y="449"/>
                  </a:lnTo>
                  <a:lnTo>
                    <a:pt x="2695" y="300"/>
                  </a:lnTo>
                  <a:lnTo>
                    <a:pt x="2545" y="150"/>
                  </a:lnTo>
                  <a:lnTo>
                    <a:pt x="1946" y="0"/>
                  </a:lnTo>
                  <a:close/>
                </a:path>
              </a:pathLst>
            </a:custGeom>
            <a:solidFill>
              <a:schemeClr val="dk1"/>
            </a:solidFill>
            <a:ln w="0">
              <a:noFill/>
            </a:ln>
          </p:spPr>
          <p:style>
            <a:lnRef idx="0"/>
            <a:fillRef idx="0"/>
            <a:effectRef idx="0"/>
            <a:fontRef idx="minor"/>
          </p:style>
          <p:txBody>
            <a:bodyPr tIns="5400" bIns="5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0" name="Google Shape;838;p59"/>
            <p:cNvSpPr/>
            <p:nvPr/>
          </p:nvSpPr>
          <p:spPr>
            <a:xfrm>
              <a:off x="7551720" y="3201480"/>
              <a:ext cx="33480" cy="12960"/>
            </a:xfrm>
            <a:custGeom>
              <a:avLst/>
              <a:gdLst>
                <a:gd name="textAreaLeft" fmla="*/ 0 w 33480"/>
                <a:gd name="textAreaRight" fmla="*/ 33840 w 33480"/>
                <a:gd name="textAreaTop" fmla="*/ 0 h 12960"/>
                <a:gd name="textAreaBottom" fmla="*/ 13320 h 12960"/>
              </a:gdLst>
              <a:ahLst/>
              <a:cxnLst/>
              <a:rect l="textAreaLeft" t="textAreaTop" r="textAreaRight" b="textAreaBottom"/>
              <a:pathLst>
                <a:path w="2695" h="1049">
                  <a:moveTo>
                    <a:pt x="1497" y="0"/>
                  </a:moveTo>
                  <a:lnTo>
                    <a:pt x="150" y="300"/>
                  </a:lnTo>
                  <a:lnTo>
                    <a:pt x="0" y="450"/>
                  </a:lnTo>
                  <a:lnTo>
                    <a:pt x="150" y="749"/>
                  </a:lnTo>
                  <a:lnTo>
                    <a:pt x="749" y="899"/>
                  </a:lnTo>
                  <a:lnTo>
                    <a:pt x="1497" y="1048"/>
                  </a:lnTo>
                  <a:lnTo>
                    <a:pt x="2096" y="899"/>
                  </a:lnTo>
                  <a:lnTo>
                    <a:pt x="2395" y="899"/>
                  </a:lnTo>
                  <a:lnTo>
                    <a:pt x="2695" y="749"/>
                  </a:lnTo>
                  <a:lnTo>
                    <a:pt x="2695" y="450"/>
                  </a:lnTo>
                  <a:lnTo>
                    <a:pt x="2695" y="300"/>
                  </a:lnTo>
                  <a:lnTo>
                    <a:pt x="2395" y="150"/>
                  </a:lnTo>
                  <a:lnTo>
                    <a:pt x="2096" y="0"/>
                  </a:lnTo>
                  <a:close/>
                </a:path>
              </a:pathLst>
            </a:custGeom>
            <a:solidFill>
              <a:schemeClr val="dk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1" name="Google Shape;839;p59"/>
            <p:cNvSpPr/>
            <p:nvPr/>
          </p:nvSpPr>
          <p:spPr>
            <a:xfrm>
              <a:off x="7555680" y="3164040"/>
              <a:ext cx="29520" cy="7200"/>
            </a:xfrm>
            <a:custGeom>
              <a:avLst/>
              <a:gdLst>
                <a:gd name="textAreaLeft" fmla="*/ 0 w 29520"/>
                <a:gd name="textAreaRight" fmla="*/ 29880 w 29520"/>
                <a:gd name="textAreaTop" fmla="*/ 0 h 7200"/>
                <a:gd name="textAreaBottom" fmla="*/ 7560 h 7200"/>
              </a:gdLst>
              <a:ahLst/>
              <a:cxnLst/>
              <a:rect l="textAreaLeft" t="textAreaTop" r="textAreaRight" b="textAreaBottom"/>
              <a:pathLst>
                <a:path w="2396" h="600">
                  <a:moveTo>
                    <a:pt x="1048" y="1"/>
                  </a:moveTo>
                  <a:lnTo>
                    <a:pt x="1" y="151"/>
                  </a:lnTo>
                  <a:lnTo>
                    <a:pt x="1" y="300"/>
                  </a:lnTo>
                  <a:lnTo>
                    <a:pt x="1" y="450"/>
                  </a:lnTo>
                  <a:lnTo>
                    <a:pt x="1048" y="600"/>
                  </a:lnTo>
                  <a:lnTo>
                    <a:pt x="2246" y="450"/>
                  </a:lnTo>
                  <a:lnTo>
                    <a:pt x="2396" y="300"/>
                  </a:lnTo>
                  <a:lnTo>
                    <a:pt x="2246" y="151"/>
                  </a:lnTo>
                  <a:lnTo>
                    <a:pt x="2246" y="1"/>
                  </a:lnTo>
                  <a:close/>
                </a:path>
              </a:pathLst>
            </a:custGeom>
            <a:solidFill>
              <a:schemeClr val="dk1"/>
            </a:solidFill>
            <a:ln w="0">
              <a:noFill/>
            </a:ln>
          </p:spPr>
          <p:style>
            <a:lnRef idx="0"/>
            <a:fillRef idx="0"/>
            <a:effectRef idx="0"/>
            <a:fontRef idx="minor"/>
          </p:style>
          <p:txBody>
            <a:bodyPr tIns="3600" bIns="36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2" name="Google Shape;840;p59"/>
            <p:cNvSpPr/>
            <p:nvPr/>
          </p:nvSpPr>
          <p:spPr>
            <a:xfrm>
              <a:off x="7427880" y="4269240"/>
              <a:ext cx="9000" cy="147960"/>
            </a:xfrm>
            <a:custGeom>
              <a:avLst/>
              <a:gdLst>
                <a:gd name="textAreaLeft" fmla="*/ 0 w 9000"/>
                <a:gd name="textAreaRight" fmla="*/ 9360 w 9000"/>
                <a:gd name="textAreaTop" fmla="*/ 0 h 147960"/>
                <a:gd name="textAreaBottom" fmla="*/ 148320 h 147960"/>
              </a:gdLst>
              <a:ahLst/>
              <a:cxnLst/>
              <a:rect l="textAreaLeft" t="textAreaTop" r="textAreaRight" b="textAreaBottom"/>
              <a:pathLst>
                <a:path w="749" h="11826">
                  <a:moveTo>
                    <a:pt x="300" y="1"/>
                  </a:moveTo>
                  <a:lnTo>
                    <a:pt x="150" y="150"/>
                  </a:lnTo>
                  <a:lnTo>
                    <a:pt x="150" y="300"/>
                  </a:lnTo>
                  <a:lnTo>
                    <a:pt x="150" y="749"/>
                  </a:lnTo>
                  <a:lnTo>
                    <a:pt x="1" y="1497"/>
                  </a:lnTo>
                  <a:lnTo>
                    <a:pt x="1" y="2096"/>
                  </a:lnTo>
                  <a:lnTo>
                    <a:pt x="1" y="2695"/>
                  </a:lnTo>
                  <a:lnTo>
                    <a:pt x="1" y="7185"/>
                  </a:lnTo>
                  <a:lnTo>
                    <a:pt x="150" y="11676"/>
                  </a:lnTo>
                  <a:lnTo>
                    <a:pt x="300" y="11825"/>
                  </a:lnTo>
                  <a:lnTo>
                    <a:pt x="450" y="11676"/>
                  </a:lnTo>
                  <a:lnTo>
                    <a:pt x="749" y="7185"/>
                  </a:lnTo>
                  <a:lnTo>
                    <a:pt x="599" y="2695"/>
                  </a:lnTo>
                  <a:lnTo>
                    <a:pt x="599" y="2096"/>
                  </a:lnTo>
                  <a:lnTo>
                    <a:pt x="599" y="1497"/>
                  </a:lnTo>
                  <a:lnTo>
                    <a:pt x="599" y="1348"/>
                  </a:lnTo>
                  <a:lnTo>
                    <a:pt x="599" y="749"/>
                  </a:lnTo>
                  <a:lnTo>
                    <a:pt x="450" y="300"/>
                  </a:lnTo>
                  <a:lnTo>
                    <a:pt x="300" y="1"/>
                  </a:lnTo>
                  <a:close/>
                </a:path>
              </a:pathLst>
            </a:custGeom>
            <a:solidFill>
              <a:schemeClr val="dk1"/>
            </a:solidFill>
            <a:ln w="0">
              <a:noFill/>
            </a:ln>
          </p:spPr>
          <p:style>
            <a:lnRef idx="0"/>
            <a:fillRef idx="0"/>
            <a:effectRef idx="0"/>
            <a:fontRef idx="minor"/>
          </p:style>
          <p:txBody>
            <a:bodyPr tIns="74160" bIns="741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3" name="Google Shape;841;p59"/>
            <p:cNvSpPr/>
            <p:nvPr/>
          </p:nvSpPr>
          <p:spPr>
            <a:xfrm>
              <a:off x="7347240" y="4280400"/>
              <a:ext cx="7200" cy="140400"/>
            </a:xfrm>
            <a:custGeom>
              <a:avLst/>
              <a:gdLst>
                <a:gd name="textAreaLeft" fmla="*/ 0 w 7200"/>
                <a:gd name="textAreaRight" fmla="*/ 7560 w 7200"/>
                <a:gd name="textAreaTop" fmla="*/ 0 h 140400"/>
                <a:gd name="textAreaBottom" fmla="*/ 140760 h 140400"/>
              </a:gdLst>
              <a:ahLst/>
              <a:cxnLst/>
              <a:rect l="textAreaLeft" t="textAreaTop" r="textAreaRight" b="textAreaBottom"/>
              <a:pathLst>
                <a:path w="600" h="11227">
                  <a:moveTo>
                    <a:pt x="300" y="1"/>
                  </a:moveTo>
                  <a:lnTo>
                    <a:pt x="150" y="150"/>
                  </a:lnTo>
                  <a:lnTo>
                    <a:pt x="0" y="5539"/>
                  </a:lnTo>
                  <a:lnTo>
                    <a:pt x="0" y="6587"/>
                  </a:lnTo>
                  <a:lnTo>
                    <a:pt x="0" y="7634"/>
                  </a:lnTo>
                  <a:lnTo>
                    <a:pt x="0" y="9430"/>
                  </a:lnTo>
                  <a:lnTo>
                    <a:pt x="150" y="11077"/>
                  </a:lnTo>
                  <a:lnTo>
                    <a:pt x="300" y="11227"/>
                  </a:lnTo>
                  <a:lnTo>
                    <a:pt x="449" y="11077"/>
                  </a:lnTo>
                  <a:lnTo>
                    <a:pt x="599" y="8832"/>
                  </a:lnTo>
                  <a:lnTo>
                    <a:pt x="599" y="6587"/>
                  </a:lnTo>
                  <a:lnTo>
                    <a:pt x="599" y="5539"/>
                  </a:lnTo>
                  <a:lnTo>
                    <a:pt x="599" y="4641"/>
                  </a:lnTo>
                  <a:lnTo>
                    <a:pt x="449" y="150"/>
                  </a:lnTo>
                  <a:lnTo>
                    <a:pt x="300" y="1"/>
                  </a:lnTo>
                  <a:close/>
                </a:path>
              </a:pathLst>
            </a:custGeom>
            <a:solidFill>
              <a:schemeClr val="dk1"/>
            </a:solidFill>
            <a:ln w="0">
              <a:noFill/>
            </a:ln>
          </p:spPr>
          <p:style>
            <a:lnRef idx="0"/>
            <a:fillRef idx="0"/>
            <a:effectRef idx="0"/>
            <a:fontRef idx="minor"/>
          </p:style>
          <p:txBody>
            <a:bodyPr tIns="70200" bIns="70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4" name="Google Shape;842;p59"/>
            <p:cNvSpPr/>
            <p:nvPr/>
          </p:nvSpPr>
          <p:spPr>
            <a:xfrm>
              <a:off x="7304040" y="4278600"/>
              <a:ext cx="12960" cy="136800"/>
            </a:xfrm>
            <a:custGeom>
              <a:avLst/>
              <a:gdLst>
                <a:gd name="textAreaLeft" fmla="*/ 0 w 12960"/>
                <a:gd name="textAreaRight" fmla="*/ 13320 w 12960"/>
                <a:gd name="textAreaTop" fmla="*/ 0 h 136800"/>
                <a:gd name="textAreaBottom" fmla="*/ 137160 h 136800"/>
              </a:gdLst>
              <a:ahLst/>
              <a:cxnLst/>
              <a:rect l="textAreaLeft" t="textAreaTop" r="textAreaRight" b="textAreaBottom"/>
              <a:pathLst>
                <a:path w="1049" h="10928">
                  <a:moveTo>
                    <a:pt x="450" y="1"/>
                  </a:moveTo>
                  <a:lnTo>
                    <a:pt x="150" y="2396"/>
                  </a:lnTo>
                  <a:lnTo>
                    <a:pt x="1" y="4940"/>
                  </a:lnTo>
                  <a:lnTo>
                    <a:pt x="1" y="7485"/>
                  </a:lnTo>
                  <a:lnTo>
                    <a:pt x="300" y="9880"/>
                  </a:lnTo>
                  <a:lnTo>
                    <a:pt x="300" y="10778"/>
                  </a:lnTo>
                  <a:lnTo>
                    <a:pt x="450" y="10928"/>
                  </a:lnTo>
                  <a:lnTo>
                    <a:pt x="600" y="10778"/>
                  </a:lnTo>
                  <a:lnTo>
                    <a:pt x="600" y="10478"/>
                  </a:lnTo>
                  <a:lnTo>
                    <a:pt x="749" y="9131"/>
                  </a:lnTo>
                  <a:lnTo>
                    <a:pt x="1049" y="6886"/>
                  </a:lnTo>
                  <a:lnTo>
                    <a:pt x="1049" y="4491"/>
                  </a:lnTo>
                  <a:lnTo>
                    <a:pt x="899" y="2246"/>
                  </a:lnTo>
                  <a:lnTo>
                    <a:pt x="600" y="1"/>
                  </a:lnTo>
                  <a:close/>
                </a:path>
              </a:pathLst>
            </a:custGeom>
            <a:solidFill>
              <a:schemeClr val="dk1"/>
            </a:solidFill>
            <a:ln w="0">
              <a:noFill/>
            </a:ln>
          </p:spPr>
          <p:style>
            <a:lnRef idx="0"/>
            <a:fillRef idx="0"/>
            <a:effectRef idx="0"/>
            <a:fontRef idx="minor"/>
          </p:style>
          <p:txBody>
            <a:bodyPr tIns="68400" bIns="68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5" name="Google Shape;843;p59"/>
            <p:cNvSpPr/>
            <p:nvPr/>
          </p:nvSpPr>
          <p:spPr>
            <a:xfrm>
              <a:off x="7264800" y="4284360"/>
              <a:ext cx="10800" cy="129240"/>
            </a:xfrm>
            <a:custGeom>
              <a:avLst/>
              <a:gdLst>
                <a:gd name="textAreaLeft" fmla="*/ 0 w 10800"/>
                <a:gd name="textAreaRight" fmla="*/ 11160 w 10800"/>
                <a:gd name="textAreaTop" fmla="*/ 0 h 129240"/>
                <a:gd name="textAreaBottom" fmla="*/ 129600 h 129240"/>
              </a:gdLst>
              <a:ahLst/>
              <a:cxnLst/>
              <a:rect l="textAreaLeft" t="textAreaTop" r="textAreaRight" b="textAreaBottom"/>
              <a:pathLst>
                <a:path w="899" h="10328">
                  <a:moveTo>
                    <a:pt x="300" y="0"/>
                  </a:moveTo>
                  <a:lnTo>
                    <a:pt x="150" y="1048"/>
                  </a:lnTo>
                  <a:lnTo>
                    <a:pt x="1" y="2245"/>
                  </a:lnTo>
                  <a:lnTo>
                    <a:pt x="1" y="4640"/>
                  </a:lnTo>
                  <a:lnTo>
                    <a:pt x="1" y="7484"/>
                  </a:lnTo>
                  <a:lnTo>
                    <a:pt x="300" y="10178"/>
                  </a:lnTo>
                  <a:lnTo>
                    <a:pt x="300" y="10328"/>
                  </a:lnTo>
                  <a:lnTo>
                    <a:pt x="599" y="10328"/>
                  </a:lnTo>
                  <a:lnTo>
                    <a:pt x="599" y="10178"/>
                  </a:lnTo>
                  <a:lnTo>
                    <a:pt x="749" y="7484"/>
                  </a:lnTo>
                  <a:lnTo>
                    <a:pt x="899" y="4640"/>
                  </a:lnTo>
                  <a:lnTo>
                    <a:pt x="899" y="2245"/>
                  </a:lnTo>
                  <a:lnTo>
                    <a:pt x="749" y="1048"/>
                  </a:lnTo>
                  <a:lnTo>
                    <a:pt x="450" y="0"/>
                  </a:lnTo>
                  <a:close/>
                </a:path>
              </a:pathLst>
            </a:custGeom>
            <a:solidFill>
              <a:schemeClr val="dk1"/>
            </a:solidFill>
            <a:ln w="0">
              <a:noFill/>
            </a:ln>
          </p:spPr>
          <p:style>
            <a:lnRef idx="0"/>
            <a:fillRef idx="0"/>
            <a:effectRef idx="0"/>
            <a:fontRef idx="minor"/>
          </p:style>
          <p:txBody>
            <a:bodyPr tIns="64800" bIns="648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6" name="Google Shape;844;p59"/>
            <p:cNvSpPr/>
            <p:nvPr/>
          </p:nvSpPr>
          <p:spPr>
            <a:xfrm>
              <a:off x="7221600" y="4284360"/>
              <a:ext cx="14760" cy="121680"/>
            </a:xfrm>
            <a:custGeom>
              <a:avLst/>
              <a:gdLst>
                <a:gd name="textAreaLeft" fmla="*/ 0 w 14760"/>
                <a:gd name="textAreaRight" fmla="*/ 15120 w 14760"/>
                <a:gd name="textAreaTop" fmla="*/ 0 h 121680"/>
                <a:gd name="textAreaBottom" fmla="*/ 122040 h 121680"/>
              </a:gdLst>
              <a:ahLst/>
              <a:cxnLst/>
              <a:rect l="textAreaLeft" t="textAreaTop" r="textAreaRight" b="textAreaBottom"/>
              <a:pathLst>
                <a:path w="1199" h="9730">
                  <a:moveTo>
                    <a:pt x="450" y="0"/>
                  </a:moveTo>
                  <a:lnTo>
                    <a:pt x="300" y="1197"/>
                  </a:lnTo>
                  <a:lnTo>
                    <a:pt x="151" y="2395"/>
                  </a:lnTo>
                  <a:lnTo>
                    <a:pt x="1" y="4790"/>
                  </a:lnTo>
                  <a:lnTo>
                    <a:pt x="300" y="7334"/>
                  </a:lnTo>
                  <a:lnTo>
                    <a:pt x="450" y="9579"/>
                  </a:lnTo>
                  <a:lnTo>
                    <a:pt x="600" y="9729"/>
                  </a:lnTo>
                  <a:lnTo>
                    <a:pt x="749" y="9579"/>
                  </a:lnTo>
                  <a:lnTo>
                    <a:pt x="899" y="7334"/>
                  </a:lnTo>
                  <a:lnTo>
                    <a:pt x="1198" y="4790"/>
                  </a:lnTo>
                  <a:lnTo>
                    <a:pt x="1198" y="2395"/>
                  </a:lnTo>
                  <a:lnTo>
                    <a:pt x="1049" y="1197"/>
                  </a:lnTo>
                  <a:lnTo>
                    <a:pt x="749" y="0"/>
                  </a:lnTo>
                  <a:close/>
                </a:path>
              </a:pathLst>
            </a:custGeom>
            <a:solidFill>
              <a:schemeClr val="dk1"/>
            </a:solidFill>
            <a:ln w="0">
              <a:noFill/>
            </a:ln>
          </p:spPr>
          <p:style>
            <a:lnRef idx="0"/>
            <a:fillRef idx="0"/>
            <a:effectRef idx="0"/>
            <a:fontRef idx="minor"/>
          </p:style>
          <p:txBody>
            <a:bodyPr tIns="60840" bIns="608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7" name="Google Shape;845;p59"/>
            <p:cNvSpPr/>
            <p:nvPr/>
          </p:nvSpPr>
          <p:spPr>
            <a:xfrm>
              <a:off x="7184160" y="4278600"/>
              <a:ext cx="10800" cy="121680"/>
            </a:xfrm>
            <a:custGeom>
              <a:avLst/>
              <a:gdLst>
                <a:gd name="textAreaLeft" fmla="*/ 0 w 10800"/>
                <a:gd name="textAreaRight" fmla="*/ 11160 w 10800"/>
                <a:gd name="textAreaTop" fmla="*/ 0 h 121680"/>
                <a:gd name="textAreaBottom" fmla="*/ 122040 h 121680"/>
              </a:gdLst>
              <a:ahLst/>
              <a:cxnLst/>
              <a:rect l="textAreaLeft" t="textAreaTop" r="textAreaRight" b="textAreaBottom"/>
              <a:pathLst>
                <a:path w="899" h="9731">
                  <a:moveTo>
                    <a:pt x="449" y="1"/>
                  </a:moveTo>
                  <a:lnTo>
                    <a:pt x="300" y="151"/>
                  </a:lnTo>
                  <a:lnTo>
                    <a:pt x="0" y="1198"/>
                  </a:lnTo>
                  <a:lnTo>
                    <a:pt x="0" y="2396"/>
                  </a:lnTo>
                  <a:lnTo>
                    <a:pt x="0" y="4641"/>
                  </a:lnTo>
                  <a:lnTo>
                    <a:pt x="0" y="7036"/>
                  </a:lnTo>
                  <a:lnTo>
                    <a:pt x="300" y="9580"/>
                  </a:lnTo>
                  <a:lnTo>
                    <a:pt x="300" y="9730"/>
                  </a:lnTo>
                  <a:lnTo>
                    <a:pt x="599" y="9730"/>
                  </a:lnTo>
                  <a:lnTo>
                    <a:pt x="599" y="9580"/>
                  </a:lnTo>
                  <a:lnTo>
                    <a:pt x="749" y="7036"/>
                  </a:lnTo>
                  <a:lnTo>
                    <a:pt x="749" y="4641"/>
                  </a:lnTo>
                  <a:lnTo>
                    <a:pt x="898" y="2396"/>
                  </a:lnTo>
                  <a:lnTo>
                    <a:pt x="749" y="1198"/>
                  </a:lnTo>
                  <a:lnTo>
                    <a:pt x="599" y="151"/>
                  </a:lnTo>
                  <a:lnTo>
                    <a:pt x="449" y="1"/>
                  </a:lnTo>
                  <a:close/>
                </a:path>
              </a:pathLst>
            </a:custGeom>
            <a:solidFill>
              <a:schemeClr val="dk1"/>
            </a:solidFill>
            <a:ln w="0">
              <a:noFill/>
            </a:ln>
          </p:spPr>
          <p:style>
            <a:lnRef idx="0"/>
            <a:fillRef idx="0"/>
            <a:effectRef idx="0"/>
            <a:fontRef idx="minor"/>
          </p:style>
          <p:txBody>
            <a:bodyPr tIns="60840" bIns="608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8" name="Google Shape;846;p59"/>
            <p:cNvSpPr/>
            <p:nvPr/>
          </p:nvSpPr>
          <p:spPr>
            <a:xfrm>
              <a:off x="7142760" y="4278600"/>
              <a:ext cx="10800" cy="115920"/>
            </a:xfrm>
            <a:custGeom>
              <a:avLst/>
              <a:gdLst>
                <a:gd name="textAreaLeft" fmla="*/ 0 w 10800"/>
                <a:gd name="textAreaRight" fmla="*/ 11160 w 10800"/>
                <a:gd name="textAreaTop" fmla="*/ 0 h 115920"/>
                <a:gd name="textAreaBottom" fmla="*/ 116280 h 115920"/>
              </a:gdLst>
              <a:ahLst/>
              <a:cxnLst/>
              <a:rect l="textAreaLeft" t="textAreaTop" r="textAreaRight" b="textAreaBottom"/>
              <a:pathLst>
                <a:path w="899" h="9282">
                  <a:moveTo>
                    <a:pt x="300" y="1"/>
                  </a:moveTo>
                  <a:lnTo>
                    <a:pt x="300" y="151"/>
                  </a:lnTo>
                  <a:lnTo>
                    <a:pt x="0" y="4641"/>
                  </a:lnTo>
                  <a:lnTo>
                    <a:pt x="150" y="6886"/>
                  </a:lnTo>
                  <a:lnTo>
                    <a:pt x="300" y="9131"/>
                  </a:lnTo>
                  <a:lnTo>
                    <a:pt x="599" y="9281"/>
                  </a:lnTo>
                  <a:lnTo>
                    <a:pt x="749" y="9131"/>
                  </a:lnTo>
                  <a:lnTo>
                    <a:pt x="899" y="6886"/>
                  </a:lnTo>
                  <a:lnTo>
                    <a:pt x="899" y="4641"/>
                  </a:lnTo>
                  <a:lnTo>
                    <a:pt x="749" y="151"/>
                  </a:lnTo>
                  <a:lnTo>
                    <a:pt x="599" y="1"/>
                  </a:lnTo>
                  <a:close/>
                </a:path>
              </a:pathLst>
            </a:custGeom>
            <a:solidFill>
              <a:schemeClr val="dk1"/>
            </a:solidFill>
            <a:ln w="0">
              <a:noFill/>
            </a:ln>
          </p:spPr>
          <p:style>
            <a:lnRef idx="0"/>
            <a:fillRef idx="0"/>
            <a:effectRef idx="0"/>
            <a:fontRef idx="minor"/>
          </p:style>
          <p:txBody>
            <a:bodyPr tIns="57960" bIns="57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9" name="Google Shape;847;p59"/>
            <p:cNvSpPr/>
            <p:nvPr/>
          </p:nvSpPr>
          <p:spPr>
            <a:xfrm>
              <a:off x="7101360" y="4273200"/>
              <a:ext cx="10800" cy="117720"/>
            </a:xfrm>
            <a:custGeom>
              <a:avLst/>
              <a:gdLst>
                <a:gd name="textAreaLeft" fmla="*/ 0 w 10800"/>
                <a:gd name="textAreaRight" fmla="*/ 11160 w 10800"/>
                <a:gd name="textAreaTop" fmla="*/ 0 h 117720"/>
                <a:gd name="textAreaBottom" fmla="*/ 118080 h 117720"/>
              </a:gdLst>
              <a:ahLst/>
              <a:cxnLst/>
              <a:rect l="textAreaLeft" t="textAreaTop" r="textAreaRight" b="textAreaBottom"/>
              <a:pathLst>
                <a:path w="899" h="9431">
                  <a:moveTo>
                    <a:pt x="599" y="1"/>
                  </a:moveTo>
                  <a:lnTo>
                    <a:pt x="450" y="151"/>
                  </a:lnTo>
                  <a:lnTo>
                    <a:pt x="300" y="300"/>
                  </a:lnTo>
                  <a:lnTo>
                    <a:pt x="150" y="2695"/>
                  </a:lnTo>
                  <a:lnTo>
                    <a:pt x="1" y="5090"/>
                  </a:lnTo>
                  <a:lnTo>
                    <a:pt x="1" y="7186"/>
                  </a:lnTo>
                  <a:lnTo>
                    <a:pt x="1" y="8383"/>
                  </a:lnTo>
                  <a:lnTo>
                    <a:pt x="150" y="9431"/>
                  </a:lnTo>
                  <a:lnTo>
                    <a:pt x="599" y="9431"/>
                  </a:lnTo>
                  <a:lnTo>
                    <a:pt x="749" y="8383"/>
                  </a:lnTo>
                  <a:lnTo>
                    <a:pt x="899" y="7186"/>
                  </a:lnTo>
                  <a:lnTo>
                    <a:pt x="899" y="5090"/>
                  </a:lnTo>
                  <a:lnTo>
                    <a:pt x="899" y="2695"/>
                  </a:lnTo>
                  <a:lnTo>
                    <a:pt x="749" y="300"/>
                  </a:lnTo>
                  <a:lnTo>
                    <a:pt x="599" y="151"/>
                  </a:lnTo>
                  <a:lnTo>
                    <a:pt x="599" y="1"/>
                  </a:lnTo>
                  <a:close/>
                </a:path>
              </a:pathLst>
            </a:custGeom>
            <a:solidFill>
              <a:schemeClr val="dk1"/>
            </a:solidFill>
            <a:ln w="0">
              <a:noFill/>
            </a:ln>
          </p:spPr>
          <p:style>
            <a:lnRef idx="0"/>
            <a:fillRef idx="0"/>
            <a:effectRef idx="0"/>
            <a:fontRef idx="minor"/>
          </p:style>
          <p:txBody>
            <a:bodyPr tIns="59040" bIns="59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0" name="Google Shape;848;p59"/>
            <p:cNvSpPr/>
            <p:nvPr/>
          </p:nvSpPr>
          <p:spPr>
            <a:xfrm>
              <a:off x="7062120" y="4280400"/>
              <a:ext cx="10800" cy="102960"/>
            </a:xfrm>
            <a:custGeom>
              <a:avLst/>
              <a:gdLst>
                <a:gd name="textAreaLeft" fmla="*/ 0 w 10800"/>
                <a:gd name="textAreaRight" fmla="*/ 11160 w 10800"/>
                <a:gd name="textAreaTop" fmla="*/ 0 h 102960"/>
                <a:gd name="textAreaBottom" fmla="*/ 103320 h 102960"/>
              </a:gdLst>
              <a:ahLst/>
              <a:cxnLst/>
              <a:rect l="textAreaLeft" t="textAreaTop" r="textAreaRight" b="textAreaBottom"/>
              <a:pathLst>
                <a:path w="899" h="8233">
                  <a:moveTo>
                    <a:pt x="449" y="1"/>
                  </a:moveTo>
                  <a:lnTo>
                    <a:pt x="300" y="150"/>
                  </a:lnTo>
                  <a:lnTo>
                    <a:pt x="150" y="300"/>
                  </a:lnTo>
                  <a:lnTo>
                    <a:pt x="0" y="2246"/>
                  </a:lnTo>
                  <a:lnTo>
                    <a:pt x="0" y="4192"/>
                  </a:lnTo>
                  <a:lnTo>
                    <a:pt x="0" y="6137"/>
                  </a:lnTo>
                  <a:lnTo>
                    <a:pt x="300" y="8083"/>
                  </a:lnTo>
                  <a:lnTo>
                    <a:pt x="300" y="8233"/>
                  </a:lnTo>
                  <a:lnTo>
                    <a:pt x="449" y="8083"/>
                  </a:lnTo>
                  <a:lnTo>
                    <a:pt x="898" y="4192"/>
                  </a:lnTo>
                  <a:lnTo>
                    <a:pt x="898" y="2246"/>
                  </a:lnTo>
                  <a:lnTo>
                    <a:pt x="749" y="300"/>
                  </a:lnTo>
                  <a:lnTo>
                    <a:pt x="599" y="150"/>
                  </a:lnTo>
                  <a:lnTo>
                    <a:pt x="449" y="1"/>
                  </a:lnTo>
                  <a:close/>
                </a:path>
              </a:pathLst>
            </a:custGeom>
            <a:solidFill>
              <a:schemeClr val="dk1"/>
            </a:solidFill>
            <a:ln w="0">
              <a:noFill/>
            </a:ln>
          </p:spPr>
          <p:style>
            <a:lnRef idx="0"/>
            <a:fillRef idx="0"/>
            <a:effectRef idx="0"/>
            <a:fontRef idx="minor"/>
          </p:style>
          <p:txBody>
            <a:bodyPr tIns="51480" bIns="51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1" name="Google Shape;849;p59"/>
            <p:cNvSpPr/>
            <p:nvPr/>
          </p:nvSpPr>
          <p:spPr>
            <a:xfrm>
              <a:off x="7018920" y="4254120"/>
              <a:ext cx="14760" cy="123480"/>
            </a:xfrm>
            <a:custGeom>
              <a:avLst/>
              <a:gdLst>
                <a:gd name="textAreaLeft" fmla="*/ 0 w 14760"/>
                <a:gd name="textAreaRight" fmla="*/ 15120 w 14760"/>
                <a:gd name="textAreaTop" fmla="*/ 0 h 123480"/>
                <a:gd name="textAreaBottom" fmla="*/ 123840 h 123480"/>
              </a:gdLst>
              <a:ahLst/>
              <a:cxnLst/>
              <a:rect l="textAreaLeft" t="textAreaTop" r="textAreaRight" b="textAreaBottom"/>
              <a:pathLst>
                <a:path w="1199" h="9879">
                  <a:moveTo>
                    <a:pt x="599" y="0"/>
                  </a:moveTo>
                  <a:lnTo>
                    <a:pt x="450" y="150"/>
                  </a:lnTo>
                  <a:lnTo>
                    <a:pt x="150" y="2545"/>
                  </a:lnTo>
                  <a:lnTo>
                    <a:pt x="1" y="4940"/>
                  </a:lnTo>
                  <a:lnTo>
                    <a:pt x="150" y="7334"/>
                  </a:lnTo>
                  <a:lnTo>
                    <a:pt x="450" y="9729"/>
                  </a:lnTo>
                  <a:lnTo>
                    <a:pt x="599" y="9879"/>
                  </a:lnTo>
                  <a:lnTo>
                    <a:pt x="749" y="9729"/>
                  </a:lnTo>
                  <a:lnTo>
                    <a:pt x="1048" y="7634"/>
                  </a:lnTo>
                  <a:lnTo>
                    <a:pt x="1198" y="5688"/>
                  </a:lnTo>
                  <a:lnTo>
                    <a:pt x="1198" y="3892"/>
                  </a:lnTo>
                  <a:lnTo>
                    <a:pt x="1048" y="1946"/>
                  </a:lnTo>
                  <a:lnTo>
                    <a:pt x="899" y="150"/>
                  </a:lnTo>
                  <a:lnTo>
                    <a:pt x="749" y="150"/>
                  </a:lnTo>
                  <a:lnTo>
                    <a:pt x="599" y="0"/>
                  </a:lnTo>
                  <a:close/>
                </a:path>
              </a:pathLst>
            </a:custGeom>
            <a:solidFill>
              <a:schemeClr val="dk1"/>
            </a:solidFill>
            <a:ln w="0">
              <a:noFill/>
            </a:ln>
          </p:spPr>
          <p:style>
            <a:lnRef idx="0"/>
            <a:fillRef idx="0"/>
            <a:effectRef idx="0"/>
            <a:fontRef idx="minor"/>
          </p:style>
          <p:txBody>
            <a:bodyPr tIns="61920" bIns="61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2" name="Google Shape;850;p59"/>
            <p:cNvSpPr/>
            <p:nvPr/>
          </p:nvSpPr>
          <p:spPr>
            <a:xfrm>
              <a:off x="6981480" y="4275000"/>
              <a:ext cx="10800" cy="97200"/>
            </a:xfrm>
            <a:custGeom>
              <a:avLst/>
              <a:gdLst>
                <a:gd name="textAreaLeft" fmla="*/ 0 w 10800"/>
                <a:gd name="textAreaRight" fmla="*/ 11160 w 10800"/>
                <a:gd name="textAreaTop" fmla="*/ 0 h 97200"/>
                <a:gd name="textAreaBottom" fmla="*/ 97560 h 97200"/>
              </a:gdLst>
              <a:ahLst/>
              <a:cxnLst/>
              <a:rect l="textAreaLeft" t="textAreaTop" r="textAreaRight" b="textAreaBottom"/>
              <a:pathLst>
                <a:path w="899" h="7784">
                  <a:moveTo>
                    <a:pt x="299" y="1"/>
                  </a:moveTo>
                  <a:lnTo>
                    <a:pt x="150" y="150"/>
                  </a:lnTo>
                  <a:lnTo>
                    <a:pt x="0" y="2096"/>
                  </a:lnTo>
                  <a:lnTo>
                    <a:pt x="0" y="3892"/>
                  </a:lnTo>
                  <a:lnTo>
                    <a:pt x="0" y="5838"/>
                  </a:lnTo>
                  <a:lnTo>
                    <a:pt x="299" y="7634"/>
                  </a:lnTo>
                  <a:lnTo>
                    <a:pt x="449" y="7784"/>
                  </a:lnTo>
                  <a:lnTo>
                    <a:pt x="599" y="7634"/>
                  </a:lnTo>
                  <a:lnTo>
                    <a:pt x="749" y="5838"/>
                  </a:lnTo>
                  <a:lnTo>
                    <a:pt x="898" y="3892"/>
                  </a:lnTo>
                  <a:lnTo>
                    <a:pt x="749" y="2096"/>
                  </a:lnTo>
                  <a:lnTo>
                    <a:pt x="599" y="150"/>
                  </a:lnTo>
                  <a:lnTo>
                    <a:pt x="599" y="1"/>
                  </a:lnTo>
                  <a:close/>
                </a:path>
              </a:pathLst>
            </a:custGeom>
            <a:solidFill>
              <a:schemeClr val="dk1"/>
            </a:solidFill>
            <a:ln w="0">
              <a:noFill/>
            </a:ln>
          </p:spPr>
          <p:style>
            <a:lnRef idx="0"/>
            <a:fillRef idx="0"/>
            <a:effectRef idx="0"/>
            <a:fontRef idx="minor"/>
          </p:style>
          <p:txBody>
            <a:bodyPr tIns="48600" bIns="486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3" name="Google Shape;851;p59"/>
            <p:cNvSpPr/>
            <p:nvPr/>
          </p:nvSpPr>
          <p:spPr>
            <a:xfrm>
              <a:off x="6900840" y="4278600"/>
              <a:ext cx="10800" cy="82080"/>
            </a:xfrm>
            <a:custGeom>
              <a:avLst/>
              <a:gdLst>
                <a:gd name="textAreaLeft" fmla="*/ 0 w 10800"/>
                <a:gd name="textAreaRight" fmla="*/ 11160 w 10800"/>
                <a:gd name="textAreaTop" fmla="*/ 0 h 82080"/>
                <a:gd name="textAreaBottom" fmla="*/ 82440 h 82080"/>
              </a:gdLst>
              <a:ahLst/>
              <a:cxnLst/>
              <a:rect l="textAreaLeft" t="textAreaTop" r="textAreaRight" b="textAreaBottom"/>
              <a:pathLst>
                <a:path w="900" h="6587">
                  <a:moveTo>
                    <a:pt x="450" y="1"/>
                  </a:moveTo>
                  <a:lnTo>
                    <a:pt x="300" y="151"/>
                  </a:lnTo>
                  <a:lnTo>
                    <a:pt x="151" y="300"/>
                  </a:lnTo>
                  <a:lnTo>
                    <a:pt x="151" y="899"/>
                  </a:lnTo>
                  <a:lnTo>
                    <a:pt x="1" y="2246"/>
                  </a:lnTo>
                  <a:lnTo>
                    <a:pt x="1" y="3743"/>
                  </a:lnTo>
                  <a:lnTo>
                    <a:pt x="151" y="5090"/>
                  </a:lnTo>
                  <a:lnTo>
                    <a:pt x="300" y="6587"/>
                  </a:lnTo>
                  <a:lnTo>
                    <a:pt x="600" y="6587"/>
                  </a:lnTo>
                  <a:lnTo>
                    <a:pt x="899" y="4940"/>
                  </a:lnTo>
                  <a:lnTo>
                    <a:pt x="899" y="3444"/>
                  </a:lnTo>
                  <a:lnTo>
                    <a:pt x="899" y="1797"/>
                  </a:lnTo>
                  <a:lnTo>
                    <a:pt x="600" y="300"/>
                  </a:lnTo>
                  <a:lnTo>
                    <a:pt x="600" y="151"/>
                  </a:lnTo>
                  <a:lnTo>
                    <a:pt x="450" y="1"/>
                  </a:lnTo>
                  <a:close/>
                </a:path>
              </a:pathLst>
            </a:custGeom>
            <a:solidFill>
              <a:schemeClr val="dk1"/>
            </a:solidFill>
            <a:ln w="0">
              <a:noFill/>
            </a:ln>
          </p:spPr>
          <p:style>
            <a:lnRef idx="0"/>
            <a:fillRef idx="0"/>
            <a:effectRef idx="0"/>
            <a:fontRef idx="minor"/>
          </p:style>
          <p:txBody>
            <a:bodyPr tIns="41040" bIns="41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4" name="Google Shape;852;p59"/>
            <p:cNvSpPr/>
            <p:nvPr/>
          </p:nvSpPr>
          <p:spPr>
            <a:xfrm>
              <a:off x="6940080" y="4280400"/>
              <a:ext cx="10800" cy="86040"/>
            </a:xfrm>
            <a:custGeom>
              <a:avLst/>
              <a:gdLst>
                <a:gd name="textAreaLeft" fmla="*/ 0 w 10800"/>
                <a:gd name="textAreaRight" fmla="*/ 11160 w 10800"/>
                <a:gd name="textAreaTop" fmla="*/ 0 h 86040"/>
                <a:gd name="textAreaBottom" fmla="*/ 86400 h 86040"/>
              </a:gdLst>
              <a:ahLst/>
              <a:cxnLst/>
              <a:rect l="textAreaLeft" t="textAreaTop" r="textAreaRight" b="textAreaBottom"/>
              <a:pathLst>
                <a:path w="899" h="6886">
                  <a:moveTo>
                    <a:pt x="300" y="1"/>
                  </a:moveTo>
                  <a:lnTo>
                    <a:pt x="300" y="150"/>
                  </a:lnTo>
                  <a:lnTo>
                    <a:pt x="0" y="1797"/>
                  </a:lnTo>
                  <a:lnTo>
                    <a:pt x="0" y="3443"/>
                  </a:lnTo>
                  <a:lnTo>
                    <a:pt x="150" y="5090"/>
                  </a:lnTo>
                  <a:lnTo>
                    <a:pt x="300" y="6736"/>
                  </a:lnTo>
                  <a:lnTo>
                    <a:pt x="449" y="6886"/>
                  </a:lnTo>
                  <a:lnTo>
                    <a:pt x="599" y="6886"/>
                  </a:lnTo>
                  <a:lnTo>
                    <a:pt x="599" y="6736"/>
                  </a:lnTo>
                  <a:lnTo>
                    <a:pt x="898" y="5090"/>
                  </a:lnTo>
                  <a:lnTo>
                    <a:pt x="898" y="3443"/>
                  </a:lnTo>
                  <a:lnTo>
                    <a:pt x="898" y="1797"/>
                  </a:lnTo>
                  <a:lnTo>
                    <a:pt x="749" y="150"/>
                  </a:lnTo>
                  <a:lnTo>
                    <a:pt x="599" y="1"/>
                  </a:lnTo>
                  <a:close/>
                </a:path>
              </a:pathLst>
            </a:custGeom>
            <a:solidFill>
              <a:schemeClr val="dk1"/>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5" name="Google Shape;853;p59"/>
            <p:cNvSpPr/>
            <p:nvPr/>
          </p:nvSpPr>
          <p:spPr>
            <a:xfrm>
              <a:off x="6859440" y="4282560"/>
              <a:ext cx="10800" cy="74880"/>
            </a:xfrm>
            <a:custGeom>
              <a:avLst/>
              <a:gdLst>
                <a:gd name="textAreaLeft" fmla="*/ 0 w 10800"/>
                <a:gd name="textAreaRight" fmla="*/ 11160 w 10800"/>
                <a:gd name="textAreaTop" fmla="*/ 0 h 74880"/>
                <a:gd name="textAreaBottom" fmla="*/ 75240 h 74880"/>
              </a:gdLst>
              <a:ahLst/>
              <a:cxnLst/>
              <a:rect l="textAreaLeft" t="textAreaTop" r="textAreaRight" b="textAreaBottom"/>
              <a:pathLst>
                <a:path w="899" h="5988">
                  <a:moveTo>
                    <a:pt x="299" y="0"/>
                  </a:moveTo>
                  <a:lnTo>
                    <a:pt x="299" y="150"/>
                  </a:lnTo>
                  <a:lnTo>
                    <a:pt x="0" y="1497"/>
                  </a:lnTo>
                  <a:lnTo>
                    <a:pt x="0" y="2994"/>
                  </a:lnTo>
                  <a:lnTo>
                    <a:pt x="150" y="4491"/>
                  </a:lnTo>
                  <a:lnTo>
                    <a:pt x="299" y="5838"/>
                  </a:lnTo>
                  <a:lnTo>
                    <a:pt x="449" y="5987"/>
                  </a:lnTo>
                  <a:lnTo>
                    <a:pt x="599" y="5838"/>
                  </a:lnTo>
                  <a:lnTo>
                    <a:pt x="898" y="4491"/>
                  </a:lnTo>
                  <a:lnTo>
                    <a:pt x="898" y="2994"/>
                  </a:lnTo>
                  <a:lnTo>
                    <a:pt x="898" y="1497"/>
                  </a:lnTo>
                  <a:lnTo>
                    <a:pt x="748" y="150"/>
                  </a:lnTo>
                  <a:lnTo>
                    <a:pt x="599" y="0"/>
                  </a:lnTo>
                  <a:close/>
                </a:path>
              </a:pathLst>
            </a:custGeom>
            <a:solidFill>
              <a:schemeClr val="dk1"/>
            </a:solidFill>
            <a:ln w="0">
              <a:noFill/>
            </a:ln>
          </p:spPr>
          <p:style>
            <a:lnRef idx="0"/>
            <a:fillRef idx="0"/>
            <a:effectRef idx="0"/>
            <a:fontRef idx="minor"/>
          </p:style>
          <p:txBody>
            <a:bodyPr tIns="37440" bIns="37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6" name="Google Shape;854;p59"/>
            <p:cNvSpPr/>
            <p:nvPr/>
          </p:nvSpPr>
          <p:spPr>
            <a:xfrm>
              <a:off x="6818040" y="4282560"/>
              <a:ext cx="12600" cy="67320"/>
            </a:xfrm>
            <a:custGeom>
              <a:avLst/>
              <a:gdLst>
                <a:gd name="textAreaLeft" fmla="*/ 0 w 12600"/>
                <a:gd name="textAreaRight" fmla="*/ 12960 w 12600"/>
                <a:gd name="textAreaTop" fmla="*/ 0 h 67320"/>
                <a:gd name="textAreaBottom" fmla="*/ 67680 h 67320"/>
              </a:gdLst>
              <a:ahLst/>
              <a:cxnLst/>
              <a:rect l="textAreaLeft" t="textAreaTop" r="textAreaRight" b="textAreaBottom"/>
              <a:pathLst>
                <a:path w="1048" h="5389">
                  <a:moveTo>
                    <a:pt x="449" y="0"/>
                  </a:moveTo>
                  <a:lnTo>
                    <a:pt x="299" y="150"/>
                  </a:lnTo>
                  <a:lnTo>
                    <a:pt x="150" y="1497"/>
                  </a:lnTo>
                  <a:lnTo>
                    <a:pt x="0" y="2695"/>
                  </a:lnTo>
                  <a:lnTo>
                    <a:pt x="150" y="4042"/>
                  </a:lnTo>
                  <a:lnTo>
                    <a:pt x="449" y="5239"/>
                  </a:lnTo>
                  <a:lnTo>
                    <a:pt x="449" y="5389"/>
                  </a:lnTo>
                  <a:lnTo>
                    <a:pt x="749" y="5389"/>
                  </a:lnTo>
                  <a:lnTo>
                    <a:pt x="749" y="5239"/>
                  </a:lnTo>
                  <a:lnTo>
                    <a:pt x="1048" y="4042"/>
                  </a:lnTo>
                  <a:lnTo>
                    <a:pt x="1048" y="2695"/>
                  </a:lnTo>
                  <a:lnTo>
                    <a:pt x="1048" y="1497"/>
                  </a:lnTo>
                  <a:lnTo>
                    <a:pt x="749" y="150"/>
                  </a:lnTo>
                  <a:lnTo>
                    <a:pt x="749" y="0"/>
                  </a:lnTo>
                  <a:close/>
                </a:path>
              </a:pathLst>
            </a:custGeom>
            <a:solidFill>
              <a:schemeClr val="dk1"/>
            </a:solidFill>
            <a:ln w="0">
              <a:noFill/>
            </a:ln>
          </p:spPr>
          <p:style>
            <a:lnRef idx="0"/>
            <a:fillRef idx="0"/>
            <a:effectRef idx="0"/>
            <a:fontRef idx="minor"/>
          </p:style>
          <p:txBody>
            <a:bodyPr tIns="33840" bIns="338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7" name="Google Shape;855;p59"/>
            <p:cNvSpPr/>
            <p:nvPr/>
          </p:nvSpPr>
          <p:spPr>
            <a:xfrm>
              <a:off x="6778800" y="4275000"/>
              <a:ext cx="10800" cy="70920"/>
            </a:xfrm>
            <a:custGeom>
              <a:avLst/>
              <a:gdLst>
                <a:gd name="textAreaLeft" fmla="*/ 0 w 10800"/>
                <a:gd name="textAreaRight" fmla="*/ 11160 w 10800"/>
                <a:gd name="textAreaTop" fmla="*/ 0 h 70920"/>
                <a:gd name="textAreaBottom" fmla="*/ 71280 h 70920"/>
              </a:gdLst>
              <a:ahLst/>
              <a:cxnLst/>
              <a:rect l="textAreaLeft" t="textAreaTop" r="textAreaRight" b="textAreaBottom"/>
              <a:pathLst>
                <a:path w="899" h="5689">
                  <a:moveTo>
                    <a:pt x="300" y="1"/>
                  </a:moveTo>
                  <a:lnTo>
                    <a:pt x="151" y="599"/>
                  </a:lnTo>
                  <a:lnTo>
                    <a:pt x="1" y="1348"/>
                  </a:lnTo>
                  <a:lnTo>
                    <a:pt x="1" y="2695"/>
                  </a:lnTo>
                  <a:lnTo>
                    <a:pt x="151" y="4042"/>
                  </a:lnTo>
                  <a:lnTo>
                    <a:pt x="300" y="5539"/>
                  </a:lnTo>
                  <a:lnTo>
                    <a:pt x="450" y="5688"/>
                  </a:lnTo>
                  <a:lnTo>
                    <a:pt x="749" y="5539"/>
                  </a:lnTo>
                  <a:lnTo>
                    <a:pt x="899" y="4042"/>
                  </a:lnTo>
                  <a:lnTo>
                    <a:pt x="899" y="2695"/>
                  </a:lnTo>
                  <a:lnTo>
                    <a:pt x="899" y="1348"/>
                  </a:lnTo>
                  <a:lnTo>
                    <a:pt x="749" y="599"/>
                  </a:lnTo>
                  <a:lnTo>
                    <a:pt x="600" y="1"/>
                  </a:lnTo>
                  <a:close/>
                </a:path>
              </a:pathLst>
            </a:custGeom>
            <a:solidFill>
              <a:schemeClr val="dk1"/>
            </a:solidFill>
            <a:ln w="0">
              <a:noFill/>
            </a:ln>
          </p:spPr>
          <p:style>
            <a:lnRef idx="0"/>
            <a:fillRef idx="0"/>
            <a:effectRef idx="0"/>
            <a:fontRef idx="minor"/>
          </p:style>
          <p:txBody>
            <a:bodyPr tIns="35640" bIns="35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8" name="Google Shape;856;p59"/>
            <p:cNvSpPr/>
            <p:nvPr/>
          </p:nvSpPr>
          <p:spPr>
            <a:xfrm>
              <a:off x="6739200" y="4271040"/>
              <a:ext cx="10800" cy="67320"/>
            </a:xfrm>
            <a:custGeom>
              <a:avLst/>
              <a:gdLst>
                <a:gd name="textAreaLeft" fmla="*/ 0 w 10800"/>
                <a:gd name="textAreaRight" fmla="*/ 11160 w 10800"/>
                <a:gd name="textAreaTop" fmla="*/ 0 h 67320"/>
                <a:gd name="textAreaBottom" fmla="*/ 67680 h 67320"/>
              </a:gdLst>
              <a:ahLst/>
              <a:cxnLst/>
              <a:rect l="textAreaLeft" t="textAreaTop" r="textAreaRight" b="textAreaBottom"/>
              <a:pathLst>
                <a:path w="899" h="5389">
                  <a:moveTo>
                    <a:pt x="300" y="0"/>
                  </a:moveTo>
                  <a:lnTo>
                    <a:pt x="150" y="150"/>
                  </a:lnTo>
                  <a:lnTo>
                    <a:pt x="1" y="749"/>
                  </a:lnTo>
                  <a:lnTo>
                    <a:pt x="1" y="1347"/>
                  </a:lnTo>
                  <a:lnTo>
                    <a:pt x="1" y="2545"/>
                  </a:lnTo>
                  <a:lnTo>
                    <a:pt x="1" y="3892"/>
                  </a:lnTo>
                  <a:lnTo>
                    <a:pt x="150" y="5239"/>
                  </a:lnTo>
                  <a:lnTo>
                    <a:pt x="300" y="5389"/>
                  </a:lnTo>
                  <a:lnTo>
                    <a:pt x="599" y="5389"/>
                  </a:lnTo>
                  <a:lnTo>
                    <a:pt x="599" y="5239"/>
                  </a:lnTo>
                  <a:lnTo>
                    <a:pt x="749" y="3892"/>
                  </a:lnTo>
                  <a:lnTo>
                    <a:pt x="899" y="2545"/>
                  </a:lnTo>
                  <a:lnTo>
                    <a:pt x="749" y="1347"/>
                  </a:lnTo>
                  <a:lnTo>
                    <a:pt x="749" y="749"/>
                  </a:lnTo>
                  <a:lnTo>
                    <a:pt x="450" y="150"/>
                  </a:lnTo>
                  <a:lnTo>
                    <a:pt x="300" y="0"/>
                  </a:lnTo>
                  <a:close/>
                </a:path>
              </a:pathLst>
            </a:custGeom>
            <a:solidFill>
              <a:schemeClr val="dk1"/>
            </a:solidFill>
            <a:ln w="0">
              <a:noFill/>
            </a:ln>
          </p:spPr>
          <p:style>
            <a:lnRef idx="0"/>
            <a:fillRef idx="0"/>
            <a:effectRef idx="0"/>
            <a:fontRef idx="minor"/>
          </p:style>
          <p:txBody>
            <a:bodyPr tIns="33840" bIns="338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9" name="Google Shape;857;p59"/>
            <p:cNvSpPr/>
            <p:nvPr/>
          </p:nvSpPr>
          <p:spPr>
            <a:xfrm>
              <a:off x="6696000" y="4269240"/>
              <a:ext cx="14760" cy="69120"/>
            </a:xfrm>
            <a:custGeom>
              <a:avLst/>
              <a:gdLst>
                <a:gd name="textAreaLeft" fmla="*/ 0 w 14760"/>
                <a:gd name="textAreaRight" fmla="*/ 15120 w 14760"/>
                <a:gd name="textAreaTop" fmla="*/ 0 h 69120"/>
                <a:gd name="textAreaBottom" fmla="*/ 69480 h 69120"/>
              </a:gdLst>
              <a:ahLst/>
              <a:cxnLst/>
              <a:rect l="textAreaLeft" t="textAreaTop" r="textAreaRight" b="textAreaBottom"/>
              <a:pathLst>
                <a:path w="1198" h="5539">
                  <a:moveTo>
                    <a:pt x="599" y="1"/>
                  </a:moveTo>
                  <a:lnTo>
                    <a:pt x="449" y="150"/>
                  </a:lnTo>
                  <a:lnTo>
                    <a:pt x="150" y="749"/>
                  </a:lnTo>
                  <a:lnTo>
                    <a:pt x="0" y="1348"/>
                  </a:lnTo>
                  <a:lnTo>
                    <a:pt x="0" y="2695"/>
                  </a:lnTo>
                  <a:lnTo>
                    <a:pt x="150" y="4042"/>
                  </a:lnTo>
                  <a:lnTo>
                    <a:pt x="449" y="5389"/>
                  </a:lnTo>
                  <a:lnTo>
                    <a:pt x="599" y="5539"/>
                  </a:lnTo>
                  <a:lnTo>
                    <a:pt x="748" y="5389"/>
                  </a:lnTo>
                  <a:lnTo>
                    <a:pt x="1048" y="4042"/>
                  </a:lnTo>
                  <a:lnTo>
                    <a:pt x="1197" y="2695"/>
                  </a:lnTo>
                  <a:lnTo>
                    <a:pt x="1048" y="1348"/>
                  </a:lnTo>
                  <a:lnTo>
                    <a:pt x="1048" y="749"/>
                  </a:lnTo>
                  <a:lnTo>
                    <a:pt x="748" y="150"/>
                  </a:lnTo>
                  <a:lnTo>
                    <a:pt x="599" y="1"/>
                  </a:lnTo>
                  <a:close/>
                </a:path>
              </a:pathLst>
            </a:custGeom>
            <a:solidFill>
              <a:schemeClr val="dk1"/>
            </a:solidFill>
            <a:ln w="0">
              <a:noFill/>
            </a:ln>
          </p:spPr>
          <p:style>
            <a:lnRef idx="0"/>
            <a:fillRef idx="0"/>
            <a:effectRef idx="0"/>
            <a:fontRef idx="minor"/>
          </p:style>
          <p:txBody>
            <a:bodyPr tIns="34560" bIns="34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0" name="Google Shape;858;p59"/>
            <p:cNvSpPr/>
            <p:nvPr/>
          </p:nvSpPr>
          <p:spPr>
            <a:xfrm>
              <a:off x="6656760" y="4261680"/>
              <a:ext cx="12960" cy="67320"/>
            </a:xfrm>
            <a:custGeom>
              <a:avLst/>
              <a:gdLst>
                <a:gd name="textAreaLeft" fmla="*/ 0 w 12960"/>
                <a:gd name="textAreaRight" fmla="*/ 13320 w 12960"/>
                <a:gd name="textAreaTop" fmla="*/ 0 h 67320"/>
                <a:gd name="textAreaBottom" fmla="*/ 67680 h 67320"/>
              </a:gdLst>
              <a:ahLst/>
              <a:cxnLst/>
              <a:rect l="textAreaLeft" t="textAreaTop" r="textAreaRight" b="textAreaBottom"/>
              <a:pathLst>
                <a:path w="1049" h="5390">
                  <a:moveTo>
                    <a:pt x="450" y="1"/>
                  </a:moveTo>
                  <a:lnTo>
                    <a:pt x="300" y="151"/>
                  </a:lnTo>
                  <a:lnTo>
                    <a:pt x="1" y="1348"/>
                  </a:lnTo>
                  <a:lnTo>
                    <a:pt x="1" y="2695"/>
                  </a:lnTo>
                  <a:lnTo>
                    <a:pt x="150" y="4042"/>
                  </a:lnTo>
                  <a:lnTo>
                    <a:pt x="300" y="5240"/>
                  </a:lnTo>
                  <a:lnTo>
                    <a:pt x="450" y="5389"/>
                  </a:lnTo>
                  <a:lnTo>
                    <a:pt x="599" y="5240"/>
                  </a:lnTo>
                  <a:lnTo>
                    <a:pt x="899" y="4042"/>
                  </a:lnTo>
                  <a:lnTo>
                    <a:pt x="1049" y="2695"/>
                  </a:lnTo>
                  <a:lnTo>
                    <a:pt x="899" y="1348"/>
                  </a:lnTo>
                  <a:lnTo>
                    <a:pt x="749" y="151"/>
                  </a:lnTo>
                  <a:lnTo>
                    <a:pt x="450" y="1"/>
                  </a:lnTo>
                  <a:close/>
                </a:path>
              </a:pathLst>
            </a:custGeom>
            <a:solidFill>
              <a:schemeClr val="dk1"/>
            </a:solidFill>
            <a:ln w="0">
              <a:noFill/>
            </a:ln>
          </p:spPr>
          <p:style>
            <a:lnRef idx="0"/>
            <a:fillRef idx="0"/>
            <a:effectRef idx="0"/>
            <a:fontRef idx="minor"/>
          </p:style>
          <p:txBody>
            <a:bodyPr tIns="33840" bIns="338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1" name="Google Shape;859;p59"/>
            <p:cNvSpPr/>
            <p:nvPr/>
          </p:nvSpPr>
          <p:spPr>
            <a:xfrm>
              <a:off x="6617160" y="4269240"/>
              <a:ext cx="10800" cy="54000"/>
            </a:xfrm>
            <a:custGeom>
              <a:avLst/>
              <a:gdLst>
                <a:gd name="textAreaLeft" fmla="*/ 0 w 10800"/>
                <a:gd name="textAreaRight" fmla="*/ 11160 w 10800"/>
                <a:gd name="textAreaTop" fmla="*/ 0 h 54000"/>
                <a:gd name="textAreaBottom" fmla="*/ 54360 h 54000"/>
              </a:gdLst>
              <a:ahLst/>
              <a:cxnLst/>
              <a:rect l="textAreaLeft" t="textAreaTop" r="textAreaRight" b="textAreaBottom"/>
              <a:pathLst>
                <a:path w="899" h="4342">
                  <a:moveTo>
                    <a:pt x="450" y="1"/>
                  </a:moveTo>
                  <a:lnTo>
                    <a:pt x="150" y="150"/>
                  </a:lnTo>
                  <a:lnTo>
                    <a:pt x="1" y="599"/>
                  </a:lnTo>
                  <a:lnTo>
                    <a:pt x="1" y="1048"/>
                  </a:lnTo>
                  <a:lnTo>
                    <a:pt x="1" y="2096"/>
                  </a:lnTo>
                  <a:lnTo>
                    <a:pt x="1" y="3144"/>
                  </a:lnTo>
                  <a:lnTo>
                    <a:pt x="300" y="4192"/>
                  </a:lnTo>
                  <a:lnTo>
                    <a:pt x="450" y="4341"/>
                  </a:lnTo>
                  <a:lnTo>
                    <a:pt x="599" y="4192"/>
                  </a:lnTo>
                  <a:lnTo>
                    <a:pt x="899" y="3144"/>
                  </a:lnTo>
                  <a:lnTo>
                    <a:pt x="899" y="2096"/>
                  </a:lnTo>
                  <a:lnTo>
                    <a:pt x="899" y="1048"/>
                  </a:lnTo>
                  <a:lnTo>
                    <a:pt x="749" y="599"/>
                  </a:lnTo>
                  <a:lnTo>
                    <a:pt x="599" y="150"/>
                  </a:lnTo>
                  <a:lnTo>
                    <a:pt x="450" y="1"/>
                  </a:lnTo>
                  <a:close/>
                </a:path>
              </a:pathLst>
            </a:custGeom>
            <a:solidFill>
              <a:schemeClr val="dk1"/>
            </a:solidFill>
            <a:ln w="0">
              <a:noFill/>
            </a:ln>
          </p:spPr>
          <p:style>
            <a:lnRef idx="0"/>
            <a:fillRef idx="0"/>
            <a:effectRef idx="0"/>
            <a:fontRef idx="minor"/>
          </p:style>
          <p:txBody>
            <a:bodyPr tIns="27000" bIns="27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2" name="Google Shape;860;p59"/>
            <p:cNvSpPr/>
            <p:nvPr/>
          </p:nvSpPr>
          <p:spPr>
            <a:xfrm>
              <a:off x="6576120" y="4278600"/>
              <a:ext cx="10800" cy="39240"/>
            </a:xfrm>
            <a:custGeom>
              <a:avLst/>
              <a:gdLst>
                <a:gd name="textAreaLeft" fmla="*/ 0 w 10800"/>
                <a:gd name="textAreaRight" fmla="*/ 11160 w 10800"/>
                <a:gd name="textAreaTop" fmla="*/ 0 h 39240"/>
                <a:gd name="textAreaBottom" fmla="*/ 39600 h 39240"/>
              </a:gdLst>
              <a:ahLst/>
              <a:cxnLst/>
              <a:rect l="textAreaLeft" t="textAreaTop" r="textAreaRight" b="textAreaBottom"/>
              <a:pathLst>
                <a:path w="899" h="3145">
                  <a:moveTo>
                    <a:pt x="300" y="1"/>
                  </a:moveTo>
                  <a:lnTo>
                    <a:pt x="150" y="151"/>
                  </a:lnTo>
                  <a:lnTo>
                    <a:pt x="1" y="899"/>
                  </a:lnTo>
                  <a:lnTo>
                    <a:pt x="150" y="1647"/>
                  </a:lnTo>
                  <a:lnTo>
                    <a:pt x="300" y="3144"/>
                  </a:lnTo>
                  <a:lnTo>
                    <a:pt x="599" y="3144"/>
                  </a:lnTo>
                  <a:lnTo>
                    <a:pt x="899" y="1647"/>
                  </a:lnTo>
                  <a:lnTo>
                    <a:pt x="899" y="899"/>
                  </a:lnTo>
                  <a:lnTo>
                    <a:pt x="749" y="151"/>
                  </a:lnTo>
                  <a:lnTo>
                    <a:pt x="599" y="1"/>
                  </a:lnTo>
                  <a:close/>
                </a:path>
              </a:pathLst>
            </a:custGeom>
            <a:solidFill>
              <a:schemeClr val="dk1"/>
            </a:solidFill>
            <a:ln w="0">
              <a:noFill/>
            </a:ln>
          </p:spPr>
          <p:style>
            <a:lnRef idx="0"/>
            <a:fillRef idx="0"/>
            <a:effectRef idx="0"/>
            <a:fontRef idx="minor"/>
          </p:style>
          <p:txBody>
            <a:bodyPr tIns="19800" bIns="198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3" name="Google Shape;861;p59"/>
            <p:cNvSpPr/>
            <p:nvPr/>
          </p:nvSpPr>
          <p:spPr>
            <a:xfrm>
              <a:off x="6536520" y="4282560"/>
              <a:ext cx="10800" cy="33480"/>
            </a:xfrm>
            <a:custGeom>
              <a:avLst/>
              <a:gdLst>
                <a:gd name="textAreaLeft" fmla="*/ 0 w 10800"/>
                <a:gd name="textAreaRight" fmla="*/ 11160 w 10800"/>
                <a:gd name="textAreaTop" fmla="*/ 0 h 33480"/>
                <a:gd name="textAreaBottom" fmla="*/ 33840 h 33480"/>
              </a:gdLst>
              <a:ahLst/>
              <a:cxnLst/>
              <a:rect l="textAreaLeft" t="textAreaTop" r="textAreaRight" b="textAreaBottom"/>
              <a:pathLst>
                <a:path w="899" h="2695">
                  <a:moveTo>
                    <a:pt x="300" y="0"/>
                  </a:moveTo>
                  <a:lnTo>
                    <a:pt x="150" y="150"/>
                  </a:lnTo>
                  <a:lnTo>
                    <a:pt x="0" y="749"/>
                  </a:lnTo>
                  <a:lnTo>
                    <a:pt x="0" y="1347"/>
                  </a:lnTo>
                  <a:lnTo>
                    <a:pt x="0" y="1946"/>
                  </a:lnTo>
                  <a:lnTo>
                    <a:pt x="300" y="2545"/>
                  </a:lnTo>
                  <a:lnTo>
                    <a:pt x="449" y="2695"/>
                  </a:lnTo>
                  <a:lnTo>
                    <a:pt x="599" y="2545"/>
                  </a:lnTo>
                  <a:lnTo>
                    <a:pt x="749" y="1946"/>
                  </a:lnTo>
                  <a:lnTo>
                    <a:pt x="898" y="1347"/>
                  </a:lnTo>
                  <a:lnTo>
                    <a:pt x="749" y="749"/>
                  </a:lnTo>
                  <a:lnTo>
                    <a:pt x="599" y="150"/>
                  </a:lnTo>
                  <a:lnTo>
                    <a:pt x="599" y="0"/>
                  </a:lnTo>
                  <a:close/>
                </a:path>
              </a:pathLst>
            </a:custGeom>
            <a:solidFill>
              <a:schemeClr val="dk1"/>
            </a:solidFill>
            <a:ln w="0">
              <a:noFill/>
            </a:ln>
          </p:spPr>
          <p:style>
            <a:lnRef idx="0"/>
            <a:fillRef idx="0"/>
            <a:effectRef idx="0"/>
            <a:fontRef idx="minor"/>
          </p:style>
          <p:txBody>
            <a:bodyPr tIns="16920" bIns="16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4" name="Google Shape;862;p59"/>
            <p:cNvSpPr/>
            <p:nvPr/>
          </p:nvSpPr>
          <p:spPr>
            <a:xfrm>
              <a:off x="6495480" y="4275000"/>
              <a:ext cx="10800" cy="33480"/>
            </a:xfrm>
            <a:custGeom>
              <a:avLst/>
              <a:gdLst>
                <a:gd name="textAreaLeft" fmla="*/ 0 w 10800"/>
                <a:gd name="textAreaRight" fmla="*/ 11160 w 10800"/>
                <a:gd name="textAreaTop" fmla="*/ 0 h 33480"/>
                <a:gd name="textAreaBottom" fmla="*/ 33840 h 33480"/>
              </a:gdLst>
              <a:ahLst/>
              <a:cxnLst/>
              <a:rect l="textAreaLeft" t="textAreaTop" r="textAreaRight" b="textAreaBottom"/>
              <a:pathLst>
                <a:path w="899" h="2695">
                  <a:moveTo>
                    <a:pt x="300" y="1"/>
                  </a:moveTo>
                  <a:lnTo>
                    <a:pt x="150" y="300"/>
                  </a:lnTo>
                  <a:lnTo>
                    <a:pt x="0" y="599"/>
                  </a:lnTo>
                  <a:lnTo>
                    <a:pt x="0" y="1348"/>
                  </a:lnTo>
                  <a:lnTo>
                    <a:pt x="300" y="2545"/>
                  </a:lnTo>
                  <a:lnTo>
                    <a:pt x="449" y="2695"/>
                  </a:lnTo>
                  <a:lnTo>
                    <a:pt x="599" y="2545"/>
                  </a:lnTo>
                  <a:lnTo>
                    <a:pt x="749" y="1946"/>
                  </a:lnTo>
                  <a:lnTo>
                    <a:pt x="899" y="1348"/>
                  </a:lnTo>
                  <a:lnTo>
                    <a:pt x="899" y="599"/>
                  </a:lnTo>
                  <a:lnTo>
                    <a:pt x="749" y="300"/>
                  </a:lnTo>
                  <a:lnTo>
                    <a:pt x="599" y="1"/>
                  </a:lnTo>
                  <a:close/>
                </a:path>
              </a:pathLst>
            </a:custGeom>
            <a:solidFill>
              <a:schemeClr val="dk1"/>
            </a:solidFill>
            <a:ln w="0">
              <a:noFill/>
            </a:ln>
          </p:spPr>
          <p:style>
            <a:lnRef idx="0"/>
            <a:fillRef idx="0"/>
            <a:effectRef idx="0"/>
            <a:fontRef idx="minor"/>
          </p:style>
          <p:txBody>
            <a:bodyPr tIns="16920" bIns="16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5" name="Google Shape;863;p59"/>
            <p:cNvSpPr/>
            <p:nvPr/>
          </p:nvSpPr>
          <p:spPr>
            <a:xfrm>
              <a:off x="6455880" y="4276800"/>
              <a:ext cx="9000" cy="29520"/>
            </a:xfrm>
            <a:custGeom>
              <a:avLst/>
              <a:gdLst>
                <a:gd name="textAreaLeft" fmla="*/ 0 w 9000"/>
                <a:gd name="textAreaRight" fmla="*/ 9360 w 9000"/>
                <a:gd name="textAreaTop" fmla="*/ 0 h 29520"/>
                <a:gd name="textAreaBottom" fmla="*/ 29880 h 29520"/>
              </a:gdLst>
              <a:ahLst/>
              <a:cxnLst/>
              <a:rect l="textAreaLeft" t="textAreaTop" r="textAreaRight" b="textAreaBottom"/>
              <a:pathLst>
                <a:path w="749" h="2396">
                  <a:moveTo>
                    <a:pt x="300" y="0"/>
                  </a:moveTo>
                  <a:lnTo>
                    <a:pt x="150" y="150"/>
                  </a:lnTo>
                  <a:lnTo>
                    <a:pt x="0" y="1198"/>
                  </a:lnTo>
                  <a:lnTo>
                    <a:pt x="150" y="2245"/>
                  </a:lnTo>
                  <a:lnTo>
                    <a:pt x="300" y="2395"/>
                  </a:lnTo>
                  <a:lnTo>
                    <a:pt x="449" y="2395"/>
                  </a:lnTo>
                  <a:lnTo>
                    <a:pt x="599" y="2245"/>
                  </a:lnTo>
                  <a:lnTo>
                    <a:pt x="749" y="1198"/>
                  </a:lnTo>
                  <a:lnTo>
                    <a:pt x="599" y="150"/>
                  </a:lnTo>
                  <a:lnTo>
                    <a:pt x="599" y="0"/>
                  </a:lnTo>
                  <a:close/>
                </a:path>
              </a:pathLst>
            </a:custGeom>
            <a:solidFill>
              <a:schemeClr val="dk1"/>
            </a:solidFill>
            <a:ln w="0">
              <a:noFill/>
            </a:ln>
          </p:spPr>
          <p:style>
            <a:lnRef idx="0"/>
            <a:fillRef idx="0"/>
            <a:effectRef idx="0"/>
            <a:fontRef idx="minor"/>
          </p:style>
          <p:txBody>
            <a:bodyPr tIns="14760" bIns="14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6" name="Google Shape;864;p59"/>
            <p:cNvSpPr/>
            <p:nvPr/>
          </p:nvSpPr>
          <p:spPr>
            <a:xfrm>
              <a:off x="7563240" y="4425120"/>
              <a:ext cx="146160" cy="9000"/>
            </a:xfrm>
            <a:custGeom>
              <a:avLst/>
              <a:gdLst>
                <a:gd name="textAreaLeft" fmla="*/ 0 w 146160"/>
                <a:gd name="textAreaRight" fmla="*/ 146520 w 146160"/>
                <a:gd name="textAreaTop" fmla="*/ 0 h 9000"/>
                <a:gd name="textAreaBottom" fmla="*/ 9360 h 9000"/>
              </a:gdLst>
              <a:ahLst/>
              <a:cxnLst/>
              <a:rect l="textAreaLeft" t="textAreaTop" r="textAreaRight" b="textAreaBottom"/>
              <a:pathLst>
                <a:path w="11676" h="750">
                  <a:moveTo>
                    <a:pt x="2096" y="1"/>
                  </a:moveTo>
                  <a:lnTo>
                    <a:pt x="898" y="151"/>
                  </a:lnTo>
                  <a:lnTo>
                    <a:pt x="0" y="151"/>
                  </a:lnTo>
                  <a:lnTo>
                    <a:pt x="0" y="300"/>
                  </a:lnTo>
                  <a:lnTo>
                    <a:pt x="0" y="450"/>
                  </a:lnTo>
                  <a:lnTo>
                    <a:pt x="150" y="450"/>
                  </a:lnTo>
                  <a:lnTo>
                    <a:pt x="898" y="600"/>
                  </a:lnTo>
                  <a:lnTo>
                    <a:pt x="2246" y="600"/>
                  </a:lnTo>
                  <a:lnTo>
                    <a:pt x="6886" y="749"/>
                  </a:lnTo>
                  <a:lnTo>
                    <a:pt x="9280" y="600"/>
                  </a:lnTo>
                  <a:lnTo>
                    <a:pt x="11526" y="450"/>
                  </a:lnTo>
                  <a:lnTo>
                    <a:pt x="11675" y="450"/>
                  </a:lnTo>
                  <a:lnTo>
                    <a:pt x="11675" y="300"/>
                  </a:lnTo>
                  <a:lnTo>
                    <a:pt x="11526" y="151"/>
                  </a:lnTo>
                  <a:lnTo>
                    <a:pt x="9280" y="1"/>
                  </a:lnTo>
                  <a:close/>
                </a:path>
              </a:pathLst>
            </a:custGeom>
            <a:solidFill>
              <a:schemeClr val="dk1"/>
            </a:solidFill>
            <a:ln w="0">
              <a:noFill/>
            </a:ln>
          </p:spPr>
          <p:style>
            <a:lnRef idx="0"/>
            <a:fillRef idx="0"/>
            <a:effectRef idx="0"/>
            <a:fontRef idx="minor"/>
          </p:style>
          <p:txBody>
            <a:bodyPr tIns="4680" bIns="4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7" name="Google Shape;865;p59"/>
            <p:cNvSpPr/>
            <p:nvPr/>
          </p:nvSpPr>
          <p:spPr>
            <a:xfrm>
              <a:off x="7574400" y="4505760"/>
              <a:ext cx="140400" cy="9000"/>
            </a:xfrm>
            <a:custGeom>
              <a:avLst/>
              <a:gdLst>
                <a:gd name="textAreaLeft" fmla="*/ 0 w 140400"/>
                <a:gd name="textAreaRight" fmla="*/ 140760 w 140400"/>
                <a:gd name="textAreaTop" fmla="*/ 0 h 9000"/>
                <a:gd name="textAreaBottom" fmla="*/ 9360 h 9000"/>
              </a:gdLst>
              <a:ahLst/>
              <a:cxnLst/>
              <a:rect l="textAreaLeft" t="textAreaTop" r="textAreaRight" b="textAreaBottom"/>
              <a:pathLst>
                <a:path w="11227" h="749">
                  <a:moveTo>
                    <a:pt x="3742" y="0"/>
                  </a:moveTo>
                  <a:lnTo>
                    <a:pt x="150" y="150"/>
                  </a:lnTo>
                  <a:lnTo>
                    <a:pt x="0" y="299"/>
                  </a:lnTo>
                  <a:lnTo>
                    <a:pt x="0" y="449"/>
                  </a:lnTo>
                  <a:lnTo>
                    <a:pt x="150" y="599"/>
                  </a:lnTo>
                  <a:lnTo>
                    <a:pt x="4491" y="748"/>
                  </a:lnTo>
                  <a:lnTo>
                    <a:pt x="8682" y="748"/>
                  </a:lnTo>
                  <a:lnTo>
                    <a:pt x="10478" y="599"/>
                  </a:lnTo>
                  <a:lnTo>
                    <a:pt x="11077" y="449"/>
                  </a:lnTo>
                  <a:lnTo>
                    <a:pt x="11226" y="299"/>
                  </a:lnTo>
                  <a:lnTo>
                    <a:pt x="11077" y="299"/>
                  </a:lnTo>
                  <a:lnTo>
                    <a:pt x="10628" y="150"/>
                  </a:lnTo>
                  <a:lnTo>
                    <a:pt x="8083" y="0"/>
                  </a:lnTo>
                  <a:close/>
                </a:path>
              </a:pathLst>
            </a:custGeom>
            <a:solidFill>
              <a:schemeClr val="dk1"/>
            </a:solidFill>
            <a:ln w="0">
              <a:noFill/>
            </a:ln>
          </p:spPr>
          <p:style>
            <a:lnRef idx="0"/>
            <a:fillRef idx="0"/>
            <a:effectRef idx="0"/>
            <a:fontRef idx="minor"/>
          </p:style>
          <p:txBody>
            <a:bodyPr tIns="4680" bIns="4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8" name="Google Shape;866;p59"/>
            <p:cNvSpPr/>
            <p:nvPr/>
          </p:nvSpPr>
          <p:spPr>
            <a:xfrm>
              <a:off x="7572600" y="4545000"/>
              <a:ext cx="136800" cy="12960"/>
            </a:xfrm>
            <a:custGeom>
              <a:avLst/>
              <a:gdLst>
                <a:gd name="textAreaLeft" fmla="*/ 0 w 136800"/>
                <a:gd name="textAreaRight" fmla="*/ 137160 w 136800"/>
                <a:gd name="textAreaTop" fmla="*/ 0 h 12960"/>
                <a:gd name="textAreaBottom" fmla="*/ 13320 h 12960"/>
              </a:gdLst>
              <a:ahLst/>
              <a:cxnLst/>
              <a:rect l="textAreaLeft" t="textAreaTop" r="textAreaRight" b="textAreaBottom"/>
              <a:pathLst>
                <a:path w="10928" h="1049">
                  <a:moveTo>
                    <a:pt x="1947" y="0"/>
                  </a:moveTo>
                  <a:lnTo>
                    <a:pt x="1" y="300"/>
                  </a:lnTo>
                  <a:lnTo>
                    <a:pt x="1" y="449"/>
                  </a:lnTo>
                  <a:lnTo>
                    <a:pt x="2246" y="898"/>
                  </a:lnTo>
                  <a:lnTo>
                    <a:pt x="4491" y="1048"/>
                  </a:lnTo>
                  <a:lnTo>
                    <a:pt x="6886" y="898"/>
                  </a:lnTo>
                  <a:lnTo>
                    <a:pt x="9131" y="749"/>
                  </a:lnTo>
                  <a:lnTo>
                    <a:pt x="10029" y="749"/>
                  </a:lnTo>
                  <a:lnTo>
                    <a:pt x="10179" y="599"/>
                  </a:lnTo>
                  <a:lnTo>
                    <a:pt x="10927" y="599"/>
                  </a:lnTo>
                  <a:lnTo>
                    <a:pt x="10927" y="449"/>
                  </a:lnTo>
                  <a:lnTo>
                    <a:pt x="10778" y="300"/>
                  </a:lnTo>
                  <a:lnTo>
                    <a:pt x="10329" y="300"/>
                  </a:lnTo>
                  <a:lnTo>
                    <a:pt x="9281" y="150"/>
                  </a:lnTo>
                  <a:lnTo>
                    <a:pt x="8083" y="0"/>
                  </a:lnTo>
                  <a:close/>
                </a:path>
              </a:pathLst>
            </a:custGeom>
            <a:solidFill>
              <a:schemeClr val="dk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9" name="Google Shape;867;p59"/>
            <p:cNvSpPr/>
            <p:nvPr/>
          </p:nvSpPr>
          <p:spPr>
            <a:xfrm>
              <a:off x="7576200" y="4586400"/>
              <a:ext cx="131040" cy="9000"/>
            </a:xfrm>
            <a:custGeom>
              <a:avLst/>
              <a:gdLst>
                <a:gd name="textAreaLeft" fmla="*/ 0 w 131040"/>
                <a:gd name="textAreaRight" fmla="*/ 131400 w 131040"/>
                <a:gd name="textAreaTop" fmla="*/ 0 h 9000"/>
                <a:gd name="textAreaBottom" fmla="*/ 9360 h 9000"/>
              </a:gdLst>
              <a:ahLst/>
              <a:cxnLst/>
              <a:rect l="textAreaLeft" t="textAreaTop" r="textAreaRight" b="textAreaBottom"/>
              <a:pathLst>
                <a:path w="10478" h="749">
                  <a:moveTo>
                    <a:pt x="1198" y="0"/>
                  </a:moveTo>
                  <a:lnTo>
                    <a:pt x="0" y="300"/>
                  </a:lnTo>
                  <a:lnTo>
                    <a:pt x="0" y="449"/>
                  </a:lnTo>
                  <a:lnTo>
                    <a:pt x="1198" y="749"/>
                  </a:lnTo>
                  <a:lnTo>
                    <a:pt x="7185" y="749"/>
                  </a:lnTo>
                  <a:lnTo>
                    <a:pt x="9430" y="599"/>
                  </a:lnTo>
                  <a:lnTo>
                    <a:pt x="10178" y="599"/>
                  </a:lnTo>
                  <a:lnTo>
                    <a:pt x="10328" y="449"/>
                  </a:lnTo>
                  <a:lnTo>
                    <a:pt x="10478" y="449"/>
                  </a:lnTo>
                  <a:lnTo>
                    <a:pt x="10328" y="150"/>
                  </a:lnTo>
                  <a:lnTo>
                    <a:pt x="9580" y="150"/>
                  </a:lnTo>
                  <a:lnTo>
                    <a:pt x="7185" y="0"/>
                  </a:lnTo>
                  <a:close/>
                </a:path>
              </a:pathLst>
            </a:custGeom>
            <a:solidFill>
              <a:schemeClr val="dk1"/>
            </a:solidFill>
            <a:ln w="0">
              <a:noFill/>
            </a:ln>
          </p:spPr>
          <p:style>
            <a:lnRef idx="0"/>
            <a:fillRef idx="0"/>
            <a:effectRef idx="0"/>
            <a:fontRef idx="minor"/>
          </p:style>
          <p:txBody>
            <a:bodyPr tIns="4680" bIns="4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80" name="Google Shape;868;p59"/>
            <p:cNvSpPr/>
            <p:nvPr/>
          </p:nvSpPr>
          <p:spPr>
            <a:xfrm>
              <a:off x="7576200" y="4623840"/>
              <a:ext cx="123480" cy="14760"/>
            </a:xfrm>
            <a:custGeom>
              <a:avLst/>
              <a:gdLst>
                <a:gd name="textAreaLeft" fmla="*/ 0 w 123480"/>
                <a:gd name="textAreaRight" fmla="*/ 123840 w 123480"/>
                <a:gd name="textAreaTop" fmla="*/ 0 h 14760"/>
                <a:gd name="textAreaBottom" fmla="*/ 15120 h 14760"/>
              </a:gdLst>
              <a:ahLst/>
              <a:cxnLst/>
              <a:rect l="textAreaLeft" t="textAreaTop" r="textAreaRight" b="textAreaBottom"/>
              <a:pathLst>
                <a:path w="9879" h="1199">
                  <a:moveTo>
                    <a:pt x="4640" y="1"/>
                  </a:moveTo>
                  <a:lnTo>
                    <a:pt x="2245" y="151"/>
                  </a:lnTo>
                  <a:lnTo>
                    <a:pt x="1198" y="300"/>
                  </a:lnTo>
                  <a:lnTo>
                    <a:pt x="150" y="450"/>
                  </a:lnTo>
                  <a:lnTo>
                    <a:pt x="0" y="600"/>
                  </a:lnTo>
                  <a:lnTo>
                    <a:pt x="150" y="749"/>
                  </a:lnTo>
                  <a:lnTo>
                    <a:pt x="898" y="899"/>
                  </a:lnTo>
                  <a:lnTo>
                    <a:pt x="2395" y="1198"/>
                  </a:lnTo>
                  <a:lnTo>
                    <a:pt x="4341" y="1198"/>
                  </a:lnTo>
                  <a:lnTo>
                    <a:pt x="6287" y="1049"/>
                  </a:lnTo>
                  <a:lnTo>
                    <a:pt x="7933" y="899"/>
                  </a:lnTo>
                  <a:lnTo>
                    <a:pt x="8981" y="899"/>
                  </a:lnTo>
                  <a:lnTo>
                    <a:pt x="9729" y="749"/>
                  </a:lnTo>
                  <a:lnTo>
                    <a:pt x="9879" y="600"/>
                  </a:lnTo>
                  <a:lnTo>
                    <a:pt x="9729" y="600"/>
                  </a:lnTo>
                  <a:lnTo>
                    <a:pt x="9131" y="450"/>
                  </a:lnTo>
                  <a:lnTo>
                    <a:pt x="6885" y="300"/>
                  </a:lnTo>
                  <a:lnTo>
                    <a:pt x="4640" y="1"/>
                  </a:lnTo>
                  <a:close/>
                </a:path>
              </a:pathLst>
            </a:custGeom>
            <a:solidFill>
              <a:schemeClr val="dk1"/>
            </a:solidFill>
            <a:ln w="0">
              <a:noFill/>
            </a:ln>
          </p:spPr>
          <p:style>
            <a:lnRef idx="0"/>
            <a:fillRef idx="0"/>
            <a:effectRef idx="0"/>
            <a:fontRef idx="minor"/>
          </p:style>
          <p:txBody>
            <a:bodyPr tIns="7560" bIns="7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81" name="Google Shape;869;p59"/>
            <p:cNvSpPr/>
            <p:nvPr/>
          </p:nvSpPr>
          <p:spPr>
            <a:xfrm>
              <a:off x="7572600" y="4667040"/>
              <a:ext cx="121680" cy="9000"/>
            </a:xfrm>
            <a:custGeom>
              <a:avLst/>
              <a:gdLst>
                <a:gd name="textAreaLeft" fmla="*/ 0 w 121680"/>
                <a:gd name="textAreaRight" fmla="*/ 122040 w 121680"/>
                <a:gd name="textAreaTop" fmla="*/ 0 h 9000"/>
                <a:gd name="textAreaBottom" fmla="*/ 9360 h 9000"/>
              </a:gdLst>
              <a:ahLst/>
              <a:cxnLst/>
              <a:rect l="textAreaLeft" t="textAreaTop" r="textAreaRight" b="textAreaBottom"/>
              <a:pathLst>
                <a:path w="9730" h="749">
                  <a:moveTo>
                    <a:pt x="1198" y="0"/>
                  </a:moveTo>
                  <a:lnTo>
                    <a:pt x="150" y="300"/>
                  </a:lnTo>
                  <a:lnTo>
                    <a:pt x="1" y="449"/>
                  </a:lnTo>
                  <a:lnTo>
                    <a:pt x="150" y="599"/>
                  </a:lnTo>
                  <a:lnTo>
                    <a:pt x="1198" y="749"/>
                  </a:lnTo>
                  <a:lnTo>
                    <a:pt x="4491" y="749"/>
                  </a:lnTo>
                  <a:lnTo>
                    <a:pt x="8832" y="599"/>
                  </a:lnTo>
                  <a:lnTo>
                    <a:pt x="9580" y="599"/>
                  </a:lnTo>
                  <a:lnTo>
                    <a:pt x="9730" y="449"/>
                  </a:lnTo>
                  <a:lnTo>
                    <a:pt x="9730" y="300"/>
                  </a:lnTo>
                  <a:lnTo>
                    <a:pt x="9580" y="150"/>
                  </a:lnTo>
                  <a:lnTo>
                    <a:pt x="8982" y="150"/>
                  </a:lnTo>
                  <a:lnTo>
                    <a:pt x="6736" y="0"/>
                  </a:lnTo>
                  <a:close/>
                </a:path>
              </a:pathLst>
            </a:custGeom>
            <a:solidFill>
              <a:schemeClr val="dk1"/>
            </a:solidFill>
            <a:ln w="0">
              <a:noFill/>
            </a:ln>
          </p:spPr>
          <p:style>
            <a:lnRef idx="0"/>
            <a:fillRef idx="0"/>
            <a:effectRef idx="0"/>
            <a:fontRef idx="minor"/>
          </p:style>
          <p:txBody>
            <a:bodyPr tIns="4680" bIns="4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82" name="Google Shape;870;p59"/>
            <p:cNvSpPr/>
            <p:nvPr/>
          </p:nvSpPr>
          <p:spPr>
            <a:xfrm>
              <a:off x="7570800" y="4706640"/>
              <a:ext cx="117720" cy="10800"/>
            </a:xfrm>
            <a:custGeom>
              <a:avLst/>
              <a:gdLst>
                <a:gd name="textAreaLeft" fmla="*/ 0 w 117720"/>
                <a:gd name="textAreaRight" fmla="*/ 118080 w 117720"/>
                <a:gd name="textAreaTop" fmla="*/ 0 h 10800"/>
                <a:gd name="textAreaBottom" fmla="*/ 11160 h 10800"/>
              </a:gdLst>
              <a:ahLst/>
              <a:cxnLst/>
              <a:rect l="textAreaLeft" t="textAreaTop" r="textAreaRight" b="textAreaBottom"/>
              <a:pathLst>
                <a:path w="9430" h="899">
                  <a:moveTo>
                    <a:pt x="4490" y="1"/>
                  </a:moveTo>
                  <a:lnTo>
                    <a:pt x="299" y="300"/>
                  </a:lnTo>
                  <a:lnTo>
                    <a:pt x="0" y="300"/>
                  </a:lnTo>
                  <a:lnTo>
                    <a:pt x="0" y="599"/>
                  </a:lnTo>
                  <a:lnTo>
                    <a:pt x="299" y="749"/>
                  </a:lnTo>
                  <a:lnTo>
                    <a:pt x="4490" y="899"/>
                  </a:lnTo>
                  <a:lnTo>
                    <a:pt x="6586" y="899"/>
                  </a:lnTo>
                  <a:lnTo>
                    <a:pt x="8681" y="599"/>
                  </a:lnTo>
                  <a:lnTo>
                    <a:pt x="9280" y="599"/>
                  </a:lnTo>
                  <a:lnTo>
                    <a:pt x="9430" y="450"/>
                  </a:lnTo>
                  <a:lnTo>
                    <a:pt x="9280" y="300"/>
                  </a:lnTo>
                  <a:lnTo>
                    <a:pt x="8681" y="150"/>
                  </a:lnTo>
                  <a:lnTo>
                    <a:pt x="6586" y="1"/>
                  </a:lnTo>
                  <a:close/>
                </a:path>
              </a:pathLst>
            </a:custGeom>
            <a:solidFill>
              <a:schemeClr val="dk1"/>
            </a:solidFill>
            <a:ln w="0">
              <a:noFill/>
            </a:ln>
          </p:spPr>
          <p:style>
            <a:lnRef idx="0"/>
            <a:fillRef idx="0"/>
            <a:effectRef idx="0"/>
            <a:fontRef idx="minor"/>
          </p:style>
          <p:txBody>
            <a:bodyPr tIns="5400" bIns="5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83" name="Google Shape;871;p59"/>
            <p:cNvSpPr/>
            <p:nvPr/>
          </p:nvSpPr>
          <p:spPr>
            <a:xfrm>
              <a:off x="7566840" y="4747680"/>
              <a:ext cx="117720" cy="12960"/>
            </a:xfrm>
            <a:custGeom>
              <a:avLst/>
              <a:gdLst>
                <a:gd name="textAreaLeft" fmla="*/ 0 w 117720"/>
                <a:gd name="textAreaRight" fmla="*/ 118080 w 117720"/>
                <a:gd name="textAreaTop" fmla="*/ 0 h 12960"/>
                <a:gd name="textAreaBottom" fmla="*/ 13320 h 12960"/>
              </a:gdLst>
              <a:ahLst/>
              <a:cxnLst/>
              <a:rect l="textAreaLeft" t="textAreaTop" r="textAreaRight" b="textAreaBottom"/>
              <a:pathLst>
                <a:path w="9431" h="1049">
                  <a:moveTo>
                    <a:pt x="3593" y="1"/>
                  </a:moveTo>
                  <a:lnTo>
                    <a:pt x="1947" y="150"/>
                  </a:lnTo>
                  <a:lnTo>
                    <a:pt x="150" y="150"/>
                  </a:lnTo>
                  <a:lnTo>
                    <a:pt x="1" y="300"/>
                  </a:lnTo>
                  <a:lnTo>
                    <a:pt x="1" y="450"/>
                  </a:lnTo>
                  <a:lnTo>
                    <a:pt x="1" y="599"/>
                  </a:lnTo>
                  <a:lnTo>
                    <a:pt x="150" y="599"/>
                  </a:lnTo>
                  <a:lnTo>
                    <a:pt x="2695" y="749"/>
                  </a:lnTo>
                  <a:lnTo>
                    <a:pt x="5090" y="899"/>
                  </a:lnTo>
                  <a:lnTo>
                    <a:pt x="6736" y="1048"/>
                  </a:lnTo>
                  <a:lnTo>
                    <a:pt x="8383" y="899"/>
                  </a:lnTo>
                  <a:lnTo>
                    <a:pt x="9131" y="749"/>
                  </a:lnTo>
                  <a:lnTo>
                    <a:pt x="9431" y="749"/>
                  </a:lnTo>
                  <a:lnTo>
                    <a:pt x="9431" y="599"/>
                  </a:lnTo>
                  <a:lnTo>
                    <a:pt x="9431" y="450"/>
                  </a:lnTo>
                  <a:lnTo>
                    <a:pt x="9281" y="300"/>
                  </a:lnTo>
                  <a:lnTo>
                    <a:pt x="8532" y="150"/>
                  </a:lnTo>
                  <a:lnTo>
                    <a:pt x="7185" y="150"/>
                  </a:lnTo>
                  <a:lnTo>
                    <a:pt x="5988" y="1"/>
                  </a:lnTo>
                  <a:close/>
                </a:path>
              </a:pathLst>
            </a:custGeom>
            <a:solidFill>
              <a:schemeClr val="dk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84" name="Google Shape;872;p59"/>
            <p:cNvSpPr/>
            <p:nvPr/>
          </p:nvSpPr>
          <p:spPr>
            <a:xfrm>
              <a:off x="7574400" y="4789080"/>
              <a:ext cx="102960" cy="10800"/>
            </a:xfrm>
            <a:custGeom>
              <a:avLst/>
              <a:gdLst>
                <a:gd name="textAreaLeft" fmla="*/ 0 w 102960"/>
                <a:gd name="textAreaRight" fmla="*/ 103320 w 102960"/>
                <a:gd name="textAreaTop" fmla="*/ 0 h 10800"/>
                <a:gd name="textAreaBottom" fmla="*/ 11160 h 10800"/>
              </a:gdLst>
              <a:ahLst/>
              <a:cxnLst/>
              <a:rect l="textAreaLeft" t="textAreaTop" r="textAreaRight" b="textAreaBottom"/>
              <a:pathLst>
                <a:path w="8233" h="899">
                  <a:moveTo>
                    <a:pt x="2096" y="1"/>
                  </a:moveTo>
                  <a:lnTo>
                    <a:pt x="150" y="150"/>
                  </a:lnTo>
                  <a:lnTo>
                    <a:pt x="0" y="150"/>
                  </a:lnTo>
                  <a:lnTo>
                    <a:pt x="0" y="300"/>
                  </a:lnTo>
                  <a:lnTo>
                    <a:pt x="0" y="599"/>
                  </a:lnTo>
                  <a:lnTo>
                    <a:pt x="150" y="599"/>
                  </a:lnTo>
                  <a:lnTo>
                    <a:pt x="2096" y="749"/>
                  </a:lnTo>
                  <a:lnTo>
                    <a:pt x="3892" y="899"/>
                  </a:lnTo>
                  <a:lnTo>
                    <a:pt x="7484" y="599"/>
                  </a:lnTo>
                  <a:lnTo>
                    <a:pt x="8083" y="599"/>
                  </a:lnTo>
                  <a:lnTo>
                    <a:pt x="8233" y="450"/>
                  </a:lnTo>
                  <a:lnTo>
                    <a:pt x="8083" y="300"/>
                  </a:lnTo>
                  <a:lnTo>
                    <a:pt x="7484" y="300"/>
                  </a:lnTo>
                  <a:lnTo>
                    <a:pt x="3892" y="1"/>
                  </a:lnTo>
                  <a:close/>
                </a:path>
              </a:pathLst>
            </a:custGeom>
            <a:solidFill>
              <a:schemeClr val="dk1"/>
            </a:solidFill>
            <a:ln w="0">
              <a:noFill/>
            </a:ln>
          </p:spPr>
          <p:style>
            <a:lnRef idx="0"/>
            <a:fillRef idx="0"/>
            <a:effectRef idx="0"/>
            <a:fontRef idx="minor"/>
          </p:style>
          <p:txBody>
            <a:bodyPr tIns="5400" bIns="5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85" name="Google Shape;873;p59"/>
            <p:cNvSpPr/>
            <p:nvPr/>
          </p:nvSpPr>
          <p:spPr>
            <a:xfrm>
              <a:off x="7548120" y="4826520"/>
              <a:ext cx="121680" cy="14760"/>
            </a:xfrm>
            <a:custGeom>
              <a:avLst/>
              <a:gdLst>
                <a:gd name="textAreaLeft" fmla="*/ 0 w 121680"/>
                <a:gd name="textAreaRight" fmla="*/ 122040 w 121680"/>
                <a:gd name="textAreaTop" fmla="*/ 0 h 14760"/>
                <a:gd name="textAreaBottom" fmla="*/ 15120 h 14760"/>
              </a:gdLst>
              <a:ahLst/>
              <a:cxnLst/>
              <a:rect l="textAreaLeft" t="textAreaTop" r="textAreaRight" b="textAreaBottom"/>
              <a:pathLst>
                <a:path w="9731" h="1198">
                  <a:moveTo>
                    <a:pt x="3743" y="0"/>
                  </a:moveTo>
                  <a:lnTo>
                    <a:pt x="1947" y="150"/>
                  </a:lnTo>
                  <a:lnTo>
                    <a:pt x="151" y="449"/>
                  </a:lnTo>
                  <a:lnTo>
                    <a:pt x="1" y="449"/>
                  </a:lnTo>
                  <a:lnTo>
                    <a:pt x="1" y="599"/>
                  </a:lnTo>
                  <a:lnTo>
                    <a:pt x="151" y="898"/>
                  </a:lnTo>
                  <a:lnTo>
                    <a:pt x="2246" y="1048"/>
                  </a:lnTo>
                  <a:lnTo>
                    <a:pt x="4641" y="1198"/>
                  </a:lnTo>
                  <a:lnTo>
                    <a:pt x="6886" y="1048"/>
                  </a:lnTo>
                  <a:lnTo>
                    <a:pt x="9131" y="898"/>
                  </a:lnTo>
                  <a:lnTo>
                    <a:pt x="9580" y="749"/>
                  </a:lnTo>
                  <a:lnTo>
                    <a:pt x="9730" y="599"/>
                  </a:lnTo>
                  <a:lnTo>
                    <a:pt x="9580" y="449"/>
                  </a:lnTo>
                  <a:lnTo>
                    <a:pt x="9131" y="299"/>
                  </a:lnTo>
                  <a:lnTo>
                    <a:pt x="7635" y="150"/>
                  </a:lnTo>
                  <a:lnTo>
                    <a:pt x="5689" y="0"/>
                  </a:lnTo>
                  <a:close/>
                </a:path>
              </a:pathLst>
            </a:custGeom>
            <a:solidFill>
              <a:schemeClr val="dk1"/>
            </a:solidFill>
            <a:ln w="0">
              <a:noFill/>
            </a:ln>
          </p:spPr>
          <p:style>
            <a:lnRef idx="0"/>
            <a:fillRef idx="0"/>
            <a:effectRef idx="0"/>
            <a:fontRef idx="minor"/>
          </p:style>
          <p:txBody>
            <a:bodyPr tIns="7560" bIns="7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86" name="Google Shape;874;p59"/>
            <p:cNvSpPr/>
            <p:nvPr/>
          </p:nvSpPr>
          <p:spPr>
            <a:xfrm>
              <a:off x="7566840" y="4867920"/>
              <a:ext cx="99000" cy="12600"/>
            </a:xfrm>
            <a:custGeom>
              <a:avLst/>
              <a:gdLst>
                <a:gd name="textAreaLeft" fmla="*/ 0 w 99000"/>
                <a:gd name="textAreaRight" fmla="*/ 99360 w 99000"/>
                <a:gd name="textAreaTop" fmla="*/ 0 h 12600"/>
                <a:gd name="textAreaBottom" fmla="*/ 12960 h 12600"/>
              </a:gdLst>
              <a:ahLst/>
              <a:cxnLst/>
              <a:rect l="textAreaLeft" t="textAreaTop" r="textAreaRight" b="textAreaBottom"/>
              <a:pathLst>
                <a:path w="7934" h="1048">
                  <a:moveTo>
                    <a:pt x="3743" y="0"/>
                  </a:moveTo>
                  <a:lnTo>
                    <a:pt x="1947" y="150"/>
                  </a:lnTo>
                  <a:lnTo>
                    <a:pt x="300" y="299"/>
                  </a:lnTo>
                  <a:lnTo>
                    <a:pt x="150" y="299"/>
                  </a:lnTo>
                  <a:lnTo>
                    <a:pt x="1" y="449"/>
                  </a:lnTo>
                  <a:lnTo>
                    <a:pt x="150" y="599"/>
                  </a:lnTo>
                  <a:lnTo>
                    <a:pt x="300" y="748"/>
                  </a:lnTo>
                  <a:lnTo>
                    <a:pt x="3743" y="1048"/>
                  </a:lnTo>
                  <a:lnTo>
                    <a:pt x="5389" y="1048"/>
                  </a:lnTo>
                  <a:lnTo>
                    <a:pt x="7185" y="748"/>
                  </a:lnTo>
                  <a:lnTo>
                    <a:pt x="7784" y="748"/>
                  </a:lnTo>
                  <a:lnTo>
                    <a:pt x="7934" y="599"/>
                  </a:lnTo>
                  <a:lnTo>
                    <a:pt x="7784" y="449"/>
                  </a:lnTo>
                  <a:lnTo>
                    <a:pt x="7185" y="299"/>
                  </a:lnTo>
                  <a:lnTo>
                    <a:pt x="5539" y="150"/>
                  </a:lnTo>
                  <a:lnTo>
                    <a:pt x="3743" y="0"/>
                  </a:lnTo>
                  <a:close/>
                </a:path>
              </a:pathLst>
            </a:custGeom>
            <a:solidFill>
              <a:schemeClr val="dk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87" name="Google Shape;875;p59"/>
            <p:cNvSpPr/>
            <p:nvPr/>
          </p:nvSpPr>
          <p:spPr>
            <a:xfrm>
              <a:off x="7572600" y="4948560"/>
              <a:ext cx="82080" cy="12600"/>
            </a:xfrm>
            <a:custGeom>
              <a:avLst/>
              <a:gdLst>
                <a:gd name="textAreaLeft" fmla="*/ 0 w 82080"/>
                <a:gd name="textAreaRight" fmla="*/ 82440 w 82080"/>
                <a:gd name="textAreaTop" fmla="*/ 0 h 12600"/>
                <a:gd name="textAreaBottom" fmla="*/ 12960 h 12600"/>
              </a:gdLst>
              <a:ahLst/>
              <a:cxnLst/>
              <a:rect l="textAreaLeft" t="textAreaTop" r="textAreaRight" b="textAreaBottom"/>
              <a:pathLst>
                <a:path w="6587" h="1048">
                  <a:moveTo>
                    <a:pt x="2994" y="0"/>
                  </a:moveTo>
                  <a:lnTo>
                    <a:pt x="1498" y="150"/>
                  </a:lnTo>
                  <a:lnTo>
                    <a:pt x="150" y="300"/>
                  </a:lnTo>
                  <a:lnTo>
                    <a:pt x="1" y="449"/>
                  </a:lnTo>
                  <a:lnTo>
                    <a:pt x="1" y="599"/>
                  </a:lnTo>
                  <a:lnTo>
                    <a:pt x="1" y="749"/>
                  </a:lnTo>
                  <a:lnTo>
                    <a:pt x="150" y="749"/>
                  </a:lnTo>
                  <a:lnTo>
                    <a:pt x="749" y="898"/>
                  </a:lnTo>
                  <a:lnTo>
                    <a:pt x="2096" y="1048"/>
                  </a:lnTo>
                  <a:lnTo>
                    <a:pt x="3294" y="1048"/>
                  </a:lnTo>
                  <a:lnTo>
                    <a:pt x="5838" y="749"/>
                  </a:lnTo>
                  <a:lnTo>
                    <a:pt x="6437" y="599"/>
                  </a:lnTo>
                  <a:lnTo>
                    <a:pt x="6587" y="599"/>
                  </a:lnTo>
                  <a:lnTo>
                    <a:pt x="6587" y="449"/>
                  </a:lnTo>
                  <a:lnTo>
                    <a:pt x="6587" y="300"/>
                  </a:lnTo>
                  <a:lnTo>
                    <a:pt x="6437" y="300"/>
                  </a:lnTo>
                  <a:lnTo>
                    <a:pt x="5838" y="150"/>
                  </a:lnTo>
                  <a:lnTo>
                    <a:pt x="4491" y="0"/>
                  </a:lnTo>
                  <a:close/>
                </a:path>
              </a:pathLst>
            </a:custGeom>
            <a:solidFill>
              <a:schemeClr val="dk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88" name="Google Shape;876;p59"/>
            <p:cNvSpPr/>
            <p:nvPr/>
          </p:nvSpPr>
          <p:spPr>
            <a:xfrm>
              <a:off x="7574400" y="4909320"/>
              <a:ext cx="86040" cy="10800"/>
            </a:xfrm>
            <a:custGeom>
              <a:avLst/>
              <a:gdLst>
                <a:gd name="textAreaLeft" fmla="*/ 0 w 86040"/>
                <a:gd name="textAreaRight" fmla="*/ 86400 w 86040"/>
                <a:gd name="textAreaTop" fmla="*/ 0 h 10800"/>
                <a:gd name="textAreaBottom" fmla="*/ 11160 h 10800"/>
              </a:gdLst>
              <a:ahLst/>
              <a:cxnLst/>
              <a:rect l="textAreaLeft" t="textAreaTop" r="textAreaRight" b="textAreaBottom"/>
              <a:pathLst>
                <a:path w="6886" h="900">
                  <a:moveTo>
                    <a:pt x="1647" y="1"/>
                  </a:moveTo>
                  <a:lnTo>
                    <a:pt x="150" y="151"/>
                  </a:lnTo>
                  <a:lnTo>
                    <a:pt x="0" y="300"/>
                  </a:lnTo>
                  <a:lnTo>
                    <a:pt x="0" y="450"/>
                  </a:lnTo>
                  <a:lnTo>
                    <a:pt x="0" y="600"/>
                  </a:lnTo>
                  <a:lnTo>
                    <a:pt x="150" y="749"/>
                  </a:lnTo>
                  <a:lnTo>
                    <a:pt x="1647" y="899"/>
                  </a:lnTo>
                  <a:lnTo>
                    <a:pt x="3144" y="899"/>
                  </a:lnTo>
                  <a:lnTo>
                    <a:pt x="6137" y="749"/>
                  </a:lnTo>
                  <a:lnTo>
                    <a:pt x="6736" y="600"/>
                  </a:lnTo>
                  <a:lnTo>
                    <a:pt x="6886" y="600"/>
                  </a:lnTo>
                  <a:lnTo>
                    <a:pt x="6886" y="450"/>
                  </a:lnTo>
                  <a:lnTo>
                    <a:pt x="6886" y="300"/>
                  </a:lnTo>
                  <a:lnTo>
                    <a:pt x="6736" y="300"/>
                  </a:lnTo>
                  <a:lnTo>
                    <a:pt x="6137" y="151"/>
                  </a:lnTo>
                  <a:lnTo>
                    <a:pt x="3144" y="1"/>
                  </a:lnTo>
                  <a:close/>
                </a:path>
              </a:pathLst>
            </a:custGeom>
            <a:solidFill>
              <a:schemeClr val="dk1"/>
            </a:solidFill>
            <a:ln w="0">
              <a:noFill/>
            </a:ln>
          </p:spPr>
          <p:style>
            <a:lnRef idx="0"/>
            <a:fillRef idx="0"/>
            <a:effectRef idx="0"/>
            <a:fontRef idx="minor"/>
          </p:style>
          <p:txBody>
            <a:bodyPr tIns="5400" bIns="5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89" name="Google Shape;877;p59"/>
            <p:cNvSpPr/>
            <p:nvPr/>
          </p:nvSpPr>
          <p:spPr>
            <a:xfrm>
              <a:off x="7574400" y="4989960"/>
              <a:ext cx="74880" cy="10800"/>
            </a:xfrm>
            <a:custGeom>
              <a:avLst/>
              <a:gdLst>
                <a:gd name="textAreaLeft" fmla="*/ 0 w 74880"/>
                <a:gd name="textAreaRight" fmla="*/ 75240 w 74880"/>
                <a:gd name="textAreaTop" fmla="*/ 0 h 10800"/>
                <a:gd name="textAreaBottom" fmla="*/ 11160 h 10800"/>
              </a:gdLst>
              <a:ahLst/>
              <a:cxnLst/>
              <a:rect l="textAreaLeft" t="textAreaTop" r="textAreaRight" b="textAreaBottom"/>
              <a:pathLst>
                <a:path w="5988" h="899">
                  <a:moveTo>
                    <a:pt x="1497" y="0"/>
                  </a:moveTo>
                  <a:lnTo>
                    <a:pt x="150" y="300"/>
                  </a:lnTo>
                  <a:lnTo>
                    <a:pt x="0" y="449"/>
                  </a:lnTo>
                  <a:lnTo>
                    <a:pt x="150" y="599"/>
                  </a:lnTo>
                  <a:lnTo>
                    <a:pt x="150" y="749"/>
                  </a:lnTo>
                  <a:lnTo>
                    <a:pt x="1497" y="898"/>
                  </a:lnTo>
                  <a:lnTo>
                    <a:pt x="3892" y="898"/>
                  </a:lnTo>
                  <a:lnTo>
                    <a:pt x="5239" y="749"/>
                  </a:lnTo>
                  <a:lnTo>
                    <a:pt x="5988" y="599"/>
                  </a:lnTo>
                  <a:lnTo>
                    <a:pt x="5988" y="449"/>
                  </a:lnTo>
                  <a:lnTo>
                    <a:pt x="5988" y="300"/>
                  </a:lnTo>
                  <a:lnTo>
                    <a:pt x="5239" y="150"/>
                  </a:lnTo>
                  <a:lnTo>
                    <a:pt x="4042" y="0"/>
                  </a:lnTo>
                  <a:close/>
                </a:path>
              </a:pathLst>
            </a:custGeom>
            <a:solidFill>
              <a:schemeClr val="dk1"/>
            </a:solidFill>
            <a:ln w="0">
              <a:noFill/>
            </a:ln>
          </p:spPr>
          <p:style>
            <a:lnRef idx="0"/>
            <a:fillRef idx="0"/>
            <a:effectRef idx="0"/>
            <a:fontRef idx="minor"/>
          </p:style>
          <p:txBody>
            <a:bodyPr tIns="5400" bIns="5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0" name="Google Shape;878;p59"/>
            <p:cNvSpPr/>
            <p:nvPr/>
          </p:nvSpPr>
          <p:spPr>
            <a:xfrm>
              <a:off x="7576200" y="5029200"/>
              <a:ext cx="67320" cy="12960"/>
            </a:xfrm>
            <a:custGeom>
              <a:avLst/>
              <a:gdLst>
                <a:gd name="textAreaLeft" fmla="*/ 0 w 67320"/>
                <a:gd name="textAreaRight" fmla="*/ 67680 w 67320"/>
                <a:gd name="textAreaTop" fmla="*/ 0 h 12960"/>
                <a:gd name="textAreaBottom" fmla="*/ 13320 h 12960"/>
              </a:gdLst>
              <a:ahLst/>
              <a:cxnLst/>
              <a:rect l="textAreaLeft" t="textAreaTop" r="textAreaRight" b="textAreaBottom"/>
              <a:pathLst>
                <a:path w="5389" h="1049">
                  <a:moveTo>
                    <a:pt x="2395" y="0"/>
                  </a:moveTo>
                  <a:lnTo>
                    <a:pt x="1198" y="150"/>
                  </a:lnTo>
                  <a:lnTo>
                    <a:pt x="150" y="300"/>
                  </a:lnTo>
                  <a:lnTo>
                    <a:pt x="0" y="449"/>
                  </a:lnTo>
                  <a:lnTo>
                    <a:pt x="0" y="599"/>
                  </a:lnTo>
                  <a:lnTo>
                    <a:pt x="0" y="749"/>
                  </a:lnTo>
                  <a:lnTo>
                    <a:pt x="150" y="749"/>
                  </a:lnTo>
                  <a:lnTo>
                    <a:pt x="300" y="898"/>
                  </a:lnTo>
                  <a:lnTo>
                    <a:pt x="1347" y="1048"/>
                  </a:lnTo>
                  <a:lnTo>
                    <a:pt x="2395" y="1048"/>
                  </a:lnTo>
                  <a:lnTo>
                    <a:pt x="3892" y="898"/>
                  </a:lnTo>
                  <a:lnTo>
                    <a:pt x="4640" y="749"/>
                  </a:lnTo>
                  <a:lnTo>
                    <a:pt x="5239" y="749"/>
                  </a:lnTo>
                  <a:lnTo>
                    <a:pt x="5239" y="599"/>
                  </a:lnTo>
                  <a:lnTo>
                    <a:pt x="5389" y="449"/>
                  </a:lnTo>
                  <a:lnTo>
                    <a:pt x="5239" y="300"/>
                  </a:lnTo>
                  <a:lnTo>
                    <a:pt x="4640" y="150"/>
                  </a:lnTo>
                  <a:lnTo>
                    <a:pt x="3592" y="0"/>
                  </a:lnTo>
                  <a:close/>
                </a:path>
              </a:pathLst>
            </a:custGeom>
            <a:solidFill>
              <a:schemeClr val="dk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1" name="Google Shape;879;p59"/>
            <p:cNvSpPr/>
            <p:nvPr/>
          </p:nvSpPr>
          <p:spPr>
            <a:xfrm>
              <a:off x="7566840" y="5070600"/>
              <a:ext cx="70920" cy="10800"/>
            </a:xfrm>
            <a:custGeom>
              <a:avLst/>
              <a:gdLst>
                <a:gd name="textAreaLeft" fmla="*/ 0 w 70920"/>
                <a:gd name="textAreaRight" fmla="*/ 71280 w 70920"/>
                <a:gd name="textAreaTop" fmla="*/ 0 h 10800"/>
                <a:gd name="textAreaBottom" fmla="*/ 11160 h 10800"/>
              </a:gdLst>
              <a:ahLst/>
              <a:cxnLst/>
              <a:rect l="textAreaLeft" t="textAreaTop" r="textAreaRight" b="textAreaBottom"/>
              <a:pathLst>
                <a:path w="5689" h="899">
                  <a:moveTo>
                    <a:pt x="1348" y="0"/>
                  </a:moveTo>
                  <a:lnTo>
                    <a:pt x="749" y="150"/>
                  </a:lnTo>
                  <a:lnTo>
                    <a:pt x="150" y="300"/>
                  </a:lnTo>
                  <a:lnTo>
                    <a:pt x="1" y="599"/>
                  </a:lnTo>
                  <a:lnTo>
                    <a:pt x="150" y="599"/>
                  </a:lnTo>
                  <a:lnTo>
                    <a:pt x="749" y="898"/>
                  </a:lnTo>
                  <a:lnTo>
                    <a:pt x="2695" y="898"/>
                  </a:lnTo>
                  <a:lnTo>
                    <a:pt x="4940" y="749"/>
                  </a:lnTo>
                  <a:lnTo>
                    <a:pt x="5539" y="599"/>
                  </a:lnTo>
                  <a:lnTo>
                    <a:pt x="5689" y="599"/>
                  </a:lnTo>
                  <a:lnTo>
                    <a:pt x="5689" y="449"/>
                  </a:lnTo>
                  <a:lnTo>
                    <a:pt x="5539" y="300"/>
                  </a:lnTo>
                  <a:lnTo>
                    <a:pt x="4940" y="150"/>
                  </a:lnTo>
                  <a:lnTo>
                    <a:pt x="3892" y="0"/>
                  </a:lnTo>
                  <a:close/>
                </a:path>
              </a:pathLst>
            </a:custGeom>
            <a:solidFill>
              <a:schemeClr val="dk1"/>
            </a:solidFill>
            <a:ln w="0">
              <a:noFill/>
            </a:ln>
          </p:spPr>
          <p:style>
            <a:lnRef idx="0"/>
            <a:fillRef idx="0"/>
            <a:effectRef idx="0"/>
            <a:fontRef idx="minor"/>
          </p:style>
          <p:txBody>
            <a:bodyPr tIns="5400" bIns="5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2" name="Google Shape;880;p59"/>
            <p:cNvSpPr/>
            <p:nvPr/>
          </p:nvSpPr>
          <p:spPr>
            <a:xfrm>
              <a:off x="7565040" y="5112000"/>
              <a:ext cx="67320" cy="10800"/>
            </a:xfrm>
            <a:custGeom>
              <a:avLst/>
              <a:gdLst>
                <a:gd name="textAreaLeft" fmla="*/ 0 w 67320"/>
                <a:gd name="textAreaRight" fmla="*/ 67680 w 67320"/>
                <a:gd name="textAreaTop" fmla="*/ 0 h 10800"/>
                <a:gd name="textAreaBottom" fmla="*/ 11160 h 10800"/>
              </a:gdLst>
              <a:ahLst/>
              <a:cxnLst/>
              <a:rect l="textAreaLeft" t="textAreaTop" r="textAreaRight" b="textAreaBottom"/>
              <a:pathLst>
                <a:path w="5389" h="899">
                  <a:moveTo>
                    <a:pt x="1497" y="0"/>
                  </a:moveTo>
                  <a:lnTo>
                    <a:pt x="449" y="150"/>
                  </a:lnTo>
                  <a:lnTo>
                    <a:pt x="150" y="300"/>
                  </a:lnTo>
                  <a:lnTo>
                    <a:pt x="0" y="300"/>
                  </a:lnTo>
                  <a:lnTo>
                    <a:pt x="0" y="449"/>
                  </a:lnTo>
                  <a:lnTo>
                    <a:pt x="150" y="599"/>
                  </a:lnTo>
                  <a:lnTo>
                    <a:pt x="599" y="749"/>
                  </a:lnTo>
                  <a:lnTo>
                    <a:pt x="1198" y="898"/>
                  </a:lnTo>
                  <a:lnTo>
                    <a:pt x="2545" y="898"/>
                  </a:lnTo>
                  <a:lnTo>
                    <a:pt x="4640" y="749"/>
                  </a:lnTo>
                  <a:lnTo>
                    <a:pt x="5239" y="599"/>
                  </a:lnTo>
                  <a:lnTo>
                    <a:pt x="5389" y="449"/>
                  </a:lnTo>
                  <a:lnTo>
                    <a:pt x="5389" y="300"/>
                  </a:lnTo>
                  <a:lnTo>
                    <a:pt x="5239" y="150"/>
                  </a:lnTo>
                  <a:lnTo>
                    <a:pt x="4640" y="150"/>
                  </a:lnTo>
                  <a:lnTo>
                    <a:pt x="3592" y="0"/>
                  </a:lnTo>
                  <a:close/>
                </a:path>
              </a:pathLst>
            </a:custGeom>
            <a:solidFill>
              <a:schemeClr val="dk1"/>
            </a:solidFill>
            <a:ln w="0">
              <a:noFill/>
            </a:ln>
          </p:spPr>
          <p:style>
            <a:lnRef idx="0"/>
            <a:fillRef idx="0"/>
            <a:effectRef idx="0"/>
            <a:fontRef idx="minor"/>
          </p:style>
          <p:txBody>
            <a:bodyPr tIns="5400" bIns="5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3" name="Google Shape;881;p59"/>
            <p:cNvSpPr/>
            <p:nvPr/>
          </p:nvSpPr>
          <p:spPr>
            <a:xfrm>
              <a:off x="7563240" y="5151240"/>
              <a:ext cx="67320" cy="12960"/>
            </a:xfrm>
            <a:custGeom>
              <a:avLst/>
              <a:gdLst>
                <a:gd name="textAreaLeft" fmla="*/ 0 w 67320"/>
                <a:gd name="textAreaRight" fmla="*/ 67680 w 67320"/>
                <a:gd name="textAreaTop" fmla="*/ 0 h 12960"/>
                <a:gd name="textAreaBottom" fmla="*/ 13320 h 12960"/>
              </a:gdLst>
              <a:ahLst/>
              <a:cxnLst/>
              <a:rect l="textAreaLeft" t="textAreaTop" r="textAreaRight" b="textAreaBottom"/>
              <a:pathLst>
                <a:path w="5389" h="1049">
                  <a:moveTo>
                    <a:pt x="1348" y="1"/>
                  </a:moveTo>
                  <a:lnTo>
                    <a:pt x="749" y="150"/>
                  </a:lnTo>
                  <a:lnTo>
                    <a:pt x="150" y="300"/>
                  </a:lnTo>
                  <a:lnTo>
                    <a:pt x="0" y="450"/>
                  </a:lnTo>
                  <a:lnTo>
                    <a:pt x="0" y="599"/>
                  </a:lnTo>
                  <a:lnTo>
                    <a:pt x="150" y="749"/>
                  </a:lnTo>
                  <a:lnTo>
                    <a:pt x="1048" y="1048"/>
                  </a:lnTo>
                  <a:lnTo>
                    <a:pt x="3293" y="1048"/>
                  </a:lnTo>
                  <a:lnTo>
                    <a:pt x="4341" y="899"/>
                  </a:lnTo>
                  <a:lnTo>
                    <a:pt x="5089" y="749"/>
                  </a:lnTo>
                  <a:lnTo>
                    <a:pt x="5239" y="749"/>
                  </a:lnTo>
                  <a:lnTo>
                    <a:pt x="5389" y="599"/>
                  </a:lnTo>
                  <a:lnTo>
                    <a:pt x="5389" y="450"/>
                  </a:lnTo>
                  <a:lnTo>
                    <a:pt x="5239" y="300"/>
                  </a:lnTo>
                  <a:lnTo>
                    <a:pt x="5089" y="300"/>
                  </a:lnTo>
                  <a:lnTo>
                    <a:pt x="4341" y="150"/>
                  </a:lnTo>
                  <a:lnTo>
                    <a:pt x="3593" y="1"/>
                  </a:lnTo>
                  <a:close/>
                </a:path>
              </a:pathLst>
            </a:custGeom>
            <a:solidFill>
              <a:schemeClr val="dk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4" name="Google Shape;882;p59"/>
            <p:cNvSpPr/>
            <p:nvPr/>
          </p:nvSpPr>
          <p:spPr>
            <a:xfrm>
              <a:off x="7555680" y="5192640"/>
              <a:ext cx="67320" cy="12960"/>
            </a:xfrm>
            <a:custGeom>
              <a:avLst/>
              <a:gdLst>
                <a:gd name="textAreaLeft" fmla="*/ 0 w 67320"/>
                <a:gd name="textAreaRight" fmla="*/ 67680 w 67320"/>
                <a:gd name="textAreaTop" fmla="*/ 0 h 12960"/>
                <a:gd name="textAreaBottom" fmla="*/ 13320 h 12960"/>
              </a:gdLst>
              <a:ahLst/>
              <a:cxnLst/>
              <a:rect l="textAreaLeft" t="textAreaTop" r="textAreaRight" b="textAreaBottom"/>
              <a:pathLst>
                <a:path w="5390" h="1049">
                  <a:moveTo>
                    <a:pt x="1198" y="0"/>
                  </a:moveTo>
                  <a:lnTo>
                    <a:pt x="150" y="300"/>
                  </a:lnTo>
                  <a:lnTo>
                    <a:pt x="1" y="449"/>
                  </a:lnTo>
                  <a:lnTo>
                    <a:pt x="150" y="599"/>
                  </a:lnTo>
                  <a:lnTo>
                    <a:pt x="1198" y="899"/>
                  </a:lnTo>
                  <a:lnTo>
                    <a:pt x="2246" y="1048"/>
                  </a:lnTo>
                  <a:lnTo>
                    <a:pt x="3294" y="899"/>
                  </a:lnTo>
                  <a:lnTo>
                    <a:pt x="4491" y="749"/>
                  </a:lnTo>
                  <a:lnTo>
                    <a:pt x="5239" y="599"/>
                  </a:lnTo>
                  <a:lnTo>
                    <a:pt x="5389" y="449"/>
                  </a:lnTo>
                  <a:lnTo>
                    <a:pt x="5239" y="300"/>
                  </a:lnTo>
                  <a:lnTo>
                    <a:pt x="4491" y="150"/>
                  </a:lnTo>
                  <a:lnTo>
                    <a:pt x="3443" y="0"/>
                  </a:lnTo>
                  <a:close/>
                </a:path>
              </a:pathLst>
            </a:custGeom>
            <a:solidFill>
              <a:schemeClr val="dk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5" name="Google Shape;883;p59"/>
            <p:cNvSpPr/>
            <p:nvPr/>
          </p:nvSpPr>
          <p:spPr>
            <a:xfrm>
              <a:off x="7563240" y="5234040"/>
              <a:ext cx="54000" cy="9000"/>
            </a:xfrm>
            <a:custGeom>
              <a:avLst/>
              <a:gdLst>
                <a:gd name="textAreaLeft" fmla="*/ 0 w 54000"/>
                <a:gd name="textAreaRight" fmla="*/ 54360 w 54000"/>
                <a:gd name="textAreaTop" fmla="*/ 0 h 9000"/>
                <a:gd name="textAreaBottom" fmla="*/ 9360 h 9000"/>
              </a:gdLst>
              <a:ahLst/>
              <a:cxnLst/>
              <a:rect l="textAreaLeft" t="textAreaTop" r="textAreaRight" b="textAreaBottom"/>
              <a:pathLst>
                <a:path w="4342" h="749">
                  <a:moveTo>
                    <a:pt x="599" y="0"/>
                  </a:moveTo>
                  <a:lnTo>
                    <a:pt x="0" y="150"/>
                  </a:lnTo>
                  <a:lnTo>
                    <a:pt x="0" y="449"/>
                  </a:lnTo>
                  <a:lnTo>
                    <a:pt x="0" y="599"/>
                  </a:lnTo>
                  <a:lnTo>
                    <a:pt x="599" y="749"/>
                  </a:lnTo>
                  <a:lnTo>
                    <a:pt x="3443" y="749"/>
                  </a:lnTo>
                  <a:lnTo>
                    <a:pt x="4191" y="449"/>
                  </a:lnTo>
                  <a:lnTo>
                    <a:pt x="4341" y="449"/>
                  </a:lnTo>
                  <a:lnTo>
                    <a:pt x="4191" y="300"/>
                  </a:lnTo>
                  <a:lnTo>
                    <a:pt x="4191" y="150"/>
                  </a:lnTo>
                  <a:lnTo>
                    <a:pt x="3593" y="0"/>
                  </a:lnTo>
                  <a:close/>
                </a:path>
              </a:pathLst>
            </a:custGeom>
            <a:solidFill>
              <a:schemeClr val="dk1"/>
            </a:solidFill>
            <a:ln w="0">
              <a:noFill/>
            </a:ln>
          </p:spPr>
          <p:style>
            <a:lnRef idx="0"/>
            <a:fillRef idx="0"/>
            <a:effectRef idx="0"/>
            <a:fontRef idx="minor"/>
          </p:style>
          <p:txBody>
            <a:bodyPr tIns="4680" bIns="4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6" name="Google Shape;884;p59"/>
            <p:cNvSpPr/>
            <p:nvPr/>
          </p:nvSpPr>
          <p:spPr>
            <a:xfrm>
              <a:off x="7570800" y="5273280"/>
              <a:ext cx="41040" cy="10800"/>
            </a:xfrm>
            <a:custGeom>
              <a:avLst/>
              <a:gdLst>
                <a:gd name="textAreaLeft" fmla="*/ 0 w 41040"/>
                <a:gd name="textAreaRight" fmla="*/ 41400 w 41040"/>
                <a:gd name="textAreaTop" fmla="*/ 0 h 10800"/>
                <a:gd name="textAreaBottom" fmla="*/ 11160 h 10800"/>
              </a:gdLst>
              <a:ahLst/>
              <a:cxnLst/>
              <a:rect l="textAreaLeft" t="textAreaTop" r="textAreaRight" b="textAreaBottom"/>
              <a:pathLst>
                <a:path w="3294" h="899">
                  <a:moveTo>
                    <a:pt x="749" y="1"/>
                  </a:moveTo>
                  <a:lnTo>
                    <a:pt x="299" y="150"/>
                  </a:lnTo>
                  <a:lnTo>
                    <a:pt x="150" y="300"/>
                  </a:lnTo>
                  <a:lnTo>
                    <a:pt x="0" y="450"/>
                  </a:lnTo>
                  <a:lnTo>
                    <a:pt x="150" y="599"/>
                  </a:lnTo>
                  <a:lnTo>
                    <a:pt x="299" y="749"/>
                  </a:lnTo>
                  <a:lnTo>
                    <a:pt x="749" y="899"/>
                  </a:lnTo>
                  <a:lnTo>
                    <a:pt x="1347" y="899"/>
                  </a:lnTo>
                  <a:lnTo>
                    <a:pt x="2395" y="749"/>
                  </a:lnTo>
                  <a:lnTo>
                    <a:pt x="3143" y="599"/>
                  </a:lnTo>
                  <a:lnTo>
                    <a:pt x="3293" y="450"/>
                  </a:lnTo>
                  <a:lnTo>
                    <a:pt x="3143" y="300"/>
                  </a:lnTo>
                  <a:lnTo>
                    <a:pt x="2545" y="150"/>
                  </a:lnTo>
                  <a:lnTo>
                    <a:pt x="1347" y="1"/>
                  </a:lnTo>
                  <a:close/>
                </a:path>
              </a:pathLst>
            </a:custGeom>
            <a:solidFill>
              <a:schemeClr val="dk1"/>
            </a:solidFill>
            <a:ln w="0">
              <a:noFill/>
            </a:ln>
          </p:spPr>
          <p:style>
            <a:lnRef idx="0"/>
            <a:fillRef idx="0"/>
            <a:effectRef idx="0"/>
            <a:fontRef idx="minor"/>
          </p:style>
          <p:txBody>
            <a:bodyPr tIns="5400" bIns="5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7" name="Google Shape;885;p59"/>
            <p:cNvSpPr/>
            <p:nvPr/>
          </p:nvSpPr>
          <p:spPr>
            <a:xfrm>
              <a:off x="7574400" y="5314680"/>
              <a:ext cx="35280" cy="9000"/>
            </a:xfrm>
            <a:custGeom>
              <a:avLst/>
              <a:gdLst>
                <a:gd name="textAreaLeft" fmla="*/ 0 w 35280"/>
                <a:gd name="textAreaRight" fmla="*/ 35640 w 35280"/>
                <a:gd name="textAreaTop" fmla="*/ 0 h 9000"/>
                <a:gd name="textAreaBottom" fmla="*/ 9360 h 9000"/>
              </a:gdLst>
              <a:ahLst/>
              <a:cxnLst/>
              <a:rect l="textAreaLeft" t="textAreaTop" r="textAreaRight" b="textAreaBottom"/>
              <a:pathLst>
                <a:path w="2845" h="749">
                  <a:moveTo>
                    <a:pt x="899" y="1"/>
                  </a:moveTo>
                  <a:lnTo>
                    <a:pt x="150" y="150"/>
                  </a:lnTo>
                  <a:lnTo>
                    <a:pt x="150" y="300"/>
                  </a:lnTo>
                  <a:lnTo>
                    <a:pt x="0" y="450"/>
                  </a:lnTo>
                  <a:lnTo>
                    <a:pt x="150" y="599"/>
                  </a:lnTo>
                  <a:lnTo>
                    <a:pt x="899" y="749"/>
                  </a:lnTo>
                  <a:lnTo>
                    <a:pt x="1647" y="749"/>
                  </a:lnTo>
                  <a:lnTo>
                    <a:pt x="2395" y="599"/>
                  </a:lnTo>
                  <a:lnTo>
                    <a:pt x="2695" y="599"/>
                  </a:lnTo>
                  <a:lnTo>
                    <a:pt x="2844" y="450"/>
                  </a:lnTo>
                  <a:lnTo>
                    <a:pt x="2695" y="150"/>
                  </a:lnTo>
                  <a:lnTo>
                    <a:pt x="2395" y="150"/>
                  </a:lnTo>
                  <a:lnTo>
                    <a:pt x="1797" y="1"/>
                  </a:lnTo>
                  <a:close/>
                </a:path>
              </a:pathLst>
            </a:custGeom>
            <a:solidFill>
              <a:schemeClr val="dk1"/>
            </a:solidFill>
            <a:ln w="0">
              <a:noFill/>
            </a:ln>
          </p:spPr>
          <p:style>
            <a:lnRef idx="0"/>
            <a:fillRef idx="0"/>
            <a:effectRef idx="0"/>
            <a:fontRef idx="minor"/>
          </p:style>
          <p:txBody>
            <a:bodyPr tIns="4680" bIns="4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8" name="Google Shape;886;p59"/>
            <p:cNvSpPr/>
            <p:nvPr/>
          </p:nvSpPr>
          <p:spPr>
            <a:xfrm>
              <a:off x="7568640" y="5353920"/>
              <a:ext cx="33480" cy="10800"/>
            </a:xfrm>
            <a:custGeom>
              <a:avLst/>
              <a:gdLst>
                <a:gd name="textAreaLeft" fmla="*/ 0 w 33480"/>
                <a:gd name="textAreaRight" fmla="*/ 33840 w 33480"/>
                <a:gd name="textAreaTop" fmla="*/ 0 h 10800"/>
                <a:gd name="textAreaBottom" fmla="*/ 11160 h 10800"/>
              </a:gdLst>
              <a:ahLst/>
              <a:cxnLst/>
              <a:rect l="textAreaLeft" t="textAreaTop" r="textAreaRight" b="textAreaBottom"/>
              <a:pathLst>
                <a:path w="2695" h="899">
                  <a:moveTo>
                    <a:pt x="1048" y="1"/>
                  </a:moveTo>
                  <a:lnTo>
                    <a:pt x="449" y="150"/>
                  </a:lnTo>
                  <a:lnTo>
                    <a:pt x="0" y="300"/>
                  </a:lnTo>
                  <a:lnTo>
                    <a:pt x="0" y="450"/>
                  </a:lnTo>
                  <a:lnTo>
                    <a:pt x="0" y="749"/>
                  </a:lnTo>
                  <a:lnTo>
                    <a:pt x="300" y="899"/>
                  </a:lnTo>
                  <a:lnTo>
                    <a:pt x="1647" y="899"/>
                  </a:lnTo>
                  <a:lnTo>
                    <a:pt x="2395" y="749"/>
                  </a:lnTo>
                  <a:lnTo>
                    <a:pt x="2545" y="600"/>
                  </a:lnTo>
                  <a:lnTo>
                    <a:pt x="2695" y="450"/>
                  </a:lnTo>
                  <a:lnTo>
                    <a:pt x="2545" y="300"/>
                  </a:lnTo>
                  <a:lnTo>
                    <a:pt x="2395" y="300"/>
                  </a:lnTo>
                  <a:lnTo>
                    <a:pt x="1797" y="150"/>
                  </a:lnTo>
                  <a:lnTo>
                    <a:pt x="1048" y="1"/>
                  </a:lnTo>
                  <a:close/>
                </a:path>
              </a:pathLst>
            </a:custGeom>
            <a:solidFill>
              <a:schemeClr val="dk1"/>
            </a:solidFill>
            <a:ln w="0">
              <a:noFill/>
            </a:ln>
          </p:spPr>
          <p:style>
            <a:lnRef idx="0"/>
            <a:fillRef idx="0"/>
            <a:effectRef idx="0"/>
            <a:fontRef idx="minor"/>
          </p:style>
          <p:txBody>
            <a:bodyPr tIns="5400" bIns="5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9" name="Google Shape;887;p59"/>
            <p:cNvSpPr/>
            <p:nvPr/>
          </p:nvSpPr>
          <p:spPr>
            <a:xfrm>
              <a:off x="7568640" y="5397120"/>
              <a:ext cx="29520" cy="7200"/>
            </a:xfrm>
            <a:custGeom>
              <a:avLst/>
              <a:gdLst>
                <a:gd name="textAreaLeft" fmla="*/ 0 w 29520"/>
                <a:gd name="textAreaRight" fmla="*/ 29880 w 29520"/>
                <a:gd name="textAreaTop" fmla="*/ 0 h 7200"/>
                <a:gd name="textAreaBottom" fmla="*/ 7560 h 7200"/>
              </a:gdLst>
              <a:ahLst/>
              <a:cxnLst/>
              <a:rect l="textAreaLeft" t="textAreaTop" r="textAreaRight" b="textAreaBottom"/>
              <a:pathLst>
                <a:path w="2396" h="600">
                  <a:moveTo>
                    <a:pt x="150" y="0"/>
                  </a:moveTo>
                  <a:lnTo>
                    <a:pt x="150" y="150"/>
                  </a:lnTo>
                  <a:lnTo>
                    <a:pt x="0" y="300"/>
                  </a:lnTo>
                  <a:lnTo>
                    <a:pt x="0" y="449"/>
                  </a:lnTo>
                  <a:lnTo>
                    <a:pt x="300" y="449"/>
                  </a:lnTo>
                  <a:lnTo>
                    <a:pt x="1048" y="599"/>
                  </a:lnTo>
                  <a:lnTo>
                    <a:pt x="1946" y="599"/>
                  </a:lnTo>
                  <a:lnTo>
                    <a:pt x="2395" y="449"/>
                  </a:lnTo>
                  <a:lnTo>
                    <a:pt x="2395" y="300"/>
                  </a:lnTo>
                  <a:lnTo>
                    <a:pt x="2395" y="150"/>
                  </a:lnTo>
                  <a:lnTo>
                    <a:pt x="2096" y="0"/>
                  </a:lnTo>
                  <a:close/>
                </a:path>
              </a:pathLst>
            </a:custGeom>
            <a:solidFill>
              <a:schemeClr val="dk1"/>
            </a:solidFill>
            <a:ln w="0">
              <a:noFill/>
            </a:ln>
          </p:spPr>
          <p:style>
            <a:lnRef idx="0"/>
            <a:fillRef idx="0"/>
            <a:effectRef idx="0"/>
            <a:fontRef idx="minor"/>
          </p:style>
          <p:txBody>
            <a:bodyPr tIns="3600" bIns="36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0" name="Google Shape;888;p59"/>
            <p:cNvSpPr/>
            <p:nvPr/>
          </p:nvSpPr>
          <p:spPr>
            <a:xfrm>
              <a:off x="6264360" y="2970720"/>
              <a:ext cx="2625120" cy="2626920"/>
            </a:xfrm>
            <a:custGeom>
              <a:avLst/>
              <a:gdLst>
                <a:gd name="textAreaLeft" fmla="*/ 0 w 2625120"/>
                <a:gd name="textAreaRight" fmla="*/ 2625480 w 2625120"/>
                <a:gd name="textAreaTop" fmla="*/ 0 h 2626920"/>
                <a:gd name="textAreaBottom" fmla="*/ 2627280 h 2626920"/>
              </a:gdLst>
              <a:ahLst/>
              <a:cxnLst/>
              <a:rect l="textAreaLeft" t="textAreaTop" r="textAreaRight" b="textAreaBottom"/>
              <a:pathLst>
                <a:path w="209400" h="209550">
                  <a:moveTo>
                    <a:pt x="100135" y="23200"/>
                  </a:moveTo>
                  <a:lnTo>
                    <a:pt x="98638" y="34276"/>
                  </a:lnTo>
                  <a:lnTo>
                    <a:pt x="94597" y="34725"/>
                  </a:lnTo>
                  <a:lnTo>
                    <a:pt x="90555" y="35324"/>
                  </a:lnTo>
                  <a:lnTo>
                    <a:pt x="90555" y="35324"/>
                  </a:lnTo>
                  <a:lnTo>
                    <a:pt x="90705" y="24248"/>
                  </a:lnTo>
                  <a:lnTo>
                    <a:pt x="95345" y="23649"/>
                  </a:lnTo>
                  <a:lnTo>
                    <a:pt x="100135" y="23200"/>
                  </a:lnTo>
                  <a:close/>
                  <a:moveTo>
                    <a:pt x="108517" y="23200"/>
                  </a:moveTo>
                  <a:lnTo>
                    <a:pt x="113606" y="23500"/>
                  </a:lnTo>
                  <a:lnTo>
                    <a:pt x="118845" y="24248"/>
                  </a:lnTo>
                  <a:lnTo>
                    <a:pt x="118845" y="35324"/>
                  </a:lnTo>
                  <a:lnTo>
                    <a:pt x="114504" y="34576"/>
                  </a:lnTo>
                  <a:lnTo>
                    <a:pt x="110163" y="34127"/>
                  </a:lnTo>
                  <a:lnTo>
                    <a:pt x="108517" y="23200"/>
                  </a:lnTo>
                  <a:close/>
                  <a:moveTo>
                    <a:pt x="89657" y="24398"/>
                  </a:moveTo>
                  <a:lnTo>
                    <a:pt x="89657" y="24547"/>
                  </a:lnTo>
                  <a:lnTo>
                    <a:pt x="88310" y="24996"/>
                  </a:lnTo>
                  <a:lnTo>
                    <a:pt x="87262" y="25146"/>
                  </a:lnTo>
                  <a:lnTo>
                    <a:pt x="86215" y="25595"/>
                  </a:lnTo>
                  <a:lnTo>
                    <a:pt x="86215" y="25745"/>
                  </a:lnTo>
                  <a:lnTo>
                    <a:pt x="88011" y="25296"/>
                  </a:lnTo>
                  <a:lnTo>
                    <a:pt x="88909" y="25146"/>
                  </a:lnTo>
                  <a:lnTo>
                    <a:pt x="89657" y="24996"/>
                  </a:lnTo>
                  <a:lnTo>
                    <a:pt x="89657" y="25745"/>
                  </a:lnTo>
                  <a:lnTo>
                    <a:pt x="88310" y="26194"/>
                  </a:lnTo>
                  <a:lnTo>
                    <a:pt x="87412" y="26493"/>
                  </a:lnTo>
                  <a:lnTo>
                    <a:pt x="86514" y="26792"/>
                  </a:lnTo>
                  <a:lnTo>
                    <a:pt x="86364" y="26942"/>
                  </a:lnTo>
                  <a:lnTo>
                    <a:pt x="86514" y="26942"/>
                  </a:lnTo>
                  <a:lnTo>
                    <a:pt x="88460" y="26493"/>
                  </a:lnTo>
                  <a:lnTo>
                    <a:pt x="89657" y="26194"/>
                  </a:lnTo>
                  <a:lnTo>
                    <a:pt x="89657" y="27092"/>
                  </a:lnTo>
                  <a:lnTo>
                    <a:pt x="88310" y="27541"/>
                  </a:lnTo>
                  <a:lnTo>
                    <a:pt x="87412" y="27691"/>
                  </a:lnTo>
                  <a:lnTo>
                    <a:pt x="86514" y="28140"/>
                  </a:lnTo>
                  <a:lnTo>
                    <a:pt x="86514" y="28289"/>
                  </a:lnTo>
                  <a:lnTo>
                    <a:pt x="87412" y="27990"/>
                  </a:lnTo>
                  <a:lnTo>
                    <a:pt x="88310" y="27840"/>
                  </a:lnTo>
                  <a:lnTo>
                    <a:pt x="89657" y="27391"/>
                  </a:lnTo>
                  <a:lnTo>
                    <a:pt x="89657" y="28289"/>
                  </a:lnTo>
                  <a:lnTo>
                    <a:pt x="88310" y="28589"/>
                  </a:lnTo>
                  <a:lnTo>
                    <a:pt x="87562" y="28888"/>
                  </a:lnTo>
                  <a:lnTo>
                    <a:pt x="86963" y="29187"/>
                  </a:lnTo>
                  <a:lnTo>
                    <a:pt x="86963" y="29337"/>
                  </a:lnTo>
                  <a:lnTo>
                    <a:pt x="87113" y="29337"/>
                  </a:lnTo>
                  <a:lnTo>
                    <a:pt x="88759" y="28738"/>
                  </a:lnTo>
                  <a:lnTo>
                    <a:pt x="89657" y="28589"/>
                  </a:lnTo>
                  <a:lnTo>
                    <a:pt x="89657" y="29786"/>
                  </a:lnTo>
                  <a:lnTo>
                    <a:pt x="88610" y="30085"/>
                  </a:lnTo>
                  <a:lnTo>
                    <a:pt x="87712" y="30385"/>
                  </a:lnTo>
                  <a:lnTo>
                    <a:pt x="86963" y="30684"/>
                  </a:lnTo>
                  <a:lnTo>
                    <a:pt x="86963" y="30834"/>
                  </a:lnTo>
                  <a:lnTo>
                    <a:pt x="87861" y="30534"/>
                  </a:lnTo>
                  <a:lnTo>
                    <a:pt x="88610" y="30385"/>
                  </a:lnTo>
                  <a:lnTo>
                    <a:pt x="89657" y="30085"/>
                  </a:lnTo>
                  <a:lnTo>
                    <a:pt x="89657" y="30983"/>
                  </a:lnTo>
                  <a:lnTo>
                    <a:pt x="88759" y="31133"/>
                  </a:lnTo>
                  <a:lnTo>
                    <a:pt x="88011" y="31433"/>
                  </a:lnTo>
                  <a:lnTo>
                    <a:pt x="87262" y="31732"/>
                  </a:lnTo>
                  <a:lnTo>
                    <a:pt x="87262" y="31882"/>
                  </a:lnTo>
                  <a:lnTo>
                    <a:pt x="89208" y="31283"/>
                  </a:lnTo>
                  <a:lnTo>
                    <a:pt x="89657" y="31283"/>
                  </a:lnTo>
                  <a:lnTo>
                    <a:pt x="89657" y="32031"/>
                  </a:lnTo>
                  <a:lnTo>
                    <a:pt x="89059" y="32181"/>
                  </a:lnTo>
                  <a:lnTo>
                    <a:pt x="87562" y="32780"/>
                  </a:lnTo>
                  <a:lnTo>
                    <a:pt x="87562" y="32929"/>
                  </a:lnTo>
                  <a:lnTo>
                    <a:pt x="87712" y="32929"/>
                  </a:lnTo>
                  <a:lnTo>
                    <a:pt x="89059" y="32480"/>
                  </a:lnTo>
                  <a:lnTo>
                    <a:pt x="89657" y="32331"/>
                  </a:lnTo>
                  <a:lnTo>
                    <a:pt x="89657" y="32331"/>
                  </a:lnTo>
                  <a:lnTo>
                    <a:pt x="89508" y="33229"/>
                  </a:lnTo>
                  <a:lnTo>
                    <a:pt x="88759" y="33378"/>
                  </a:lnTo>
                  <a:lnTo>
                    <a:pt x="87861" y="33678"/>
                  </a:lnTo>
                  <a:lnTo>
                    <a:pt x="87861" y="33827"/>
                  </a:lnTo>
                  <a:lnTo>
                    <a:pt x="88759" y="33678"/>
                  </a:lnTo>
                  <a:lnTo>
                    <a:pt x="89508" y="33378"/>
                  </a:lnTo>
                  <a:lnTo>
                    <a:pt x="89508" y="34276"/>
                  </a:lnTo>
                  <a:lnTo>
                    <a:pt x="89208" y="34276"/>
                  </a:lnTo>
                  <a:lnTo>
                    <a:pt x="88759" y="34576"/>
                  </a:lnTo>
                  <a:lnTo>
                    <a:pt x="88161" y="34725"/>
                  </a:lnTo>
                  <a:lnTo>
                    <a:pt x="88161" y="34875"/>
                  </a:lnTo>
                  <a:lnTo>
                    <a:pt x="89358" y="34576"/>
                  </a:lnTo>
                  <a:lnTo>
                    <a:pt x="89508" y="34426"/>
                  </a:lnTo>
                  <a:lnTo>
                    <a:pt x="89508" y="35174"/>
                  </a:lnTo>
                  <a:lnTo>
                    <a:pt x="88310" y="35773"/>
                  </a:lnTo>
                  <a:lnTo>
                    <a:pt x="88310" y="35923"/>
                  </a:lnTo>
                  <a:lnTo>
                    <a:pt x="88460" y="35923"/>
                  </a:lnTo>
                  <a:lnTo>
                    <a:pt x="89059" y="35624"/>
                  </a:lnTo>
                  <a:lnTo>
                    <a:pt x="89508" y="35474"/>
                  </a:lnTo>
                  <a:lnTo>
                    <a:pt x="89508" y="35624"/>
                  </a:lnTo>
                  <a:lnTo>
                    <a:pt x="89508" y="36222"/>
                  </a:lnTo>
                  <a:lnTo>
                    <a:pt x="89358" y="36222"/>
                  </a:lnTo>
                  <a:lnTo>
                    <a:pt x="88909" y="36522"/>
                  </a:lnTo>
                  <a:lnTo>
                    <a:pt x="88460" y="36821"/>
                  </a:lnTo>
                  <a:lnTo>
                    <a:pt x="88610" y="36821"/>
                  </a:lnTo>
                  <a:lnTo>
                    <a:pt x="88909" y="36671"/>
                  </a:lnTo>
                  <a:lnTo>
                    <a:pt x="89358" y="36522"/>
                  </a:lnTo>
                  <a:lnTo>
                    <a:pt x="89508" y="36522"/>
                  </a:lnTo>
                  <a:lnTo>
                    <a:pt x="89508" y="37120"/>
                  </a:lnTo>
                  <a:lnTo>
                    <a:pt x="89508" y="37270"/>
                  </a:lnTo>
                  <a:lnTo>
                    <a:pt x="88909" y="37569"/>
                  </a:lnTo>
                  <a:lnTo>
                    <a:pt x="88909" y="37719"/>
                  </a:lnTo>
                  <a:lnTo>
                    <a:pt x="89508" y="37420"/>
                  </a:lnTo>
                  <a:lnTo>
                    <a:pt x="89508" y="38318"/>
                  </a:lnTo>
                  <a:lnTo>
                    <a:pt x="88909" y="38617"/>
                  </a:lnTo>
                  <a:lnTo>
                    <a:pt x="88011" y="36971"/>
                  </a:lnTo>
                  <a:lnTo>
                    <a:pt x="87412" y="36073"/>
                  </a:lnTo>
                  <a:lnTo>
                    <a:pt x="82024" y="26343"/>
                  </a:lnTo>
                  <a:lnTo>
                    <a:pt x="85766" y="25296"/>
                  </a:lnTo>
                  <a:lnTo>
                    <a:pt x="89657" y="24398"/>
                  </a:lnTo>
                  <a:close/>
                  <a:moveTo>
                    <a:pt x="119743" y="24398"/>
                  </a:moveTo>
                  <a:lnTo>
                    <a:pt x="123634" y="25296"/>
                  </a:lnTo>
                  <a:lnTo>
                    <a:pt x="127526" y="26343"/>
                  </a:lnTo>
                  <a:lnTo>
                    <a:pt x="121988" y="36073"/>
                  </a:lnTo>
                  <a:lnTo>
                    <a:pt x="121389" y="36971"/>
                  </a:lnTo>
                  <a:lnTo>
                    <a:pt x="120491" y="38617"/>
                  </a:lnTo>
                  <a:lnTo>
                    <a:pt x="120042" y="38318"/>
                  </a:lnTo>
                  <a:lnTo>
                    <a:pt x="119892" y="38318"/>
                  </a:lnTo>
                  <a:lnTo>
                    <a:pt x="119892" y="37420"/>
                  </a:lnTo>
                  <a:lnTo>
                    <a:pt x="120491" y="37719"/>
                  </a:lnTo>
                  <a:lnTo>
                    <a:pt x="120641" y="37569"/>
                  </a:lnTo>
                  <a:lnTo>
                    <a:pt x="119892" y="37270"/>
                  </a:lnTo>
                  <a:lnTo>
                    <a:pt x="119892" y="37120"/>
                  </a:lnTo>
                  <a:lnTo>
                    <a:pt x="119892" y="36671"/>
                  </a:lnTo>
                  <a:lnTo>
                    <a:pt x="119892" y="36522"/>
                  </a:lnTo>
                  <a:lnTo>
                    <a:pt x="120042" y="36522"/>
                  </a:lnTo>
                  <a:lnTo>
                    <a:pt x="120491" y="36821"/>
                  </a:lnTo>
                  <a:lnTo>
                    <a:pt x="120940" y="36821"/>
                  </a:lnTo>
                  <a:lnTo>
                    <a:pt x="120491" y="36522"/>
                  </a:lnTo>
                  <a:lnTo>
                    <a:pt x="120042" y="36222"/>
                  </a:lnTo>
                  <a:lnTo>
                    <a:pt x="119892" y="36222"/>
                  </a:lnTo>
                  <a:lnTo>
                    <a:pt x="119892" y="35624"/>
                  </a:lnTo>
                  <a:lnTo>
                    <a:pt x="119892" y="35474"/>
                  </a:lnTo>
                  <a:lnTo>
                    <a:pt x="120491" y="35773"/>
                  </a:lnTo>
                  <a:lnTo>
                    <a:pt x="120940" y="35923"/>
                  </a:lnTo>
                  <a:lnTo>
                    <a:pt x="121090" y="35923"/>
                  </a:lnTo>
                  <a:lnTo>
                    <a:pt x="121090" y="35773"/>
                  </a:lnTo>
                  <a:lnTo>
                    <a:pt x="119892" y="35174"/>
                  </a:lnTo>
                  <a:lnTo>
                    <a:pt x="119892" y="34426"/>
                  </a:lnTo>
                  <a:lnTo>
                    <a:pt x="120042" y="34576"/>
                  </a:lnTo>
                  <a:lnTo>
                    <a:pt x="121239" y="34875"/>
                  </a:lnTo>
                  <a:lnTo>
                    <a:pt x="121239" y="34725"/>
                  </a:lnTo>
                  <a:lnTo>
                    <a:pt x="120790" y="34576"/>
                  </a:lnTo>
                  <a:lnTo>
                    <a:pt x="120192" y="34276"/>
                  </a:lnTo>
                  <a:lnTo>
                    <a:pt x="119892" y="34276"/>
                  </a:lnTo>
                  <a:lnTo>
                    <a:pt x="119892" y="33378"/>
                  </a:lnTo>
                  <a:lnTo>
                    <a:pt x="120641" y="33678"/>
                  </a:lnTo>
                  <a:lnTo>
                    <a:pt x="121539" y="33827"/>
                  </a:lnTo>
                  <a:lnTo>
                    <a:pt x="121539" y="33678"/>
                  </a:lnTo>
                  <a:lnTo>
                    <a:pt x="120790" y="33378"/>
                  </a:lnTo>
                  <a:lnTo>
                    <a:pt x="119892" y="33229"/>
                  </a:lnTo>
                  <a:lnTo>
                    <a:pt x="119892" y="32331"/>
                  </a:lnTo>
                  <a:lnTo>
                    <a:pt x="120491" y="32480"/>
                  </a:lnTo>
                  <a:lnTo>
                    <a:pt x="121838" y="32929"/>
                  </a:lnTo>
                  <a:lnTo>
                    <a:pt x="121838" y="32780"/>
                  </a:lnTo>
                  <a:lnTo>
                    <a:pt x="120341" y="32181"/>
                  </a:lnTo>
                  <a:lnTo>
                    <a:pt x="119892" y="32031"/>
                  </a:lnTo>
                  <a:lnTo>
                    <a:pt x="119892" y="31283"/>
                  </a:lnTo>
                  <a:lnTo>
                    <a:pt x="120192" y="31283"/>
                  </a:lnTo>
                  <a:lnTo>
                    <a:pt x="122138" y="31882"/>
                  </a:lnTo>
                  <a:lnTo>
                    <a:pt x="122138" y="31732"/>
                  </a:lnTo>
                  <a:lnTo>
                    <a:pt x="121539" y="31433"/>
                  </a:lnTo>
                  <a:lnTo>
                    <a:pt x="120641" y="31133"/>
                  </a:lnTo>
                  <a:lnTo>
                    <a:pt x="119892" y="30983"/>
                  </a:lnTo>
                  <a:lnTo>
                    <a:pt x="119892" y="30085"/>
                  </a:lnTo>
                  <a:lnTo>
                    <a:pt x="120790" y="30385"/>
                  </a:lnTo>
                  <a:lnTo>
                    <a:pt x="121688" y="30534"/>
                  </a:lnTo>
                  <a:lnTo>
                    <a:pt x="122437" y="30834"/>
                  </a:lnTo>
                  <a:lnTo>
                    <a:pt x="122437" y="30684"/>
                  </a:lnTo>
                  <a:lnTo>
                    <a:pt x="121688" y="30385"/>
                  </a:lnTo>
                  <a:lnTo>
                    <a:pt x="120940" y="30085"/>
                  </a:lnTo>
                  <a:lnTo>
                    <a:pt x="119892" y="29786"/>
                  </a:lnTo>
                  <a:lnTo>
                    <a:pt x="119743" y="28589"/>
                  </a:lnTo>
                  <a:lnTo>
                    <a:pt x="120790" y="28738"/>
                  </a:lnTo>
                  <a:lnTo>
                    <a:pt x="122437" y="29337"/>
                  </a:lnTo>
                  <a:lnTo>
                    <a:pt x="122437" y="29187"/>
                  </a:lnTo>
                  <a:lnTo>
                    <a:pt x="121838" y="28888"/>
                  </a:lnTo>
                  <a:lnTo>
                    <a:pt x="121239" y="28589"/>
                  </a:lnTo>
                  <a:lnTo>
                    <a:pt x="119743" y="28289"/>
                  </a:lnTo>
                  <a:lnTo>
                    <a:pt x="119743" y="27391"/>
                  </a:lnTo>
                  <a:lnTo>
                    <a:pt x="121090" y="27840"/>
                  </a:lnTo>
                  <a:lnTo>
                    <a:pt x="121988" y="27990"/>
                  </a:lnTo>
                  <a:lnTo>
                    <a:pt x="122886" y="28289"/>
                  </a:lnTo>
                  <a:lnTo>
                    <a:pt x="122886" y="28140"/>
                  </a:lnTo>
                  <a:lnTo>
                    <a:pt x="121988" y="27691"/>
                  </a:lnTo>
                  <a:lnTo>
                    <a:pt x="121090" y="27541"/>
                  </a:lnTo>
                  <a:lnTo>
                    <a:pt x="119743" y="27092"/>
                  </a:lnTo>
                  <a:lnTo>
                    <a:pt x="119743" y="26194"/>
                  </a:lnTo>
                  <a:lnTo>
                    <a:pt x="120940" y="26493"/>
                  </a:lnTo>
                  <a:lnTo>
                    <a:pt x="122886" y="26942"/>
                  </a:lnTo>
                  <a:lnTo>
                    <a:pt x="123036" y="26942"/>
                  </a:lnTo>
                  <a:lnTo>
                    <a:pt x="123036" y="26792"/>
                  </a:lnTo>
                  <a:lnTo>
                    <a:pt x="122138" y="26493"/>
                  </a:lnTo>
                  <a:lnTo>
                    <a:pt x="121239" y="26194"/>
                  </a:lnTo>
                  <a:lnTo>
                    <a:pt x="119743" y="25745"/>
                  </a:lnTo>
                  <a:lnTo>
                    <a:pt x="119743" y="24996"/>
                  </a:lnTo>
                  <a:lnTo>
                    <a:pt x="120641" y="25146"/>
                  </a:lnTo>
                  <a:lnTo>
                    <a:pt x="121539" y="25296"/>
                  </a:lnTo>
                  <a:lnTo>
                    <a:pt x="123185" y="25745"/>
                  </a:lnTo>
                  <a:lnTo>
                    <a:pt x="123335" y="25595"/>
                  </a:lnTo>
                  <a:lnTo>
                    <a:pt x="123185" y="25595"/>
                  </a:lnTo>
                  <a:lnTo>
                    <a:pt x="122287" y="25146"/>
                  </a:lnTo>
                  <a:lnTo>
                    <a:pt x="121090" y="24996"/>
                  </a:lnTo>
                  <a:lnTo>
                    <a:pt x="119743" y="24547"/>
                  </a:lnTo>
                  <a:lnTo>
                    <a:pt x="119743" y="24398"/>
                  </a:lnTo>
                  <a:close/>
                  <a:moveTo>
                    <a:pt x="89508" y="38467"/>
                  </a:moveTo>
                  <a:lnTo>
                    <a:pt x="89508" y="39665"/>
                  </a:lnTo>
                  <a:lnTo>
                    <a:pt x="89059" y="38767"/>
                  </a:lnTo>
                  <a:lnTo>
                    <a:pt x="89508" y="38467"/>
                  </a:lnTo>
                  <a:close/>
                  <a:moveTo>
                    <a:pt x="119892" y="38467"/>
                  </a:moveTo>
                  <a:lnTo>
                    <a:pt x="120491" y="38767"/>
                  </a:lnTo>
                  <a:lnTo>
                    <a:pt x="119892" y="39665"/>
                  </a:lnTo>
                  <a:lnTo>
                    <a:pt x="119892" y="38467"/>
                  </a:lnTo>
                  <a:close/>
                  <a:moveTo>
                    <a:pt x="80976" y="26643"/>
                  </a:moveTo>
                  <a:lnTo>
                    <a:pt x="86514" y="36372"/>
                  </a:lnTo>
                  <a:lnTo>
                    <a:pt x="81874" y="37719"/>
                  </a:lnTo>
                  <a:lnTo>
                    <a:pt x="77384" y="39515"/>
                  </a:lnTo>
                  <a:lnTo>
                    <a:pt x="73043" y="41461"/>
                  </a:lnTo>
                  <a:lnTo>
                    <a:pt x="68702" y="43706"/>
                  </a:lnTo>
                  <a:lnTo>
                    <a:pt x="65260" y="33229"/>
                  </a:lnTo>
                  <a:lnTo>
                    <a:pt x="69002" y="31283"/>
                  </a:lnTo>
                  <a:lnTo>
                    <a:pt x="72893" y="29487"/>
                  </a:lnTo>
                  <a:lnTo>
                    <a:pt x="76935" y="27990"/>
                  </a:lnTo>
                  <a:lnTo>
                    <a:pt x="80976" y="26643"/>
                  </a:lnTo>
                  <a:close/>
                  <a:moveTo>
                    <a:pt x="128424" y="26643"/>
                  </a:moveTo>
                  <a:lnTo>
                    <a:pt x="132465" y="27990"/>
                  </a:lnTo>
                  <a:lnTo>
                    <a:pt x="136507" y="29487"/>
                  </a:lnTo>
                  <a:lnTo>
                    <a:pt x="140398" y="31283"/>
                  </a:lnTo>
                  <a:lnTo>
                    <a:pt x="144140" y="33229"/>
                  </a:lnTo>
                  <a:lnTo>
                    <a:pt x="140698" y="43706"/>
                  </a:lnTo>
                  <a:lnTo>
                    <a:pt x="136507" y="41461"/>
                  </a:lnTo>
                  <a:lnTo>
                    <a:pt x="132166" y="39515"/>
                  </a:lnTo>
                  <a:lnTo>
                    <a:pt x="127526" y="37719"/>
                  </a:lnTo>
                  <a:lnTo>
                    <a:pt x="122886" y="36372"/>
                  </a:lnTo>
                  <a:lnTo>
                    <a:pt x="128424" y="26643"/>
                  </a:lnTo>
                  <a:close/>
                  <a:moveTo>
                    <a:pt x="64511" y="33678"/>
                  </a:moveTo>
                  <a:lnTo>
                    <a:pt x="64511" y="33827"/>
                  </a:lnTo>
                  <a:lnTo>
                    <a:pt x="63314" y="34576"/>
                  </a:lnTo>
                  <a:lnTo>
                    <a:pt x="62416" y="35174"/>
                  </a:lnTo>
                  <a:lnTo>
                    <a:pt x="61518" y="35923"/>
                  </a:lnTo>
                  <a:lnTo>
                    <a:pt x="61667" y="35923"/>
                  </a:lnTo>
                  <a:lnTo>
                    <a:pt x="63613" y="34725"/>
                  </a:lnTo>
                  <a:lnTo>
                    <a:pt x="64511" y="34127"/>
                  </a:lnTo>
                  <a:lnTo>
                    <a:pt x="64811" y="35025"/>
                  </a:lnTo>
                  <a:lnTo>
                    <a:pt x="63613" y="35923"/>
                  </a:lnTo>
                  <a:lnTo>
                    <a:pt x="62865" y="36372"/>
                  </a:lnTo>
                  <a:lnTo>
                    <a:pt x="62117" y="36971"/>
                  </a:lnTo>
                  <a:lnTo>
                    <a:pt x="62117" y="37120"/>
                  </a:lnTo>
                  <a:lnTo>
                    <a:pt x="62266" y="37120"/>
                  </a:lnTo>
                  <a:lnTo>
                    <a:pt x="63913" y="36073"/>
                  </a:lnTo>
                  <a:lnTo>
                    <a:pt x="64960" y="35324"/>
                  </a:lnTo>
                  <a:lnTo>
                    <a:pt x="65260" y="36222"/>
                  </a:lnTo>
                  <a:lnTo>
                    <a:pt x="64062" y="36971"/>
                  </a:lnTo>
                  <a:lnTo>
                    <a:pt x="63314" y="37569"/>
                  </a:lnTo>
                  <a:lnTo>
                    <a:pt x="62566" y="38168"/>
                  </a:lnTo>
                  <a:lnTo>
                    <a:pt x="62566" y="38318"/>
                  </a:lnTo>
                  <a:lnTo>
                    <a:pt x="62715" y="38318"/>
                  </a:lnTo>
                  <a:lnTo>
                    <a:pt x="63464" y="37869"/>
                  </a:lnTo>
                  <a:lnTo>
                    <a:pt x="64212" y="37270"/>
                  </a:lnTo>
                  <a:lnTo>
                    <a:pt x="65409" y="36372"/>
                  </a:lnTo>
                  <a:lnTo>
                    <a:pt x="65559" y="37270"/>
                  </a:lnTo>
                  <a:lnTo>
                    <a:pt x="64661" y="38018"/>
                  </a:lnTo>
                  <a:lnTo>
                    <a:pt x="63913" y="38467"/>
                  </a:lnTo>
                  <a:lnTo>
                    <a:pt x="63464" y="39066"/>
                  </a:lnTo>
                  <a:lnTo>
                    <a:pt x="63464" y="39216"/>
                  </a:lnTo>
                  <a:lnTo>
                    <a:pt x="63613" y="39216"/>
                  </a:lnTo>
                  <a:lnTo>
                    <a:pt x="64960" y="38168"/>
                  </a:lnTo>
                  <a:lnTo>
                    <a:pt x="65709" y="37569"/>
                  </a:lnTo>
                  <a:lnTo>
                    <a:pt x="66158" y="38767"/>
                  </a:lnTo>
                  <a:lnTo>
                    <a:pt x="65260" y="39365"/>
                  </a:lnTo>
                  <a:lnTo>
                    <a:pt x="64511" y="39815"/>
                  </a:lnTo>
                  <a:lnTo>
                    <a:pt x="63913" y="40413"/>
                  </a:lnTo>
                  <a:lnTo>
                    <a:pt x="63913" y="40563"/>
                  </a:lnTo>
                  <a:lnTo>
                    <a:pt x="64661" y="40114"/>
                  </a:lnTo>
                  <a:lnTo>
                    <a:pt x="65409" y="39515"/>
                  </a:lnTo>
                  <a:lnTo>
                    <a:pt x="66158" y="39066"/>
                  </a:lnTo>
                  <a:lnTo>
                    <a:pt x="66457" y="39964"/>
                  </a:lnTo>
                  <a:lnTo>
                    <a:pt x="65709" y="40264"/>
                  </a:lnTo>
                  <a:lnTo>
                    <a:pt x="65110" y="40862"/>
                  </a:lnTo>
                  <a:lnTo>
                    <a:pt x="64511" y="41461"/>
                  </a:lnTo>
                  <a:lnTo>
                    <a:pt x="64511" y="41461"/>
                  </a:lnTo>
                  <a:lnTo>
                    <a:pt x="66308" y="40264"/>
                  </a:lnTo>
                  <a:lnTo>
                    <a:pt x="66607" y="40114"/>
                  </a:lnTo>
                  <a:lnTo>
                    <a:pt x="66757" y="40862"/>
                  </a:lnTo>
                  <a:lnTo>
                    <a:pt x="66457" y="41162"/>
                  </a:lnTo>
                  <a:lnTo>
                    <a:pt x="65858" y="41611"/>
                  </a:lnTo>
                  <a:lnTo>
                    <a:pt x="65110" y="42209"/>
                  </a:lnTo>
                  <a:lnTo>
                    <a:pt x="65110" y="42359"/>
                  </a:lnTo>
                  <a:lnTo>
                    <a:pt x="65260" y="42359"/>
                  </a:lnTo>
                  <a:lnTo>
                    <a:pt x="66457" y="41461"/>
                  </a:lnTo>
                  <a:lnTo>
                    <a:pt x="66906" y="41162"/>
                  </a:lnTo>
                  <a:lnTo>
                    <a:pt x="67206" y="41910"/>
                  </a:lnTo>
                  <a:lnTo>
                    <a:pt x="66607" y="42359"/>
                  </a:lnTo>
                  <a:lnTo>
                    <a:pt x="65709" y="43107"/>
                  </a:lnTo>
                  <a:lnTo>
                    <a:pt x="65858" y="43107"/>
                  </a:lnTo>
                  <a:lnTo>
                    <a:pt x="66308" y="42808"/>
                  </a:lnTo>
                  <a:lnTo>
                    <a:pt x="66757" y="42509"/>
                  </a:lnTo>
                  <a:lnTo>
                    <a:pt x="67206" y="42209"/>
                  </a:lnTo>
                  <a:lnTo>
                    <a:pt x="67505" y="42958"/>
                  </a:lnTo>
                  <a:lnTo>
                    <a:pt x="67206" y="43257"/>
                  </a:lnTo>
                  <a:lnTo>
                    <a:pt x="66757" y="43556"/>
                  </a:lnTo>
                  <a:lnTo>
                    <a:pt x="66308" y="44006"/>
                  </a:lnTo>
                  <a:lnTo>
                    <a:pt x="66457" y="44006"/>
                  </a:lnTo>
                  <a:lnTo>
                    <a:pt x="67505" y="43257"/>
                  </a:lnTo>
                  <a:lnTo>
                    <a:pt x="67804" y="43856"/>
                  </a:lnTo>
                  <a:lnTo>
                    <a:pt x="66906" y="44754"/>
                  </a:lnTo>
                  <a:lnTo>
                    <a:pt x="66906" y="44904"/>
                  </a:lnTo>
                  <a:lnTo>
                    <a:pt x="67505" y="44455"/>
                  </a:lnTo>
                  <a:lnTo>
                    <a:pt x="67954" y="44155"/>
                  </a:lnTo>
                  <a:lnTo>
                    <a:pt x="67954" y="44305"/>
                  </a:lnTo>
                  <a:lnTo>
                    <a:pt x="68104" y="44754"/>
                  </a:lnTo>
                  <a:lnTo>
                    <a:pt x="67954" y="45053"/>
                  </a:lnTo>
                  <a:lnTo>
                    <a:pt x="67505" y="45353"/>
                  </a:lnTo>
                  <a:lnTo>
                    <a:pt x="67355" y="45652"/>
                  </a:lnTo>
                  <a:lnTo>
                    <a:pt x="67355" y="45802"/>
                  </a:lnTo>
                  <a:lnTo>
                    <a:pt x="67804" y="45502"/>
                  </a:lnTo>
                  <a:lnTo>
                    <a:pt x="68104" y="45203"/>
                  </a:lnTo>
                  <a:lnTo>
                    <a:pt x="68253" y="45053"/>
                  </a:lnTo>
                  <a:lnTo>
                    <a:pt x="68253" y="45203"/>
                  </a:lnTo>
                  <a:lnTo>
                    <a:pt x="68403" y="45802"/>
                  </a:lnTo>
                  <a:lnTo>
                    <a:pt x="67954" y="46400"/>
                  </a:lnTo>
                  <a:lnTo>
                    <a:pt x="68553" y="46101"/>
                  </a:lnTo>
                  <a:lnTo>
                    <a:pt x="68702" y="46849"/>
                  </a:lnTo>
                  <a:lnTo>
                    <a:pt x="68403" y="47298"/>
                  </a:lnTo>
                  <a:lnTo>
                    <a:pt x="66906" y="46101"/>
                  </a:lnTo>
                  <a:lnTo>
                    <a:pt x="66158" y="45353"/>
                  </a:lnTo>
                  <a:lnTo>
                    <a:pt x="57776" y="38018"/>
                  </a:lnTo>
                  <a:lnTo>
                    <a:pt x="61069" y="35773"/>
                  </a:lnTo>
                  <a:lnTo>
                    <a:pt x="64511" y="33678"/>
                  </a:lnTo>
                  <a:close/>
                  <a:moveTo>
                    <a:pt x="145038" y="33678"/>
                  </a:moveTo>
                  <a:lnTo>
                    <a:pt x="148331" y="35773"/>
                  </a:lnTo>
                  <a:lnTo>
                    <a:pt x="151624" y="38018"/>
                  </a:lnTo>
                  <a:lnTo>
                    <a:pt x="143242" y="45353"/>
                  </a:lnTo>
                  <a:lnTo>
                    <a:pt x="142494" y="46101"/>
                  </a:lnTo>
                  <a:lnTo>
                    <a:pt x="141147" y="47298"/>
                  </a:lnTo>
                  <a:lnTo>
                    <a:pt x="140698" y="46849"/>
                  </a:lnTo>
                  <a:lnTo>
                    <a:pt x="140997" y="46101"/>
                  </a:lnTo>
                  <a:lnTo>
                    <a:pt x="141446" y="46400"/>
                  </a:lnTo>
                  <a:lnTo>
                    <a:pt x="140997" y="45802"/>
                  </a:lnTo>
                  <a:lnTo>
                    <a:pt x="141147" y="45203"/>
                  </a:lnTo>
                  <a:lnTo>
                    <a:pt x="141296" y="45053"/>
                  </a:lnTo>
                  <a:lnTo>
                    <a:pt x="141296" y="45203"/>
                  </a:lnTo>
                  <a:lnTo>
                    <a:pt x="141895" y="45652"/>
                  </a:lnTo>
                  <a:lnTo>
                    <a:pt x="142045" y="45802"/>
                  </a:lnTo>
                  <a:lnTo>
                    <a:pt x="142194" y="45652"/>
                  </a:lnTo>
                  <a:lnTo>
                    <a:pt x="141895" y="45353"/>
                  </a:lnTo>
                  <a:lnTo>
                    <a:pt x="141446" y="45053"/>
                  </a:lnTo>
                  <a:lnTo>
                    <a:pt x="141296" y="44754"/>
                  </a:lnTo>
                  <a:lnTo>
                    <a:pt x="141596" y="44305"/>
                  </a:lnTo>
                  <a:lnTo>
                    <a:pt x="141596" y="44155"/>
                  </a:lnTo>
                  <a:lnTo>
                    <a:pt x="142194" y="44754"/>
                  </a:lnTo>
                  <a:lnTo>
                    <a:pt x="142494" y="44904"/>
                  </a:lnTo>
                  <a:lnTo>
                    <a:pt x="142643" y="44754"/>
                  </a:lnTo>
                  <a:lnTo>
                    <a:pt x="141596" y="43856"/>
                  </a:lnTo>
                  <a:lnTo>
                    <a:pt x="141895" y="43257"/>
                  </a:lnTo>
                  <a:lnTo>
                    <a:pt x="142045" y="43257"/>
                  </a:lnTo>
                  <a:lnTo>
                    <a:pt x="143093" y="44006"/>
                  </a:lnTo>
                  <a:lnTo>
                    <a:pt x="143093" y="44006"/>
                  </a:lnTo>
                  <a:lnTo>
                    <a:pt x="142643" y="43556"/>
                  </a:lnTo>
                  <a:lnTo>
                    <a:pt x="142344" y="43257"/>
                  </a:lnTo>
                  <a:lnTo>
                    <a:pt x="141895" y="42958"/>
                  </a:lnTo>
                  <a:lnTo>
                    <a:pt x="142194" y="42209"/>
                  </a:lnTo>
                  <a:lnTo>
                    <a:pt x="142643" y="42509"/>
                  </a:lnTo>
                  <a:lnTo>
                    <a:pt x="143093" y="42808"/>
                  </a:lnTo>
                  <a:lnTo>
                    <a:pt x="143691" y="43107"/>
                  </a:lnTo>
                  <a:lnTo>
                    <a:pt x="142793" y="42359"/>
                  </a:lnTo>
                  <a:lnTo>
                    <a:pt x="142344" y="41910"/>
                  </a:lnTo>
                  <a:lnTo>
                    <a:pt x="142494" y="41162"/>
                  </a:lnTo>
                  <a:lnTo>
                    <a:pt x="143093" y="41461"/>
                  </a:lnTo>
                  <a:lnTo>
                    <a:pt x="144140" y="42359"/>
                  </a:lnTo>
                  <a:lnTo>
                    <a:pt x="144290" y="42359"/>
                  </a:lnTo>
                  <a:lnTo>
                    <a:pt x="144290" y="42209"/>
                  </a:lnTo>
                  <a:lnTo>
                    <a:pt x="143691" y="41611"/>
                  </a:lnTo>
                  <a:lnTo>
                    <a:pt x="142943" y="41162"/>
                  </a:lnTo>
                  <a:lnTo>
                    <a:pt x="142643" y="40862"/>
                  </a:lnTo>
                  <a:lnTo>
                    <a:pt x="142943" y="40114"/>
                  </a:lnTo>
                  <a:lnTo>
                    <a:pt x="143093" y="40264"/>
                  </a:lnTo>
                  <a:lnTo>
                    <a:pt x="144889" y="41461"/>
                  </a:lnTo>
                  <a:lnTo>
                    <a:pt x="144290" y="40862"/>
                  </a:lnTo>
                  <a:lnTo>
                    <a:pt x="143691" y="40264"/>
                  </a:lnTo>
                  <a:lnTo>
                    <a:pt x="142943" y="39964"/>
                  </a:lnTo>
                  <a:lnTo>
                    <a:pt x="143242" y="39066"/>
                  </a:lnTo>
                  <a:lnTo>
                    <a:pt x="143991" y="39515"/>
                  </a:lnTo>
                  <a:lnTo>
                    <a:pt x="144739" y="40114"/>
                  </a:lnTo>
                  <a:lnTo>
                    <a:pt x="145487" y="40563"/>
                  </a:lnTo>
                  <a:lnTo>
                    <a:pt x="145487" y="40413"/>
                  </a:lnTo>
                  <a:lnTo>
                    <a:pt x="144889" y="39815"/>
                  </a:lnTo>
                  <a:lnTo>
                    <a:pt x="144290" y="39365"/>
                  </a:lnTo>
                  <a:lnTo>
                    <a:pt x="143392" y="38767"/>
                  </a:lnTo>
                  <a:lnTo>
                    <a:pt x="143691" y="37569"/>
                  </a:lnTo>
                  <a:lnTo>
                    <a:pt x="144589" y="38168"/>
                  </a:lnTo>
                  <a:lnTo>
                    <a:pt x="145936" y="39216"/>
                  </a:lnTo>
                  <a:lnTo>
                    <a:pt x="145936" y="39066"/>
                  </a:lnTo>
                  <a:lnTo>
                    <a:pt x="145487" y="38467"/>
                  </a:lnTo>
                  <a:lnTo>
                    <a:pt x="144889" y="38018"/>
                  </a:lnTo>
                  <a:lnTo>
                    <a:pt x="143841" y="37270"/>
                  </a:lnTo>
                  <a:lnTo>
                    <a:pt x="144140" y="36372"/>
                  </a:lnTo>
                  <a:lnTo>
                    <a:pt x="145188" y="37270"/>
                  </a:lnTo>
                  <a:lnTo>
                    <a:pt x="145936" y="37869"/>
                  </a:lnTo>
                  <a:lnTo>
                    <a:pt x="146834" y="38318"/>
                  </a:lnTo>
                  <a:lnTo>
                    <a:pt x="146834" y="38168"/>
                  </a:lnTo>
                  <a:lnTo>
                    <a:pt x="146086" y="37569"/>
                  </a:lnTo>
                  <a:lnTo>
                    <a:pt x="145338" y="36971"/>
                  </a:lnTo>
                  <a:lnTo>
                    <a:pt x="144140" y="36222"/>
                  </a:lnTo>
                  <a:lnTo>
                    <a:pt x="144440" y="35324"/>
                  </a:lnTo>
                  <a:lnTo>
                    <a:pt x="145487" y="36073"/>
                  </a:lnTo>
                  <a:lnTo>
                    <a:pt x="147134" y="37120"/>
                  </a:lnTo>
                  <a:lnTo>
                    <a:pt x="147283" y="37120"/>
                  </a:lnTo>
                  <a:lnTo>
                    <a:pt x="147283" y="36971"/>
                  </a:lnTo>
                  <a:lnTo>
                    <a:pt x="146535" y="36372"/>
                  </a:lnTo>
                  <a:lnTo>
                    <a:pt x="145936" y="35923"/>
                  </a:lnTo>
                  <a:lnTo>
                    <a:pt x="144589" y="35025"/>
                  </a:lnTo>
                  <a:lnTo>
                    <a:pt x="144889" y="34127"/>
                  </a:lnTo>
                  <a:lnTo>
                    <a:pt x="145787" y="34725"/>
                  </a:lnTo>
                  <a:lnTo>
                    <a:pt x="147882" y="35923"/>
                  </a:lnTo>
                  <a:lnTo>
                    <a:pt x="147134" y="35174"/>
                  </a:lnTo>
                  <a:lnTo>
                    <a:pt x="146236" y="34576"/>
                  </a:lnTo>
                  <a:lnTo>
                    <a:pt x="145038" y="33827"/>
                  </a:lnTo>
                  <a:lnTo>
                    <a:pt x="145038" y="33678"/>
                  </a:lnTo>
                  <a:close/>
                  <a:moveTo>
                    <a:pt x="140548" y="46999"/>
                  </a:moveTo>
                  <a:lnTo>
                    <a:pt x="140997" y="47448"/>
                  </a:lnTo>
                  <a:lnTo>
                    <a:pt x="140249" y="48047"/>
                  </a:lnTo>
                  <a:lnTo>
                    <a:pt x="140249" y="48047"/>
                  </a:lnTo>
                  <a:lnTo>
                    <a:pt x="140548" y="46999"/>
                  </a:lnTo>
                  <a:close/>
                  <a:moveTo>
                    <a:pt x="68852" y="46999"/>
                  </a:moveTo>
                  <a:lnTo>
                    <a:pt x="69151" y="48047"/>
                  </a:lnTo>
                  <a:lnTo>
                    <a:pt x="69151" y="48047"/>
                  </a:lnTo>
                  <a:lnTo>
                    <a:pt x="68403" y="47448"/>
                  </a:lnTo>
                  <a:lnTo>
                    <a:pt x="68852" y="46999"/>
                  </a:lnTo>
                  <a:close/>
                  <a:moveTo>
                    <a:pt x="96094" y="53286"/>
                  </a:moveTo>
                  <a:lnTo>
                    <a:pt x="95046" y="60620"/>
                  </a:lnTo>
                  <a:lnTo>
                    <a:pt x="94896" y="60620"/>
                  </a:lnTo>
                  <a:lnTo>
                    <a:pt x="93100" y="53884"/>
                  </a:lnTo>
                  <a:lnTo>
                    <a:pt x="96094" y="53286"/>
                  </a:lnTo>
                  <a:close/>
                  <a:moveTo>
                    <a:pt x="113007" y="53286"/>
                  </a:moveTo>
                  <a:lnTo>
                    <a:pt x="116150" y="53884"/>
                  </a:lnTo>
                  <a:lnTo>
                    <a:pt x="114803" y="60620"/>
                  </a:lnTo>
                  <a:lnTo>
                    <a:pt x="114055" y="60470"/>
                  </a:lnTo>
                  <a:lnTo>
                    <a:pt x="113007" y="53286"/>
                  </a:lnTo>
                  <a:close/>
                  <a:moveTo>
                    <a:pt x="110313" y="35174"/>
                  </a:moveTo>
                  <a:lnTo>
                    <a:pt x="114654" y="35624"/>
                  </a:lnTo>
                  <a:lnTo>
                    <a:pt x="118994" y="36372"/>
                  </a:lnTo>
                  <a:lnTo>
                    <a:pt x="118994" y="43257"/>
                  </a:lnTo>
                  <a:lnTo>
                    <a:pt x="122437" y="37270"/>
                  </a:lnTo>
                  <a:lnTo>
                    <a:pt x="127077" y="38617"/>
                  </a:lnTo>
                  <a:lnTo>
                    <a:pt x="131717" y="40413"/>
                  </a:lnTo>
                  <a:lnTo>
                    <a:pt x="136058" y="42359"/>
                  </a:lnTo>
                  <a:lnTo>
                    <a:pt x="140398" y="44754"/>
                  </a:lnTo>
                  <a:lnTo>
                    <a:pt x="138153" y="51190"/>
                  </a:lnTo>
                  <a:lnTo>
                    <a:pt x="138153" y="51190"/>
                  </a:lnTo>
                  <a:lnTo>
                    <a:pt x="143392" y="46700"/>
                  </a:lnTo>
                  <a:lnTo>
                    <a:pt x="145637" y="48197"/>
                  </a:lnTo>
                  <a:lnTo>
                    <a:pt x="147733" y="49843"/>
                  </a:lnTo>
                  <a:lnTo>
                    <a:pt x="149828" y="51489"/>
                  </a:lnTo>
                  <a:lnTo>
                    <a:pt x="151774" y="53286"/>
                  </a:lnTo>
                  <a:lnTo>
                    <a:pt x="138902" y="63164"/>
                  </a:lnTo>
                  <a:lnTo>
                    <a:pt x="136207" y="61069"/>
                  </a:lnTo>
                  <a:lnTo>
                    <a:pt x="133513" y="59273"/>
                  </a:lnTo>
                  <a:lnTo>
                    <a:pt x="135609" y="55980"/>
                  </a:lnTo>
                  <a:lnTo>
                    <a:pt x="136357" y="55980"/>
                  </a:lnTo>
                  <a:lnTo>
                    <a:pt x="137105" y="55830"/>
                  </a:lnTo>
                  <a:lnTo>
                    <a:pt x="137704" y="55231"/>
                  </a:lnTo>
                  <a:lnTo>
                    <a:pt x="138153" y="54483"/>
                  </a:lnTo>
                  <a:lnTo>
                    <a:pt x="138303" y="54034"/>
                  </a:lnTo>
                  <a:lnTo>
                    <a:pt x="138303" y="53735"/>
                  </a:lnTo>
                  <a:lnTo>
                    <a:pt x="138003" y="52837"/>
                  </a:lnTo>
                  <a:lnTo>
                    <a:pt x="137554" y="52238"/>
                  </a:lnTo>
                  <a:lnTo>
                    <a:pt x="137255" y="51938"/>
                  </a:lnTo>
                  <a:lnTo>
                    <a:pt x="136806" y="51789"/>
                  </a:lnTo>
                  <a:lnTo>
                    <a:pt x="136357" y="51639"/>
                  </a:lnTo>
                  <a:lnTo>
                    <a:pt x="135908" y="51639"/>
                  </a:lnTo>
                  <a:lnTo>
                    <a:pt x="135160" y="51789"/>
                  </a:lnTo>
                  <a:lnTo>
                    <a:pt x="134411" y="52388"/>
                  </a:lnTo>
                  <a:lnTo>
                    <a:pt x="134261" y="52687"/>
                  </a:lnTo>
                  <a:lnTo>
                    <a:pt x="133962" y="53136"/>
                  </a:lnTo>
                  <a:lnTo>
                    <a:pt x="133962" y="53735"/>
                  </a:lnTo>
                  <a:lnTo>
                    <a:pt x="133962" y="54483"/>
                  </a:lnTo>
                  <a:lnTo>
                    <a:pt x="134261" y="55082"/>
                  </a:lnTo>
                  <a:lnTo>
                    <a:pt x="134711" y="55531"/>
                  </a:lnTo>
                  <a:lnTo>
                    <a:pt x="132765" y="58824"/>
                  </a:lnTo>
                  <a:lnTo>
                    <a:pt x="129172" y="56728"/>
                  </a:lnTo>
                  <a:lnTo>
                    <a:pt x="125430" y="54932"/>
                  </a:lnTo>
                  <a:lnTo>
                    <a:pt x="121539" y="53585"/>
                  </a:lnTo>
                  <a:lnTo>
                    <a:pt x="117348" y="52388"/>
                  </a:lnTo>
                  <a:lnTo>
                    <a:pt x="118246" y="48346"/>
                  </a:lnTo>
                  <a:lnTo>
                    <a:pt x="118994" y="48047"/>
                  </a:lnTo>
                  <a:lnTo>
                    <a:pt x="119743" y="47598"/>
                  </a:lnTo>
                  <a:lnTo>
                    <a:pt x="120192" y="46999"/>
                  </a:lnTo>
                  <a:lnTo>
                    <a:pt x="120341" y="46101"/>
                  </a:lnTo>
                  <a:lnTo>
                    <a:pt x="120341" y="45652"/>
                  </a:lnTo>
                  <a:lnTo>
                    <a:pt x="120192" y="45203"/>
                  </a:lnTo>
                  <a:lnTo>
                    <a:pt x="119743" y="44604"/>
                  </a:lnTo>
                  <a:lnTo>
                    <a:pt x="118994" y="44155"/>
                  </a:lnTo>
                  <a:lnTo>
                    <a:pt x="118545" y="44006"/>
                  </a:lnTo>
                  <a:lnTo>
                    <a:pt x="118096" y="43856"/>
                  </a:lnTo>
                  <a:lnTo>
                    <a:pt x="117647" y="44006"/>
                  </a:lnTo>
                  <a:lnTo>
                    <a:pt x="117198" y="44155"/>
                  </a:lnTo>
                  <a:lnTo>
                    <a:pt x="116599" y="44604"/>
                  </a:lnTo>
                  <a:lnTo>
                    <a:pt x="116150" y="45203"/>
                  </a:lnTo>
                  <a:lnTo>
                    <a:pt x="116001" y="45652"/>
                  </a:lnTo>
                  <a:lnTo>
                    <a:pt x="115851" y="46101"/>
                  </a:lnTo>
                  <a:lnTo>
                    <a:pt x="116001" y="46849"/>
                  </a:lnTo>
                  <a:lnTo>
                    <a:pt x="116300" y="47298"/>
                  </a:lnTo>
                  <a:lnTo>
                    <a:pt x="116749" y="47897"/>
                  </a:lnTo>
                  <a:lnTo>
                    <a:pt x="117348" y="48197"/>
                  </a:lnTo>
                  <a:lnTo>
                    <a:pt x="116450" y="52238"/>
                  </a:lnTo>
                  <a:lnTo>
                    <a:pt x="112708" y="51489"/>
                  </a:lnTo>
                  <a:lnTo>
                    <a:pt x="110313" y="35174"/>
                  </a:lnTo>
                  <a:close/>
                  <a:moveTo>
                    <a:pt x="98488" y="35174"/>
                  </a:moveTo>
                  <a:lnTo>
                    <a:pt x="96243" y="51489"/>
                  </a:lnTo>
                  <a:lnTo>
                    <a:pt x="92651" y="52238"/>
                  </a:lnTo>
                  <a:lnTo>
                    <a:pt x="91453" y="48346"/>
                  </a:lnTo>
                  <a:lnTo>
                    <a:pt x="92052" y="47747"/>
                  </a:lnTo>
                  <a:lnTo>
                    <a:pt x="92501" y="46999"/>
                  </a:lnTo>
                  <a:lnTo>
                    <a:pt x="92501" y="46251"/>
                  </a:lnTo>
                  <a:lnTo>
                    <a:pt x="92352" y="45353"/>
                  </a:lnTo>
                  <a:lnTo>
                    <a:pt x="92052" y="45053"/>
                  </a:lnTo>
                  <a:lnTo>
                    <a:pt x="91753" y="44754"/>
                  </a:lnTo>
                  <a:lnTo>
                    <a:pt x="91004" y="44305"/>
                  </a:lnTo>
                  <a:lnTo>
                    <a:pt x="90256" y="44155"/>
                  </a:lnTo>
                  <a:lnTo>
                    <a:pt x="89807" y="44305"/>
                  </a:lnTo>
                  <a:lnTo>
                    <a:pt x="89358" y="44455"/>
                  </a:lnTo>
                  <a:lnTo>
                    <a:pt x="88909" y="44604"/>
                  </a:lnTo>
                  <a:lnTo>
                    <a:pt x="88610" y="44904"/>
                  </a:lnTo>
                  <a:lnTo>
                    <a:pt x="88310" y="45652"/>
                  </a:lnTo>
                  <a:lnTo>
                    <a:pt x="88161" y="46550"/>
                  </a:lnTo>
                  <a:lnTo>
                    <a:pt x="88161" y="46999"/>
                  </a:lnTo>
                  <a:lnTo>
                    <a:pt x="88310" y="47448"/>
                  </a:lnTo>
                  <a:lnTo>
                    <a:pt x="88759" y="47897"/>
                  </a:lnTo>
                  <a:lnTo>
                    <a:pt x="89208" y="48346"/>
                  </a:lnTo>
                  <a:lnTo>
                    <a:pt x="89807" y="48496"/>
                  </a:lnTo>
                  <a:lnTo>
                    <a:pt x="90555" y="48646"/>
                  </a:lnTo>
                  <a:lnTo>
                    <a:pt x="91603" y="52537"/>
                  </a:lnTo>
                  <a:lnTo>
                    <a:pt x="87412" y="53735"/>
                  </a:lnTo>
                  <a:lnTo>
                    <a:pt x="83521" y="55231"/>
                  </a:lnTo>
                  <a:lnTo>
                    <a:pt x="79629" y="57028"/>
                  </a:lnTo>
                  <a:lnTo>
                    <a:pt x="75887" y="59273"/>
                  </a:lnTo>
                  <a:lnTo>
                    <a:pt x="73941" y="55680"/>
                  </a:lnTo>
                  <a:lnTo>
                    <a:pt x="74390" y="54932"/>
                  </a:lnTo>
                  <a:lnTo>
                    <a:pt x="74540" y="54034"/>
                  </a:lnTo>
                  <a:lnTo>
                    <a:pt x="74240" y="53286"/>
                  </a:lnTo>
                  <a:lnTo>
                    <a:pt x="73791" y="52537"/>
                  </a:lnTo>
                  <a:lnTo>
                    <a:pt x="73492" y="52238"/>
                  </a:lnTo>
                  <a:lnTo>
                    <a:pt x="73043" y="52088"/>
                  </a:lnTo>
                  <a:lnTo>
                    <a:pt x="72295" y="51938"/>
                  </a:lnTo>
                  <a:lnTo>
                    <a:pt x="71397" y="52088"/>
                  </a:lnTo>
                  <a:lnTo>
                    <a:pt x="71097" y="52388"/>
                  </a:lnTo>
                  <a:lnTo>
                    <a:pt x="70648" y="52687"/>
                  </a:lnTo>
                  <a:lnTo>
                    <a:pt x="70499" y="52986"/>
                  </a:lnTo>
                  <a:lnTo>
                    <a:pt x="70199" y="53286"/>
                  </a:lnTo>
                  <a:lnTo>
                    <a:pt x="70049" y="54184"/>
                  </a:lnTo>
                  <a:lnTo>
                    <a:pt x="70199" y="55082"/>
                  </a:lnTo>
                  <a:lnTo>
                    <a:pt x="70499" y="55381"/>
                  </a:lnTo>
                  <a:lnTo>
                    <a:pt x="70798" y="55680"/>
                  </a:lnTo>
                  <a:lnTo>
                    <a:pt x="71247" y="56129"/>
                  </a:lnTo>
                  <a:lnTo>
                    <a:pt x="71846" y="56279"/>
                  </a:lnTo>
                  <a:lnTo>
                    <a:pt x="72444" y="56429"/>
                  </a:lnTo>
                  <a:lnTo>
                    <a:pt x="73043" y="56279"/>
                  </a:lnTo>
                  <a:lnTo>
                    <a:pt x="75139" y="59722"/>
                  </a:lnTo>
                  <a:lnTo>
                    <a:pt x="72444" y="61668"/>
                  </a:lnTo>
                  <a:lnTo>
                    <a:pt x="69750" y="63763"/>
                  </a:lnTo>
                  <a:lnTo>
                    <a:pt x="56728" y="54184"/>
                  </a:lnTo>
                  <a:lnTo>
                    <a:pt x="58824" y="52088"/>
                  </a:lnTo>
                  <a:lnTo>
                    <a:pt x="61218" y="50142"/>
                  </a:lnTo>
                  <a:lnTo>
                    <a:pt x="63613" y="48346"/>
                  </a:lnTo>
                  <a:lnTo>
                    <a:pt x="66008" y="46550"/>
                  </a:lnTo>
                  <a:lnTo>
                    <a:pt x="71247" y="51190"/>
                  </a:lnTo>
                  <a:lnTo>
                    <a:pt x="71247" y="51190"/>
                  </a:lnTo>
                  <a:lnTo>
                    <a:pt x="69151" y="44754"/>
                  </a:lnTo>
                  <a:lnTo>
                    <a:pt x="73342" y="42359"/>
                  </a:lnTo>
                  <a:lnTo>
                    <a:pt x="77683" y="40264"/>
                  </a:lnTo>
                  <a:lnTo>
                    <a:pt x="82323" y="38617"/>
                  </a:lnTo>
                  <a:lnTo>
                    <a:pt x="86963" y="37120"/>
                  </a:lnTo>
                  <a:lnTo>
                    <a:pt x="90406" y="43257"/>
                  </a:lnTo>
                  <a:lnTo>
                    <a:pt x="90555" y="36372"/>
                  </a:lnTo>
                  <a:lnTo>
                    <a:pt x="94447" y="35624"/>
                  </a:lnTo>
                  <a:lnTo>
                    <a:pt x="98488" y="35174"/>
                  </a:lnTo>
                  <a:close/>
                  <a:moveTo>
                    <a:pt x="56878" y="38467"/>
                  </a:moveTo>
                  <a:lnTo>
                    <a:pt x="65260" y="45951"/>
                  </a:lnTo>
                  <a:lnTo>
                    <a:pt x="62865" y="47747"/>
                  </a:lnTo>
                  <a:lnTo>
                    <a:pt x="60470" y="49544"/>
                  </a:lnTo>
                  <a:lnTo>
                    <a:pt x="58075" y="51489"/>
                  </a:lnTo>
                  <a:lnTo>
                    <a:pt x="55830" y="53585"/>
                  </a:lnTo>
                  <a:lnTo>
                    <a:pt x="48196" y="47897"/>
                  </a:lnTo>
                  <a:lnTo>
                    <a:pt x="47298" y="48646"/>
                  </a:lnTo>
                  <a:lnTo>
                    <a:pt x="53136" y="56279"/>
                  </a:lnTo>
                  <a:lnTo>
                    <a:pt x="51040" y="58524"/>
                  </a:lnTo>
                  <a:lnTo>
                    <a:pt x="49244" y="60770"/>
                  </a:lnTo>
                  <a:lnTo>
                    <a:pt x="47448" y="63164"/>
                  </a:lnTo>
                  <a:lnTo>
                    <a:pt x="45802" y="65559"/>
                  </a:lnTo>
                  <a:lnTo>
                    <a:pt x="38018" y="57477"/>
                  </a:lnTo>
                  <a:lnTo>
                    <a:pt x="40114" y="54782"/>
                  </a:lnTo>
                  <a:lnTo>
                    <a:pt x="42209" y="52238"/>
                  </a:lnTo>
                  <a:lnTo>
                    <a:pt x="44454" y="49693"/>
                  </a:lnTo>
                  <a:lnTo>
                    <a:pt x="46700" y="47298"/>
                  </a:lnTo>
                  <a:lnTo>
                    <a:pt x="49094" y="44904"/>
                  </a:lnTo>
                  <a:lnTo>
                    <a:pt x="51639" y="42658"/>
                  </a:lnTo>
                  <a:lnTo>
                    <a:pt x="54184" y="40563"/>
                  </a:lnTo>
                  <a:lnTo>
                    <a:pt x="56878" y="38467"/>
                  </a:lnTo>
                  <a:close/>
                  <a:moveTo>
                    <a:pt x="152522" y="38617"/>
                  </a:moveTo>
                  <a:lnTo>
                    <a:pt x="155216" y="40563"/>
                  </a:lnTo>
                  <a:lnTo>
                    <a:pt x="157761" y="42658"/>
                  </a:lnTo>
                  <a:lnTo>
                    <a:pt x="160306" y="44904"/>
                  </a:lnTo>
                  <a:lnTo>
                    <a:pt x="162700" y="47298"/>
                  </a:lnTo>
                  <a:lnTo>
                    <a:pt x="164946" y="49693"/>
                  </a:lnTo>
                  <a:lnTo>
                    <a:pt x="167191" y="52238"/>
                  </a:lnTo>
                  <a:lnTo>
                    <a:pt x="169286" y="54932"/>
                  </a:lnTo>
                  <a:lnTo>
                    <a:pt x="171382" y="57626"/>
                  </a:lnTo>
                  <a:lnTo>
                    <a:pt x="163748" y="65559"/>
                  </a:lnTo>
                  <a:lnTo>
                    <a:pt x="161802" y="62865"/>
                  </a:lnTo>
                  <a:lnTo>
                    <a:pt x="159707" y="60320"/>
                  </a:lnTo>
                  <a:lnTo>
                    <a:pt x="157611" y="57776"/>
                  </a:lnTo>
                  <a:lnTo>
                    <a:pt x="155366" y="55381"/>
                  </a:lnTo>
                  <a:lnTo>
                    <a:pt x="161054" y="47897"/>
                  </a:lnTo>
                  <a:lnTo>
                    <a:pt x="160156" y="46999"/>
                  </a:lnTo>
                  <a:lnTo>
                    <a:pt x="152672" y="52687"/>
                  </a:lnTo>
                  <a:lnTo>
                    <a:pt x="150576" y="50891"/>
                  </a:lnTo>
                  <a:lnTo>
                    <a:pt x="148481" y="49095"/>
                  </a:lnTo>
                  <a:lnTo>
                    <a:pt x="146385" y="47448"/>
                  </a:lnTo>
                  <a:lnTo>
                    <a:pt x="144140" y="45951"/>
                  </a:lnTo>
                  <a:lnTo>
                    <a:pt x="152522" y="38617"/>
                  </a:lnTo>
                  <a:close/>
                  <a:moveTo>
                    <a:pt x="117048" y="54184"/>
                  </a:moveTo>
                  <a:lnTo>
                    <a:pt x="120940" y="55231"/>
                  </a:lnTo>
                  <a:lnTo>
                    <a:pt x="124682" y="56579"/>
                  </a:lnTo>
                  <a:lnTo>
                    <a:pt x="128424" y="58375"/>
                  </a:lnTo>
                  <a:lnTo>
                    <a:pt x="131867" y="60320"/>
                  </a:lnTo>
                  <a:lnTo>
                    <a:pt x="128274" y="66158"/>
                  </a:lnTo>
                  <a:lnTo>
                    <a:pt x="125281" y="64511"/>
                  </a:lnTo>
                  <a:lnTo>
                    <a:pt x="122287" y="63015"/>
                  </a:lnTo>
                  <a:lnTo>
                    <a:pt x="118994" y="61817"/>
                  </a:lnTo>
                  <a:lnTo>
                    <a:pt x="115701" y="60919"/>
                  </a:lnTo>
                  <a:lnTo>
                    <a:pt x="117048" y="54184"/>
                  </a:lnTo>
                  <a:close/>
                  <a:moveTo>
                    <a:pt x="92052" y="54184"/>
                  </a:moveTo>
                  <a:lnTo>
                    <a:pt x="93998" y="60770"/>
                  </a:lnTo>
                  <a:lnTo>
                    <a:pt x="90406" y="61817"/>
                  </a:lnTo>
                  <a:lnTo>
                    <a:pt x="86813" y="63164"/>
                  </a:lnTo>
                  <a:lnTo>
                    <a:pt x="83521" y="64811"/>
                  </a:lnTo>
                  <a:lnTo>
                    <a:pt x="80228" y="66757"/>
                  </a:lnTo>
                  <a:lnTo>
                    <a:pt x="76785" y="60770"/>
                  </a:lnTo>
                  <a:lnTo>
                    <a:pt x="80377" y="58674"/>
                  </a:lnTo>
                  <a:lnTo>
                    <a:pt x="84119" y="56878"/>
                  </a:lnTo>
                  <a:lnTo>
                    <a:pt x="88011" y="55381"/>
                  </a:lnTo>
                  <a:lnTo>
                    <a:pt x="92052" y="54184"/>
                  </a:lnTo>
                  <a:close/>
                  <a:moveTo>
                    <a:pt x="132615" y="60770"/>
                  </a:moveTo>
                  <a:lnTo>
                    <a:pt x="135160" y="62416"/>
                  </a:lnTo>
                  <a:lnTo>
                    <a:pt x="137405" y="64212"/>
                  </a:lnTo>
                  <a:lnTo>
                    <a:pt x="131717" y="68553"/>
                  </a:lnTo>
                  <a:lnTo>
                    <a:pt x="129172" y="66607"/>
                  </a:lnTo>
                  <a:lnTo>
                    <a:pt x="132615" y="60770"/>
                  </a:lnTo>
                  <a:close/>
                  <a:moveTo>
                    <a:pt x="37569" y="58375"/>
                  </a:moveTo>
                  <a:lnTo>
                    <a:pt x="38168" y="59123"/>
                  </a:lnTo>
                  <a:lnTo>
                    <a:pt x="37420" y="60320"/>
                  </a:lnTo>
                  <a:lnTo>
                    <a:pt x="36971" y="61219"/>
                  </a:lnTo>
                  <a:lnTo>
                    <a:pt x="36671" y="62117"/>
                  </a:lnTo>
                  <a:lnTo>
                    <a:pt x="37719" y="60470"/>
                  </a:lnTo>
                  <a:lnTo>
                    <a:pt x="38467" y="59273"/>
                  </a:lnTo>
                  <a:lnTo>
                    <a:pt x="39066" y="60021"/>
                  </a:lnTo>
                  <a:lnTo>
                    <a:pt x="38318" y="61219"/>
                  </a:lnTo>
                  <a:lnTo>
                    <a:pt x="37869" y="62117"/>
                  </a:lnTo>
                  <a:lnTo>
                    <a:pt x="37569" y="63015"/>
                  </a:lnTo>
                  <a:lnTo>
                    <a:pt x="37569" y="63015"/>
                  </a:lnTo>
                  <a:lnTo>
                    <a:pt x="38168" y="62266"/>
                  </a:lnTo>
                  <a:lnTo>
                    <a:pt x="38617" y="61368"/>
                  </a:lnTo>
                  <a:lnTo>
                    <a:pt x="39216" y="60171"/>
                  </a:lnTo>
                  <a:lnTo>
                    <a:pt x="39814" y="60770"/>
                  </a:lnTo>
                  <a:lnTo>
                    <a:pt x="39066" y="62117"/>
                  </a:lnTo>
                  <a:lnTo>
                    <a:pt x="38916" y="62715"/>
                  </a:lnTo>
                  <a:lnTo>
                    <a:pt x="38617" y="63314"/>
                  </a:lnTo>
                  <a:lnTo>
                    <a:pt x="38767" y="63464"/>
                  </a:lnTo>
                  <a:lnTo>
                    <a:pt x="39665" y="61967"/>
                  </a:lnTo>
                  <a:lnTo>
                    <a:pt x="40114" y="61069"/>
                  </a:lnTo>
                  <a:lnTo>
                    <a:pt x="40862" y="61967"/>
                  </a:lnTo>
                  <a:lnTo>
                    <a:pt x="40413" y="62865"/>
                  </a:lnTo>
                  <a:lnTo>
                    <a:pt x="39964" y="63613"/>
                  </a:lnTo>
                  <a:lnTo>
                    <a:pt x="39665" y="64511"/>
                  </a:lnTo>
                  <a:lnTo>
                    <a:pt x="39814" y="64511"/>
                  </a:lnTo>
                  <a:lnTo>
                    <a:pt x="40263" y="63763"/>
                  </a:lnTo>
                  <a:lnTo>
                    <a:pt x="40563" y="63015"/>
                  </a:lnTo>
                  <a:lnTo>
                    <a:pt x="41162" y="62117"/>
                  </a:lnTo>
                  <a:lnTo>
                    <a:pt x="41760" y="62865"/>
                  </a:lnTo>
                  <a:lnTo>
                    <a:pt x="41311" y="63613"/>
                  </a:lnTo>
                  <a:lnTo>
                    <a:pt x="40862" y="64362"/>
                  </a:lnTo>
                  <a:lnTo>
                    <a:pt x="40563" y="65110"/>
                  </a:lnTo>
                  <a:lnTo>
                    <a:pt x="40713" y="65110"/>
                  </a:lnTo>
                  <a:lnTo>
                    <a:pt x="41760" y="63314"/>
                  </a:lnTo>
                  <a:lnTo>
                    <a:pt x="41910" y="63015"/>
                  </a:lnTo>
                  <a:lnTo>
                    <a:pt x="42509" y="63613"/>
                  </a:lnTo>
                  <a:lnTo>
                    <a:pt x="42209" y="64062"/>
                  </a:lnTo>
                  <a:lnTo>
                    <a:pt x="41611" y="65559"/>
                  </a:lnTo>
                  <a:lnTo>
                    <a:pt x="41760" y="65559"/>
                  </a:lnTo>
                  <a:lnTo>
                    <a:pt x="42359" y="64212"/>
                  </a:lnTo>
                  <a:lnTo>
                    <a:pt x="42658" y="63763"/>
                  </a:lnTo>
                  <a:lnTo>
                    <a:pt x="43257" y="64362"/>
                  </a:lnTo>
                  <a:lnTo>
                    <a:pt x="42958" y="64961"/>
                  </a:lnTo>
                  <a:lnTo>
                    <a:pt x="42509" y="66008"/>
                  </a:lnTo>
                  <a:lnTo>
                    <a:pt x="43107" y="65410"/>
                  </a:lnTo>
                  <a:lnTo>
                    <a:pt x="43407" y="64511"/>
                  </a:lnTo>
                  <a:lnTo>
                    <a:pt x="44005" y="65110"/>
                  </a:lnTo>
                  <a:lnTo>
                    <a:pt x="43856" y="65410"/>
                  </a:lnTo>
                  <a:lnTo>
                    <a:pt x="43556" y="66008"/>
                  </a:lnTo>
                  <a:lnTo>
                    <a:pt x="43407" y="66457"/>
                  </a:lnTo>
                  <a:lnTo>
                    <a:pt x="43556" y="66607"/>
                  </a:lnTo>
                  <a:lnTo>
                    <a:pt x="44005" y="65559"/>
                  </a:lnTo>
                  <a:lnTo>
                    <a:pt x="44155" y="65410"/>
                  </a:lnTo>
                  <a:lnTo>
                    <a:pt x="44754" y="65859"/>
                  </a:lnTo>
                  <a:lnTo>
                    <a:pt x="44155" y="67056"/>
                  </a:lnTo>
                  <a:lnTo>
                    <a:pt x="44305" y="67206"/>
                  </a:lnTo>
                  <a:lnTo>
                    <a:pt x="44904" y="66158"/>
                  </a:lnTo>
                  <a:lnTo>
                    <a:pt x="45203" y="66457"/>
                  </a:lnTo>
                  <a:lnTo>
                    <a:pt x="45353" y="66607"/>
                  </a:lnTo>
                  <a:lnTo>
                    <a:pt x="45203" y="66757"/>
                  </a:lnTo>
                  <a:lnTo>
                    <a:pt x="45053" y="67206"/>
                  </a:lnTo>
                  <a:lnTo>
                    <a:pt x="45053" y="67655"/>
                  </a:lnTo>
                  <a:lnTo>
                    <a:pt x="45053" y="67804"/>
                  </a:lnTo>
                  <a:lnTo>
                    <a:pt x="45203" y="67804"/>
                  </a:lnTo>
                  <a:lnTo>
                    <a:pt x="45502" y="66906"/>
                  </a:lnTo>
                  <a:lnTo>
                    <a:pt x="45502" y="66757"/>
                  </a:lnTo>
                  <a:lnTo>
                    <a:pt x="45951" y="67206"/>
                  </a:lnTo>
                  <a:lnTo>
                    <a:pt x="46101" y="67355"/>
                  </a:lnTo>
                  <a:lnTo>
                    <a:pt x="45802" y="68104"/>
                  </a:lnTo>
                  <a:lnTo>
                    <a:pt x="45951" y="68104"/>
                  </a:lnTo>
                  <a:lnTo>
                    <a:pt x="46251" y="67505"/>
                  </a:lnTo>
                  <a:lnTo>
                    <a:pt x="46849" y="68104"/>
                  </a:lnTo>
                  <a:lnTo>
                    <a:pt x="46700" y="68104"/>
                  </a:lnTo>
                  <a:lnTo>
                    <a:pt x="46700" y="68702"/>
                  </a:lnTo>
                  <a:lnTo>
                    <a:pt x="45203" y="68253"/>
                  </a:lnTo>
                  <a:lnTo>
                    <a:pt x="44155" y="68104"/>
                  </a:lnTo>
                  <a:lnTo>
                    <a:pt x="33378" y="64961"/>
                  </a:lnTo>
                  <a:lnTo>
                    <a:pt x="35534" y="61368"/>
                  </a:lnTo>
                  <a:lnTo>
                    <a:pt x="35623" y="61368"/>
                  </a:lnTo>
                  <a:lnTo>
                    <a:pt x="36971" y="59422"/>
                  </a:lnTo>
                  <a:lnTo>
                    <a:pt x="37569" y="58375"/>
                  </a:lnTo>
                  <a:close/>
                  <a:moveTo>
                    <a:pt x="171831" y="58375"/>
                  </a:moveTo>
                  <a:lnTo>
                    <a:pt x="172579" y="59422"/>
                  </a:lnTo>
                  <a:lnTo>
                    <a:pt x="173777" y="61368"/>
                  </a:lnTo>
                  <a:lnTo>
                    <a:pt x="173926" y="61368"/>
                  </a:lnTo>
                  <a:lnTo>
                    <a:pt x="176022" y="64961"/>
                  </a:lnTo>
                  <a:lnTo>
                    <a:pt x="165245" y="68104"/>
                  </a:lnTo>
                  <a:lnTo>
                    <a:pt x="164197" y="68403"/>
                  </a:lnTo>
                  <a:lnTo>
                    <a:pt x="162850" y="68702"/>
                  </a:lnTo>
                  <a:lnTo>
                    <a:pt x="162700" y="68104"/>
                  </a:lnTo>
                  <a:lnTo>
                    <a:pt x="163149" y="67505"/>
                  </a:lnTo>
                  <a:lnTo>
                    <a:pt x="163449" y="68104"/>
                  </a:lnTo>
                  <a:lnTo>
                    <a:pt x="163598" y="68104"/>
                  </a:lnTo>
                  <a:lnTo>
                    <a:pt x="163449" y="67355"/>
                  </a:lnTo>
                  <a:lnTo>
                    <a:pt x="163449" y="67206"/>
                  </a:lnTo>
                  <a:lnTo>
                    <a:pt x="163898" y="66757"/>
                  </a:lnTo>
                  <a:lnTo>
                    <a:pt x="163898" y="66906"/>
                  </a:lnTo>
                  <a:lnTo>
                    <a:pt x="164347" y="67804"/>
                  </a:lnTo>
                  <a:lnTo>
                    <a:pt x="164497" y="67655"/>
                  </a:lnTo>
                  <a:lnTo>
                    <a:pt x="164347" y="67206"/>
                  </a:lnTo>
                  <a:lnTo>
                    <a:pt x="164197" y="66757"/>
                  </a:lnTo>
                  <a:lnTo>
                    <a:pt x="164047" y="66607"/>
                  </a:lnTo>
                  <a:lnTo>
                    <a:pt x="164197" y="66457"/>
                  </a:lnTo>
                  <a:lnTo>
                    <a:pt x="164497" y="66158"/>
                  </a:lnTo>
                  <a:lnTo>
                    <a:pt x="165095" y="67206"/>
                  </a:lnTo>
                  <a:lnTo>
                    <a:pt x="165245" y="67206"/>
                  </a:lnTo>
                  <a:lnTo>
                    <a:pt x="165245" y="67056"/>
                  </a:lnTo>
                  <a:lnTo>
                    <a:pt x="164796" y="65859"/>
                  </a:lnTo>
                  <a:lnTo>
                    <a:pt x="165245" y="65410"/>
                  </a:lnTo>
                  <a:lnTo>
                    <a:pt x="165395" y="65559"/>
                  </a:lnTo>
                  <a:lnTo>
                    <a:pt x="165993" y="66607"/>
                  </a:lnTo>
                  <a:lnTo>
                    <a:pt x="165993" y="66457"/>
                  </a:lnTo>
                  <a:lnTo>
                    <a:pt x="165844" y="66008"/>
                  </a:lnTo>
                  <a:lnTo>
                    <a:pt x="165544" y="65410"/>
                  </a:lnTo>
                  <a:lnTo>
                    <a:pt x="165395" y="65110"/>
                  </a:lnTo>
                  <a:lnTo>
                    <a:pt x="165993" y="64511"/>
                  </a:lnTo>
                  <a:lnTo>
                    <a:pt x="166442" y="65410"/>
                  </a:lnTo>
                  <a:lnTo>
                    <a:pt x="166891" y="66008"/>
                  </a:lnTo>
                  <a:lnTo>
                    <a:pt x="167041" y="66008"/>
                  </a:lnTo>
                  <a:lnTo>
                    <a:pt x="166442" y="64961"/>
                  </a:lnTo>
                  <a:lnTo>
                    <a:pt x="166143" y="64362"/>
                  </a:lnTo>
                  <a:lnTo>
                    <a:pt x="166742" y="63763"/>
                  </a:lnTo>
                  <a:lnTo>
                    <a:pt x="167041" y="64212"/>
                  </a:lnTo>
                  <a:lnTo>
                    <a:pt x="167640" y="65559"/>
                  </a:lnTo>
                  <a:lnTo>
                    <a:pt x="167789" y="65559"/>
                  </a:lnTo>
                  <a:lnTo>
                    <a:pt x="167191" y="64062"/>
                  </a:lnTo>
                  <a:lnTo>
                    <a:pt x="166891" y="63613"/>
                  </a:lnTo>
                  <a:lnTo>
                    <a:pt x="167490" y="63015"/>
                  </a:lnTo>
                  <a:lnTo>
                    <a:pt x="167789" y="63314"/>
                  </a:lnTo>
                  <a:lnTo>
                    <a:pt x="168687" y="65110"/>
                  </a:lnTo>
                  <a:lnTo>
                    <a:pt x="168837" y="65110"/>
                  </a:lnTo>
                  <a:lnTo>
                    <a:pt x="168538" y="64362"/>
                  </a:lnTo>
                  <a:lnTo>
                    <a:pt x="168238" y="63613"/>
                  </a:lnTo>
                  <a:lnTo>
                    <a:pt x="167640" y="62865"/>
                  </a:lnTo>
                  <a:lnTo>
                    <a:pt x="168388" y="62117"/>
                  </a:lnTo>
                  <a:lnTo>
                    <a:pt x="168837" y="63015"/>
                  </a:lnTo>
                  <a:lnTo>
                    <a:pt x="169286" y="63763"/>
                  </a:lnTo>
                  <a:lnTo>
                    <a:pt x="169735" y="64511"/>
                  </a:lnTo>
                  <a:lnTo>
                    <a:pt x="169436" y="63613"/>
                  </a:lnTo>
                  <a:lnTo>
                    <a:pt x="168987" y="62865"/>
                  </a:lnTo>
                  <a:lnTo>
                    <a:pt x="168538" y="61967"/>
                  </a:lnTo>
                  <a:lnTo>
                    <a:pt x="169436" y="61069"/>
                  </a:lnTo>
                  <a:lnTo>
                    <a:pt x="169885" y="61967"/>
                  </a:lnTo>
                  <a:lnTo>
                    <a:pt x="170633" y="63464"/>
                  </a:lnTo>
                  <a:lnTo>
                    <a:pt x="170783" y="63464"/>
                  </a:lnTo>
                  <a:lnTo>
                    <a:pt x="170783" y="63314"/>
                  </a:lnTo>
                  <a:lnTo>
                    <a:pt x="170633" y="62715"/>
                  </a:lnTo>
                  <a:lnTo>
                    <a:pt x="170334" y="62117"/>
                  </a:lnTo>
                  <a:lnTo>
                    <a:pt x="169586" y="60770"/>
                  </a:lnTo>
                  <a:lnTo>
                    <a:pt x="170184" y="60171"/>
                  </a:lnTo>
                  <a:lnTo>
                    <a:pt x="170783" y="61368"/>
                  </a:lnTo>
                  <a:lnTo>
                    <a:pt x="171232" y="62266"/>
                  </a:lnTo>
                  <a:lnTo>
                    <a:pt x="171831" y="63015"/>
                  </a:lnTo>
                  <a:lnTo>
                    <a:pt x="171531" y="62117"/>
                  </a:lnTo>
                  <a:lnTo>
                    <a:pt x="171082" y="61219"/>
                  </a:lnTo>
                  <a:lnTo>
                    <a:pt x="170334" y="60021"/>
                  </a:lnTo>
                  <a:lnTo>
                    <a:pt x="171082" y="59273"/>
                  </a:lnTo>
                  <a:lnTo>
                    <a:pt x="171681" y="60470"/>
                  </a:lnTo>
                  <a:lnTo>
                    <a:pt x="172729" y="62117"/>
                  </a:lnTo>
                  <a:lnTo>
                    <a:pt x="172878" y="62117"/>
                  </a:lnTo>
                  <a:lnTo>
                    <a:pt x="172429" y="61219"/>
                  </a:lnTo>
                  <a:lnTo>
                    <a:pt x="171980" y="60320"/>
                  </a:lnTo>
                  <a:lnTo>
                    <a:pt x="171232" y="59123"/>
                  </a:lnTo>
                  <a:lnTo>
                    <a:pt x="171831" y="58375"/>
                  </a:lnTo>
                  <a:close/>
                  <a:moveTo>
                    <a:pt x="46999" y="68253"/>
                  </a:moveTo>
                  <a:lnTo>
                    <a:pt x="47747" y="69002"/>
                  </a:lnTo>
                  <a:lnTo>
                    <a:pt x="47747" y="69002"/>
                  </a:lnTo>
                  <a:lnTo>
                    <a:pt x="46849" y="68852"/>
                  </a:lnTo>
                  <a:lnTo>
                    <a:pt x="46999" y="68253"/>
                  </a:lnTo>
                  <a:close/>
                  <a:moveTo>
                    <a:pt x="162401" y="68253"/>
                  </a:moveTo>
                  <a:lnTo>
                    <a:pt x="162700" y="68852"/>
                  </a:lnTo>
                  <a:lnTo>
                    <a:pt x="161653" y="69002"/>
                  </a:lnTo>
                  <a:lnTo>
                    <a:pt x="161653" y="69002"/>
                  </a:lnTo>
                  <a:lnTo>
                    <a:pt x="162401" y="68253"/>
                  </a:lnTo>
                  <a:close/>
                  <a:moveTo>
                    <a:pt x="76037" y="61219"/>
                  </a:moveTo>
                  <a:lnTo>
                    <a:pt x="79479" y="67206"/>
                  </a:lnTo>
                  <a:lnTo>
                    <a:pt x="76935" y="69002"/>
                  </a:lnTo>
                  <a:lnTo>
                    <a:pt x="71247" y="64811"/>
                  </a:lnTo>
                  <a:lnTo>
                    <a:pt x="73492" y="63015"/>
                  </a:lnTo>
                  <a:lnTo>
                    <a:pt x="76037" y="61219"/>
                  </a:lnTo>
                  <a:close/>
                  <a:moveTo>
                    <a:pt x="114354" y="62117"/>
                  </a:moveTo>
                  <a:lnTo>
                    <a:pt x="116599" y="62566"/>
                  </a:lnTo>
                  <a:lnTo>
                    <a:pt x="118695" y="63314"/>
                  </a:lnTo>
                  <a:lnTo>
                    <a:pt x="120790" y="64062"/>
                  </a:lnTo>
                  <a:lnTo>
                    <a:pt x="122886" y="64961"/>
                  </a:lnTo>
                  <a:lnTo>
                    <a:pt x="124832" y="65859"/>
                  </a:lnTo>
                  <a:lnTo>
                    <a:pt x="126778" y="67056"/>
                  </a:lnTo>
                  <a:lnTo>
                    <a:pt x="128723" y="68104"/>
                  </a:lnTo>
                  <a:lnTo>
                    <a:pt x="130520" y="69451"/>
                  </a:lnTo>
                  <a:lnTo>
                    <a:pt x="117048" y="79629"/>
                  </a:lnTo>
                  <a:lnTo>
                    <a:pt x="114354" y="62117"/>
                  </a:lnTo>
                  <a:close/>
                  <a:moveTo>
                    <a:pt x="64511" y="71546"/>
                  </a:moveTo>
                  <a:lnTo>
                    <a:pt x="68852" y="77234"/>
                  </a:lnTo>
                  <a:lnTo>
                    <a:pt x="67056" y="79779"/>
                  </a:lnTo>
                  <a:lnTo>
                    <a:pt x="61218" y="76186"/>
                  </a:lnTo>
                  <a:lnTo>
                    <a:pt x="62865" y="73792"/>
                  </a:lnTo>
                  <a:lnTo>
                    <a:pt x="64511" y="71546"/>
                  </a:lnTo>
                  <a:close/>
                  <a:moveTo>
                    <a:pt x="94896" y="62117"/>
                  </a:moveTo>
                  <a:lnTo>
                    <a:pt x="92352" y="80377"/>
                  </a:lnTo>
                  <a:lnTo>
                    <a:pt x="78132" y="69900"/>
                  </a:lnTo>
                  <a:lnTo>
                    <a:pt x="80078" y="68553"/>
                  </a:lnTo>
                  <a:lnTo>
                    <a:pt x="81874" y="67355"/>
                  </a:lnTo>
                  <a:lnTo>
                    <a:pt x="83970" y="66158"/>
                  </a:lnTo>
                  <a:lnTo>
                    <a:pt x="86065" y="65110"/>
                  </a:lnTo>
                  <a:lnTo>
                    <a:pt x="88161" y="64212"/>
                  </a:lnTo>
                  <a:lnTo>
                    <a:pt x="90256" y="63464"/>
                  </a:lnTo>
                  <a:lnTo>
                    <a:pt x="92501" y="62715"/>
                  </a:lnTo>
                  <a:lnTo>
                    <a:pt x="94896" y="62117"/>
                  </a:lnTo>
                  <a:close/>
                  <a:moveTo>
                    <a:pt x="144140" y="70648"/>
                  </a:moveTo>
                  <a:lnTo>
                    <a:pt x="146535" y="73792"/>
                  </a:lnTo>
                  <a:lnTo>
                    <a:pt x="148780" y="77084"/>
                  </a:lnTo>
                  <a:lnTo>
                    <a:pt x="143093" y="80826"/>
                  </a:lnTo>
                  <a:lnTo>
                    <a:pt x="141596" y="78581"/>
                  </a:lnTo>
                  <a:lnTo>
                    <a:pt x="139949" y="76336"/>
                  </a:lnTo>
                  <a:lnTo>
                    <a:pt x="144140" y="70648"/>
                  </a:lnTo>
                  <a:close/>
                  <a:moveTo>
                    <a:pt x="32929" y="65859"/>
                  </a:moveTo>
                  <a:lnTo>
                    <a:pt x="43706" y="68852"/>
                  </a:lnTo>
                  <a:lnTo>
                    <a:pt x="41311" y="73193"/>
                  </a:lnTo>
                  <a:lnTo>
                    <a:pt x="39365" y="77534"/>
                  </a:lnTo>
                  <a:lnTo>
                    <a:pt x="37569" y="82024"/>
                  </a:lnTo>
                  <a:lnTo>
                    <a:pt x="36222" y="86664"/>
                  </a:lnTo>
                  <a:lnTo>
                    <a:pt x="26343" y="81575"/>
                  </a:lnTo>
                  <a:lnTo>
                    <a:pt x="26643" y="80527"/>
                  </a:lnTo>
                  <a:lnTo>
                    <a:pt x="27990" y="76635"/>
                  </a:lnTo>
                  <a:lnTo>
                    <a:pt x="29487" y="73043"/>
                  </a:lnTo>
                  <a:lnTo>
                    <a:pt x="31133" y="69301"/>
                  </a:lnTo>
                  <a:lnTo>
                    <a:pt x="32929" y="65859"/>
                  </a:lnTo>
                  <a:close/>
                  <a:moveTo>
                    <a:pt x="176471" y="65859"/>
                  </a:moveTo>
                  <a:lnTo>
                    <a:pt x="178417" y="69601"/>
                  </a:lnTo>
                  <a:lnTo>
                    <a:pt x="180213" y="73492"/>
                  </a:lnTo>
                  <a:lnTo>
                    <a:pt x="181710" y="77534"/>
                  </a:lnTo>
                  <a:lnTo>
                    <a:pt x="183057" y="81575"/>
                  </a:lnTo>
                  <a:lnTo>
                    <a:pt x="173178" y="86814"/>
                  </a:lnTo>
                  <a:lnTo>
                    <a:pt x="171831" y="82024"/>
                  </a:lnTo>
                  <a:lnTo>
                    <a:pt x="170035" y="77534"/>
                  </a:lnTo>
                  <a:lnTo>
                    <a:pt x="168089" y="73193"/>
                  </a:lnTo>
                  <a:lnTo>
                    <a:pt x="165694" y="68852"/>
                  </a:lnTo>
                  <a:lnTo>
                    <a:pt x="176471" y="65859"/>
                  </a:lnTo>
                  <a:close/>
                  <a:moveTo>
                    <a:pt x="38168" y="88909"/>
                  </a:moveTo>
                  <a:lnTo>
                    <a:pt x="39216" y="89358"/>
                  </a:lnTo>
                  <a:lnTo>
                    <a:pt x="38168" y="89358"/>
                  </a:lnTo>
                  <a:lnTo>
                    <a:pt x="38168" y="88909"/>
                  </a:lnTo>
                  <a:close/>
                  <a:moveTo>
                    <a:pt x="171232" y="88909"/>
                  </a:moveTo>
                  <a:lnTo>
                    <a:pt x="171232" y="89358"/>
                  </a:lnTo>
                  <a:lnTo>
                    <a:pt x="170334" y="89358"/>
                  </a:lnTo>
                  <a:lnTo>
                    <a:pt x="171232" y="88909"/>
                  </a:lnTo>
                  <a:close/>
                  <a:moveTo>
                    <a:pt x="26194" y="82623"/>
                  </a:moveTo>
                  <a:lnTo>
                    <a:pt x="26942" y="83072"/>
                  </a:lnTo>
                  <a:lnTo>
                    <a:pt x="26643" y="84568"/>
                  </a:lnTo>
                  <a:lnTo>
                    <a:pt x="26493" y="85466"/>
                  </a:lnTo>
                  <a:lnTo>
                    <a:pt x="26343" y="86365"/>
                  </a:lnTo>
                  <a:lnTo>
                    <a:pt x="26493" y="86365"/>
                  </a:lnTo>
                  <a:lnTo>
                    <a:pt x="26942" y="84419"/>
                  </a:lnTo>
                  <a:lnTo>
                    <a:pt x="27241" y="83221"/>
                  </a:lnTo>
                  <a:lnTo>
                    <a:pt x="27990" y="83670"/>
                  </a:lnTo>
                  <a:lnTo>
                    <a:pt x="27840" y="85017"/>
                  </a:lnTo>
                  <a:lnTo>
                    <a:pt x="27690" y="85916"/>
                  </a:lnTo>
                  <a:lnTo>
                    <a:pt x="27541" y="86814"/>
                  </a:lnTo>
                  <a:lnTo>
                    <a:pt x="27541" y="86963"/>
                  </a:lnTo>
                  <a:lnTo>
                    <a:pt x="27690" y="86963"/>
                  </a:lnTo>
                  <a:lnTo>
                    <a:pt x="27990" y="85916"/>
                  </a:lnTo>
                  <a:lnTo>
                    <a:pt x="28140" y="85017"/>
                  </a:lnTo>
                  <a:lnTo>
                    <a:pt x="28289" y="83670"/>
                  </a:lnTo>
                  <a:lnTo>
                    <a:pt x="29038" y="84119"/>
                  </a:lnTo>
                  <a:lnTo>
                    <a:pt x="28738" y="85466"/>
                  </a:lnTo>
                  <a:lnTo>
                    <a:pt x="28738" y="86215"/>
                  </a:lnTo>
                  <a:lnTo>
                    <a:pt x="28738" y="86963"/>
                  </a:lnTo>
                  <a:lnTo>
                    <a:pt x="28888" y="86963"/>
                  </a:lnTo>
                  <a:lnTo>
                    <a:pt x="29187" y="85167"/>
                  </a:lnTo>
                  <a:lnTo>
                    <a:pt x="29337" y="84269"/>
                  </a:lnTo>
                  <a:lnTo>
                    <a:pt x="30385" y="84868"/>
                  </a:lnTo>
                  <a:lnTo>
                    <a:pt x="30085" y="86215"/>
                  </a:lnTo>
                  <a:lnTo>
                    <a:pt x="30085" y="87562"/>
                  </a:lnTo>
                  <a:lnTo>
                    <a:pt x="30385" y="86814"/>
                  </a:lnTo>
                  <a:lnTo>
                    <a:pt x="30534" y="85766"/>
                  </a:lnTo>
                  <a:lnTo>
                    <a:pt x="30684" y="85017"/>
                  </a:lnTo>
                  <a:lnTo>
                    <a:pt x="31432" y="85317"/>
                  </a:lnTo>
                  <a:lnTo>
                    <a:pt x="31283" y="86365"/>
                  </a:lnTo>
                  <a:lnTo>
                    <a:pt x="31133" y="87113"/>
                  </a:lnTo>
                  <a:lnTo>
                    <a:pt x="31133" y="87861"/>
                  </a:lnTo>
                  <a:lnTo>
                    <a:pt x="31283" y="87861"/>
                  </a:lnTo>
                  <a:lnTo>
                    <a:pt x="31582" y="85916"/>
                  </a:lnTo>
                  <a:lnTo>
                    <a:pt x="31732" y="85466"/>
                  </a:lnTo>
                  <a:lnTo>
                    <a:pt x="32480" y="85916"/>
                  </a:lnTo>
                  <a:lnTo>
                    <a:pt x="32331" y="86215"/>
                  </a:lnTo>
                  <a:lnTo>
                    <a:pt x="32181" y="87113"/>
                  </a:lnTo>
                  <a:lnTo>
                    <a:pt x="32181" y="88011"/>
                  </a:lnTo>
                  <a:lnTo>
                    <a:pt x="32331" y="88011"/>
                  </a:lnTo>
                  <a:lnTo>
                    <a:pt x="32480" y="86814"/>
                  </a:lnTo>
                  <a:lnTo>
                    <a:pt x="32630" y="86065"/>
                  </a:lnTo>
                  <a:lnTo>
                    <a:pt x="33378" y="86365"/>
                  </a:lnTo>
                  <a:lnTo>
                    <a:pt x="33229" y="87263"/>
                  </a:lnTo>
                  <a:lnTo>
                    <a:pt x="33229" y="88161"/>
                  </a:lnTo>
                  <a:lnTo>
                    <a:pt x="33528" y="87412"/>
                  </a:lnTo>
                  <a:lnTo>
                    <a:pt x="33678" y="86514"/>
                  </a:lnTo>
                  <a:lnTo>
                    <a:pt x="34426" y="86814"/>
                  </a:lnTo>
                  <a:lnTo>
                    <a:pt x="34276" y="87263"/>
                  </a:lnTo>
                  <a:lnTo>
                    <a:pt x="34276" y="87712"/>
                  </a:lnTo>
                  <a:lnTo>
                    <a:pt x="34276" y="88310"/>
                  </a:lnTo>
                  <a:lnTo>
                    <a:pt x="34576" y="87263"/>
                  </a:lnTo>
                  <a:lnTo>
                    <a:pt x="34576" y="86963"/>
                  </a:lnTo>
                  <a:lnTo>
                    <a:pt x="35324" y="87263"/>
                  </a:lnTo>
                  <a:lnTo>
                    <a:pt x="35174" y="88610"/>
                  </a:lnTo>
                  <a:lnTo>
                    <a:pt x="35324" y="88759"/>
                  </a:lnTo>
                  <a:lnTo>
                    <a:pt x="35324" y="88610"/>
                  </a:lnTo>
                  <a:lnTo>
                    <a:pt x="35474" y="87412"/>
                  </a:lnTo>
                  <a:lnTo>
                    <a:pt x="35923" y="87712"/>
                  </a:lnTo>
                  <a:lnTo>
                    <a:pt x="36072" y="87712"/>
                  </a:lnTo>
                  <a:lnTo>
                    <a:pt x="36072" y="88011"/>
                  </a:lnTo>
                  <a:lnTo>
                    <a:pt x="36222" y="88909"/>
                  </a:lnTo>
                  <a:lnTo>
                    <a:pt x="36372" y="88161"/>
                  </a:lnTo>
                  <a:lnTo>
                    <a:pt x="36372" y="87861"/>
                  </a:lnTo>
                  <a:lnTo>
                    <a:pt x="36821" y="88161"/>
                  </a:lnTo>
                  <a:lnTo>
                    <a:pt x="36971" y="88310"/>
                  </a:lnTo>
                  <a:lnTo>
                    <a:pt x="37120" y="89059"/>
                  </a:lnTo>
                  <a:lnTo>
                    <a:pt x="37270" y="88310"/>
                  </a:lnTo>
                  <a:lnTo>
                    <a:pt x="38018" y="88759"/>
                  </a:lnTo>
                  <a:lnTo>
                    <a:pt x="38018" y="89358"/>
                  </a:lnTo>
                  <a:lnTo>
                    <a:pt x="36522" y="89508"/>
                  </a:lnTo>
                  <a:lnTo>
                    <a:pt x="35474" y="89508"/>
                  </a:lnTo>
                  <a:lnTo>
                    <a:pt x="24398" y="90107"/>
                  </a:lnTo>
                  <a:lnTo>
                    <a:pt x="24398" y="90107"/>
                  </a:lnTo>
                  <a:lnTo>
                    <a:pt x="25146" y="86065"/>
                  </a:lnTo>
                  <a:lnTo>
                    <a:pt x="25296" y="86065"/>
                  </a:lnTo>
                  <a:lnTo>
                    <a:pt x="25745" y="84269"/>
                  </a:lnTo>
                  <a:lnTo>
                    <a:pt x="26044" y="83521"/>
                  </a:lnTo>
                  <a:lnTo>
                    <a:pt x="26194" y="82623"/>
                  </a:lnTo>
                  <a:close/>
                  <a:moveTo>
                    <a:pt x="183356" y="82623"/>
                  </a:moveTo>
                  <a:lnTo>
                    <a:pt x="183506" y="83521"/>
                  </a:lnTo>
                  <a:lnTo>
                    <a:pt x="183655" y="84269"/>
                  </a:lnTo>
                  <a:lnTo>
                    <a:pt x="184104" y="86065"/>
                  </a:lnTo>
                  <a:lnTo>
                    <a:pt x="184254" y="86065"/>
                  </a:lnTo>
                  <a:lnTo>
                    <a:pt x="185002" y="90107"/>
                  </a:lnTo>
                  <a:lnTo>
                    <a:pt x="185002" y="90107"/>
                  </a:lnTo>
                  <a:lnTo>
                    <a:pt x="173926" y="89508"/>
                  </a:lnTo>
                  <a:lnTo>
                    <a:pt x="172878" y="89508"/>
                  </a:lnTo>
                  <a:lnTo>
                    <a:pt x="171382" y="89358"/>
                  </a:lnTo>
                  <a:lnTo>
                    <a:pt x="171531" y="88759"/>
                  </a:lnTo>
                  <a:lnTo>
                    <a:pt x="172130" y="88310"/>
                  </a:lnTo>
                  <a:lnTo>
                    <a:pt x="172280" y="89059"/>
                  </a:lnTo>
                  <a:lnTo>
                    <a:pt x="172429" y="89059"/>
                  </a:lnTo>
                  <a:lnTo>
                    <a:pt x="172429" y="88310"/>
                  </a:lnTo>
                  <a:lnTo>
                    <a:pt x="172579" y="88161"/>
                  </a:lnTo>
                  <a:lnTo>
                    <a:pt x="173028" y="87861"/>
                  </a:lnTo>
                  <a:lnTo>
                    <a:pt x="173028" y="88161"/>
                  </a:lnTo>
                  <a:lnTo>
                    <a:pt x="173178" y="88909"/>
                  </a:lnTo>
                  <a:lnTo>
                    <a:pt x="173178" y="89059"/>
                  </a:lnTo>
                  <a:lnTo>
                    <a:pt x="173328" y="88909"/>
                  </a:lnTo>
                  <a:lnTo>
                    <a:pt x="173328" y="88011"/>
                  </a:lnTo>
                  <a:lnTo>
                    <a:pt x="173328" y="87712"/>
                  </a:lnTo>
                  <a:lnTo>
                    <a:pt x="173477" y="87712"/>
                  </a:lnTo>
                  <a:lnTo>
                    <a:pt x="173926" y="87412"/>
                  </a:lnTo>
                  <a:lnTo>
                    <a:pt x="174076" y="88610"/>
                  </a:lnTo>
                  <a:lnTo>
                    <a:pt x="174226" y="88759"/>
                  </a:lnTo>
                  <a:lnTo>
                    <a:pt x="174226" y="88610"/>
                  </a:lnTo>
                  <a:lnTo>
                    <a:pt x="174226" y="87263"/>
                  </a:lnTo>
                  <a:lnTo>
                    <a:pt x="174824" y="86963"/>
                  </a:lnTo>
                  <a:lnTo>
                    <a:pt x="174824" y="87263"/>
                  </a:lnTo>
                  <a:lnTo>
                    <a:pt x="175124" y="88310"/>
                  </a:lnTo>
                  <a:lnTo>
                    <a:pt x="175273" y="87712"/>
                  </a:lnTo>
                  <a:lnTo>
                    <a:pt x="175124" y="87263"/>
                  </a:lnTo>
                  <a:lnTo>
                    <a:pt x="175124" y="86814"/>
                  </a:lnTo>
                  <a:lnTo>
                    <a:pt x="175722" y="86514"/>
                  </a:lnTo>
                  <a:lnTo>
                    <a:pt x="175872" y="87412"/>
                  </a:lnTo>
                  <a:lnTo>
                    <a:pt x="176171" y="88161"/>
                  </a:lnTo>
                  <a:lnTo>
                    <a:pt x="176171" y="87263"/>
                  </a:lnTo>
                  <a:lnTo>
                    <a:pt x="176022" y="86365"/>
                  </a:lnTo>
                  <a:lnTo>
                    <a:pt x="176770" y="86065"/>
                  </a:lnTo>
                  <a:lnTo>
                    <a:pt x="176920" y="86814"/>
                  </a:lnTo>
                  <a:lnTo>
                    <a:pt x="177069" y="88011"/>
                  </a:lnTo>
                  <a:lnTo>
                    <a:pt x="177219" y="88011"/>
                  </a:lnTo>
                  <a:lnTo>
                    <a:pt x="177219" y="87113"/>
                  </a:lnTo>
                  <a:lnTo>
                    <a:pt x="177069" y="86215"/>
                  </a:lnTo>
                  <a:lnTo>
                    <a:pt x="177069" y="85916"/>
                  </a:lnTo>
                  <a:lnTo>
                    <a:pt x="177668" y="85466"/>
                  </a:lnTo>
                  <a:lnTo>
                    <a:pt x="177818" y="85916"/>
                  </a:lnTo>
                  <a:lnTo>
                    <a:pt x="178267" y="87861"/>
                  </a:lnTo>
                  <a:lnTo>
                    <a:pt x="178267" y="87113"/>
                  </a:lnTo>
                  <a:lnTo>
                    <a:pt x="178117" y="86365"/>
                  </a:lnTo>
                  <a:lnTo>
                    <a:pt x="177968" y="85317"/>
                  </a:lnTo>
                  <a:lnTo>
                    <a:pt x="178716" y="85017"/>
                  </a:lnTo>
                  <a:lnTo>
                    <a:pt x="178866" y="85766"/>
                  </a:lnTo>
                  <a:lnTo>
                    <a:pt x="179015" y="86814"/>
                  </a:lnTo>
                  <a:lnTo>
                    <a:pt x="179315" y="87562"/>
                  </a:lnTo>
                  <a:lnTo>
                    <a:pt x="179315" y="86215"/>
                  </a:lnTo>
                  <a:lnTo>
                    <a:pt x="179015" y="84868"/>
                  </a:lnTo>
                  <a:lnTo>
                    <a:pt x="180063" y="84269"/>
                  </a:lnTo>
                  <a:lnTo>
                    <a:pt x="180362" y="85167"/>
                  </a:lnTo>
                  <a:lnTo>
                    <a:pt x="180512" y="86963"/>
                  </a:lnTo>
                  <a:lnTo>
                    <a:pt x="180662" y="86963"/>
                  </a:lnTo>
                  <a:lnTo>
                    <a:pt x="180662" y="86215"/>
                  </a:lnTo>
                  <a:lnTo>
                    <a:pt x="180662" y="85466"/>
                  </a:lnTo>
                  <a:lnTo>
                    <a:pt x="180362" y="84119"/>
                  </a:lnTo>
                  <a:lnTo>
                    <a:pt x="181111" y="83670"/>
                  </a:lnTo>
                  <a:lnTo>
                    <a:pt x="181410" y="85017"/>
                  </a:lnTo>
                  <a:lnTo>
                    <a:pt x="181560" y="85916"/>
                  </a:lnTo>
                  <a:lnTo>
                    <a:pt x="181859" y="86963"/>
                  </a:lnTo>
                  <a:lnTo>
                    <a:pt x="181859" y="86814"/>
                  </a:lnTo>
                  <a:lnTo>
                    <a:pt x="181859" y="85916"/>
                  </a:lnTo>
                  <a:lnTo>
                    <a:pt x="181710" y="85017"/>
                  </a:lnTo>
                  <a:lnTo>
                    <a:pt x="181410" y="83670"/>
                  </a:lnTo>
                  <a:lnTo>
                    <a:pt x="182308" y="83221"/>
                  </a:lnTo>
                  <a:lnTo>
                    <a:pt x="182458" y="84419"/>
                  </a:lnTo>
                  <a:lnTo>
                    <a:pt x="182907" y="86365"/>
                  </a:lnTo>
                  <a:lnTo>
                    <a:pt x="183057" y="86365"/>
                  </a:lnTo>
                  <a:lnTo>
                    <a:pt x="183057" y="85466"/>
                  </a:lnTo>
                  <a:lnTo>
                    <a:pt x="182907" y="84568"/>
                  </a:lnTo>
                  <a:lnTo>
                    <a:pt x="182608" y="83072"/>
                  </a:lnTo>
                  <a:lnTo>
                    <a:pt x="183356" y="82623"/>
                  </a:lnTo>
                  <a:close/>
                  <a:moveTo>
                    <a:pt x="50891" y="51340"/>
                  </a:moveTo>
                  <a:lnTo>
                    <a:pt x="54932" y="54333"/>
                  </a:lnTo>
                  <a:lnTo>
                    <a:pt x="55680" y="54932"/>
                  </a:lnTo>
                  <a:lnTo>
                    <a:pt x="68852" y="64661"/>
                  </a:lnTo>
                  <a:lnTo>
                    <a:pt x="70199" y="65709"/>
                  </a:lnTo>
                  <a:lnTo>
                    <a:pt x="75887" y="69900"/>
                  </a:lnTo>
                  <a:lnTo>
                    <a:pt x="77084" y="70798"/>
                  </a:lnTo>
                  <a:lnTo>
                    <a:pt x="92052" y="81874"/>
                  </a:lnTo>
                  <a:lnTo>
                    <a:pt x="90855" y="90705"/>
                  </a:lnTo>
                  <a:lnTo>
                    <a:pt x="88460" y="91154"/>
                  </a:lnTo>
                  <a:lnTo>
                    <a:pt x="89059" y="90406"/>
                  </a:lnTo>
                  <a:lnTo>
                    <a:pt x="89657" y="89807"/>
                  </a:lnTo>
                  <a:lnTo>
                    <a:pt x="89657" y="89657"/>
                  </a:lnTo>
                  <a:lnTo>
                    <a:pt x="89508" y="89657"/>
                  </a:lnTo>
                  <a:lnTo>
                    <a:pt x="88610" y="90406"/>
                  </a:lnTo>
                  <a:lnTo>
                    <a:pt x="87861" y="91154"/>
                  </a:lnTo>
                  <a:lnTo>
                    <a:pt x="84269" y="91753"/>
                  </a:lnTo>
                  <a:lnTo>
                    <a:pt x="85766" y="90406"/>
                  </a:lnTo>
                  <a:lnTo>
                    <a:pt x="86963" y="89059"/>
                  </a:lnTo>
                  <a:lnTo>
                    <a:pt x="87562" y="88460"/>
                  </a:lnTo>
                  <a:lnTo>
                    <a:pt x="88011" y="87861"/>
                  </a:lnTo>
                  <a:lnTo>
                    <a:pt x="88011" y="87712"/>
                  </a:lnTo>
                  <a:lnTo>
                    <a:pt x="87262" y="88310"/>
                  </a:lnTo>
                  <a:lnTo>
                    <a:pt x="86664" y="88909"/>
                  </a:lnTo>
                  <a:lnTo>
                    <a:pt x="85466" y="90107"/>
                  </a:lnTo>
                  <a:lnTo>
                    <a:pt x="83820" y="91753"/>
                  </a:lnTo>
                  <a:lnTo>
                    <a:pt x="81724" y="92052"/>
                  </a:lnTo>
                  <a:lnTo>
                    <a:pt x="70499" y="77384"/>
                  </a:lnTo>
                  <a:lnTo>
                    <a:pt x="69600" y="76186"/>
                  </a:lnTo>
                  <a:lnTo>
                    <a:pt x="65409" y="70499"/>
                  </a:lnTo>
                  <a:lnTo>
                    <a:pt x="64362" y="69152"/>
                  </a:lnTo>
                  <a:lnTo>
                    <a:pt x="54483" y="56279"/>
                  </a:lnTo>
                  <a:lnTo>
                    <a:pt x="53884" y="55381"/>
                  </a:lnTo>
                  <a:lnTo>
                    <a:pt x="50891" y="51340"/>
                  </a:lnTo>
                  <a:close/>
                  <a:moveTo>
                    <a:pt x="157462" y="50591"/>
                  </a:moveTo>
                  <a:lnTo>
                    <a:pt x="154468" y="54483"/>
                  </a:lnTo>
                  <a:lnTo>
                    <a:pt x="154019" y="55231"/>
                  </a:lnTo>
                  <a:lnTo>
                    <a:pt x="144290" y="68253"/>
                  </a:lnTo>
                  <a:lnTo>
                    <a:pt x="143242" y="69750"/>
                  </a:lnTo>
                  <a:lnTo>
                    <a:pt x="139051" y="75438"/>
                  </a:lnTo>
                  <a:lnTo>
                    <a:pt x="138153" y="76635"/>
                  </a:lnTo>
                  <a:lnTo>
                    <a:pt x="126778" y="92052"/>
                  </a:lnTo>
                  <a:lnTo>
                    <a:pt x="118695" y="91005"/>
                  </a:lnTo>
                  <a:lnTo>
                    <a:pt x="118396" y="88759"/>
                  </a:lnTo>
                  <a:lnTo>
                    <a:pt x="118396" y="88759"/>
                  </a:lnTo>
                  <a:lnTo>
                    <a:pt x="119144" y="89358"/>
                  </a:lnTo>
                  <a:lnTo>
                    <a:pt x="119144" y="89208"/>
                  </a:lnTo>
                  <a:lnTo>
                    <a:pt x="118246" y="88161"/>
                  </a:lnTo>
                  <a:lnTo>
                    <a:pt x="117797" y="84718"/>
                  </a:lnTo>
                  <a:lnTo>
                    <a:pt x="118545" y="85466"/>
                  </a:lnTo>
                  <a:lnTo>
                    <a:pt x="119743" y="86664"/>
                  </a:lnTo>
                  <a:lnTo>
                    <a:pt x="120341" y="87263"/>
                  </a:lnTo>
                  <a:lnTo>
                    <a:pt x="120940" y="87712"/>
                  </a:lnTo>
                  <a:lnTo>
                    <a:pt x="121090" y="87712"/>
                  </a:lnTo>
                  <a:lnTo>
                    <a:pt x="120641" y="86963"/>
                  </a:lnTo>
                  <a:lnTo>
                    <a:pt x="120042" y="86365"/>
                  </a:lnTo>
                  <a:lnTo>
                    <a:pt x="118695" y="85167"/>
                  </a:lnTo>
                  <a:lnTo>
                    <a:pt x="117647" y="84119"/>
                  </a:lnTo>
                  <a:lnTo>
                    <a:pt x="117198" y="80976"/>
                  </a:lnTo>
                  <a:lnTo>
                    <a:pt x="131567" y="70199"/>
                  </a:lnTo>
                  <a:lnTo>
                    <a:pt x="132765" y="69301"/>
                  </a:lnTo>
                  <a:lnTo>
                    <a:pt x="138452" y="64961"/>
                  </a:lnTo>
                  <a:lnTo>
                    <a:pt x="139800" y="63913"/>
                  </a:lnTo>
                  <a:lnTo>
                    <a:pt x="152672" y="54184"/>
                  </a:lnTo>
                  <a:lnTo>
                    <a:pt x="153570" y="53585"/>
                  </a:lnTo>
                  <a:lnTo>
                    <a:pt x="157462" y="50591"/>
                  </a:lnTo>
                  <a:close/>
                  <a:moveTo>
                    <a:pt x="149379" y="77833"/>
                  </a:moveTo>
                  <a:lnTo>
                    <a:pt x="151175" y="81275"/>
                  </a:lnTo>
                  <a:lnTo>
                    <a:pt x="152822" y="84868"/>
                  </a:lnTo>
                  <a:lnTo>
                    <a:pt x="154169" y="88460"/>
                  </a:lnTo>
                  <a:lnTo>
                    <a:pt x="155366" y="92352"/>
                  </a:lnTo>
                  <a:lnTo>
                    <a:pt x="148481" y="93100"/>
                  </a:lnTo>
                  <a:lnTo>
                    <a:pt x="147583" y="90107"/>
                  </a:lnTo>
                  <a:lnTo>
                    <a:pt x="146385" y="87263"/>
                  </a:lnTo>
                  <a:lnTo>
                    <a:pt x="145038" y="84419"/>
                  </a:lnTo>
                  <a:lnTo>
                    <a:pt x="143542" y="81575"/>
                  </a:lnTo>
                  <a:lnTo>
                    <a:pt x="149379" y="77833"/>
                  </a:lnTo>
                  <a:close/>
                  <a:moveTo>
                    <a:pt x="60620" y="76935"/>
                  </a:moveTo>
                  <a:lnTo>
                    <a:pt x="66457" y="80527"/>
                  </a:lnTo>
                  <a:lnTo>
                    <a:pt x="64661" y="83521"/>
                  </a:lnTo>
                  <a:lnTo>
                    <a:pt x="63164" y="86664"/>
                  </a:lnTo>
                  <a:lnTo>
                    <a:pt x="61967" y="89957"/>
                  </a:lnTo>
                  <a:lnTo>
                    <a:pt x="60919" y="93399"/>
                  </a:lnTo>
                  <a:lnTo>
                    <a:pt x="54184" y="91903"/>
                  </a:lnTo>
                  <a:lnTo>
                    <a:pt x="55381" y="88011"/>
                  </a:lnTo>
                  <a:lnTo>
                    <a:pt x="56878" y="84119"/>
                  </a:lnTo>
                  <a:lnTo>
                    <a:pt x="58524" y="80527"/>
                  </a:lnTo>
                  <a:lnTo>
                    <a:pt x="60620" y="76935"/>
                  </a:lnTo>
                  <a:close/>
                  <a:moveTo>
                    <a:pt x="139051" y="77683"/>
                  </a:moveTo>
                  <a:lnTo>
                    <a:pt x="140398" y="79479"/>
                  </a:lnTo>
                  <a:lnTo>
                    <a:pt x="141745" y="81575"/>
                  </a:lnTo>
                  <a:lnTo>
                    <a:pt x="142943" y="83521"/>
                  </a:lnTo>
                  <a:lnTo>
                    <a:pt x="144140" y="85766"/>
                  </a:lnTo>
                  <a:lnTo>
                    <a:pt x="145038" y="87861"/>
                  </a:lnTo>
                  <a:lnTo>
                    <a:pt x="145936" y="90256"/>
                  </a:lnTo>
                  <a:lnTo>
                    <a:pt x="146685" y="92501"/>
                  </a:lnTo>
                  <a:lnTo>
                    <a:pt x="147283" y="94896"/>
                  </a:lnTo>
                  <a:lnTo>
                    <a:pt x="128274" y="92202"/>
                  </a:lnTo>
                  <a:lnTo>
                    <a:pt x="139051" y="77683"/>
                  </a:lnTo>
                  <a:close/>
                  <a:moveTo>
                    <a:pt x="69750" y="78432"/>
                  </a:moveTo>
                  <a:lnTo>
                    <a:pt x="80377" y="92352"/>
                  </a:lnTo>
                  <a:lnTo>
                    <a:pt x="61967" y="95046"/>
                  </a:lnTo>
                  <a:lnTo>
                    <a:pt x="61967" y="95046"/>
                  </a:lnTo>
                  <a:lnTo>
                    <a:pt x="62566" y="92801"/>
                  </a:lnTo>
                  <a:lnTo>
                    <a:pt x="63314" y="90556"/>
                  </a:lnTo>
                  <a:lnTo>
                    <a:pt x="64062" y="88460"/>
                  </a:lnTo>
                  <a:lnTo>
                    <a:pt x="64960" y="86215"/>
                  </a:lnTo>
                  <a:lnTo>
                    <a:pt x="66008" y="84119"/>
                  </a:lnTo>
                  <a:lnTo>
                    <a:pt x="67206" y="82174"/>
                  </a:lnTo>
                  <a:lnTo>
                    <a:pt x="68403" y="80228"/>
                  </a:lnTo>
                  <a:lnTo>
                    <a:pt x="69750" y="78432"/>
                  </a:lnTo>
                  <a:close/>
                  <a:moveTo>
                    <a:pt x="155516" y="93250"/>
                  </a:moveTo>
                  <a:lnTo>
                    <a:pt x="156115" y="96094"/>
                  </a:lnTo>
                  <a:lnTo>
                    <a:pt x="148930" y="95046"/>
                  </a:lnTo>
                  <a:lnTo>
                    <a:pt x="148631" y="94148"/>
                  </a:lnTo>
                  <a:lnTo>
                    <a:pt x="155516" y="93250"/>
                  </a:lnTo>
                  <a:close/>
                  <a:moveTo>
                    <a:pt x="53884" y="92950"/>
                  </a:moveTo>
                  <a:lnTo>
                    <a:pt x="60620" y="94447"/>
                  </a:lnTo>
                  <a:lnTo>
                    <a:pt x="60470" y="95345"/>
                  </a:lnTo>
                  <a:lnTo>
                    <a:pt x="53285" y="96393"/>
                  </a:lnTo>
                  <a:lnTo>
                    <a:pt x="53884" y="92950"/>
                  </a:lnTo>
                  <a:close/>
                  <a:moveTo>
                    <a:pt x="154767" y="56129"/>
                  </a:moveTo>
                  <a:lnTo>
                    <a:pt x="157013" y="58524"/>
                  </a:lnTo>
                  <a:lnTo>
                    <a:pt x="159108" y="61069"/>
                  </a:lnTo>
                  <a:lnTo>
                    <a:pt x="161054" y="63613"/>
                  </a:lnTo>
                  <a:lnTo>
                    <a:pt x="163000" y="66308"/>
                  </a:lnTo>
                  <a:lnTo>
                    <a:pt x="158509" y="70948"/>
                  </a:lnTo>
                  <a:lnTo>
                    <a:pt x="164796" y="69152"/>
                  </a:lnTo>
                  <a:lnTo>
                    <a:pt x="167041" y="73492"/>
                  </a:lnTo>
                  <a:lnTo>
                    <a:pt x="169137" y="77833"/>
                  </a:lnTo>
                  <a:lnTo>
                    <a:pt x="170933" y="82473"/>
                  </a:lnTo>
                  <a:lnTo>
                    <a:pt x="172280" y="87263"/>
                  </a:lnTo>
                  <a:lnTo>
                    <a:pt x="166592" y="90107"/>
                  </a:lnTo>
                  <a:lnTo>
                    <a:pt x="173028" y="90406"/>
                  </a:lnTo>
                  <a:lnTo>
                    <a:pt x="173777" y="94447"/>
                  </a:lnTo>
                  <a:lnTo>
                    <a:pt x="174226" y="98638"/>
                  </a:lnTo>
                  <a:lnTo>
                    <a:pt x="157911" y="96393"/>
                  </a:lnTo>
                  <a:lnTo>
                    <a:pt x="157312" y="93100"/>
                  </a:lnTo>
                  <a:lnTo>
                    <a:pt x="161204" y="92651"/>
                  </a:lnTo>
                  <a:lnTo>
                    <a:pt x="161653" y="93250"/>
                  </a:lnTo>
                  <a:lnTo>
                    <a:pt x="162401" y="93699"/>
                  </a:lnTo>
                  <a:lnTo>
                    <a:pt x="163299" y="93848"/>
                  </a:lnTo>
                  <a:lnTo>
                    <a:pt x="164047" y="93549"/>
                  </a:lnTo>
                  <a:lnTo>
                    <a:pt x="164497" y="93399"/>
                  </a:lnTo>
                  <a:lnTo>
                    <a:pt x="164796" y="93100"/>
                  </a:lnTo>
                  <a:lnTo>
                    <a:pt x="165245" y="92352"/>
                  </a:lnTo>
                  <a:lnTo>
                    <a:pt x="165395" y="91603"/>
                  </a:lnTo>
                  <a:lnTo>
                    <a:pt x="165245" y="91154"/>
                  </a:lnTo>
                  <a:lnTo>
                    <a:pt x="165095" y="90705"/>
                  </a:lnTo>
                  <a:lnTo>
                    <a:pt x="164946" y="90256"/>
                  </a:lnTo>
                  <a:lnTo>
                    <a:pt x="164646" y="89957"/>
                  </a:lnTo>
                  <a:lnTo>
                    <a:pt x="163898" y="89508"/>
                  </a:lnTo>
                  <a:lnTo>
                    <a:pt x="163000" y="89358"/>
                  </a:lnTo>
                  <a:lnTo>
                    <a:pt x="162700" y="89508"/>
                  </a:lnTo>
                  <a:lnTo>
                    <a:pt x="162251" y="89657"/>
                  </a:lnTo>
                  <a:lnTo>
                    <a:pt x="161653" y="89957"/>
                  </a:lnTo>
                  <a:lnTo>
                    <a:pt x="161353" y="90406"/>
                  </a:lnTo>
                  <a:lnTo>
                    <a:pt x="161054" y="91005"/>
                  </a:lnTo>
                  <a:lnTo>
                    <a:pt x="160904" y="91603"/>
                  </a:lnTo>
                  <a:lnTo>
                    <a:pt x="157013" y="92052"/>
                  </a:lnTo>
                  <a:lnTo>
                    <a:pt x="155965" y="88161"/>
                  </a:lnTo>
                  <a:lnTo>
                    <a:pt x="154468" y="84269"/>
                  </a:lnTo>
                  <a:lnTo>
                    <a:pt x="152822" y="80527"/>
                  </a:lnTo>
                  <a:lnTo>
                    <a:pt x="150876" y="76935"/>
                  </a:lnTo>
                  <a:lnTo>
                    <a:pt x="154169" y="74690"/>
                  </a:lnTo>
                  <a:lnTo>
                    <a:pt x="154917" y="75139"/>
                  </a:lnTo>
                  <a:lnTo>
                    <a:pt x="155665" y="75288"/>
                  </a:lnTo>
                  <a:lnTo>
                    <a:pt x="156564" y="74989"/>
                  </a:lnTo>
                  <a:lnTo>
                    <a:pt x="157312" y="74540"/>
                  </a:lnTo>
                  <a:lnTo>
                    <a:pt x="157611" y="74241"/>
                  </a:lnTo>
                  <a:lnTo>
                    <a:pt x="157761" y="73941"/>
                  </a:lnTo>
                  <a:lnTo>
                    <a:pt x="157911" y="73043"/>
                  </a:lnTo>
                  <a:lnTo>
                    <a:pt x="157761" y="72295"/>
                  </a:lnTo>
                  <a:lnTo>
                    <a:pt x="157611" y="71846"/>
                  </a:lnTo>
                  <a:lnTo>
                    <a:pt x="157312" y="71546"/>
                  </a:lnTo>
                  <a:lnTo>
                    <a:pt x="157013" y="71247"/>
                  </a:lnTo>
                  <a:lnTo>
                    <a:pt x="156564" y="70948"/>
                  </a:lnTo>
                  <a:lnTo>
                    <a:pt x="155815" y="70798"/>
                  </a:lnTo>
                  <a:lnTo>
                    <a:pt x="154917" y="70948"/>
                  </a:lnTo>
                  <a:lnTo>
                    <a:pt x="154468" y="71097"/>
                  </a:lnTo>
                  <a:lnTo>
                    <a:pt x="154169" y="71397"/>
                  </a:lnTo>
                  <a:lnTo>
                    <a:pt x="153720" y="71995"/>
                  </a:lnTo>
                  <a:lnTo>
                    <a:pt x="153570" y="72594"/>
                  </a:lnTo>
                  <a:lnTo>
                    <a:pt x="153570" y="73193"/>
                  </a:lnTo>
                  <a:lnTo>
                    <a:pt x="153720" y="73792"/>
                  </a:lnTo>
                  <a:lnTo>
                    <a:pt x="150277" y="76037"/>
                  </a:lnTo>
                  <a:lnTo>
                    <a:pt x="147882" y="72594"/>
                  </a:lnTo>
                  <a:lnTo>
                    <a:pt x="145188" y="69301"/>
                  </a:lnTo>
                  <a:lnTo>
                    <a:pt x="154767" y="56129"/>
                  </a:lnTo>
                  <a:close/>
                  <a:moveTo>
                    <a:pt x="53735" y="57177"/>
                  </a:moveTo>
                  <a:lnTo>
                    <a:pt x="63464" y="70050"/>
                  </a:lnTo>
                  <a:lnTo>
                    <a:pt x="61518" y="72594"/>
                  </a:lnTo>
                  <a:lnTo>
                    <a:pt x="59722" y="75139"/>
                  </a:lnTo>
                  <a:lnTo>
                    <a:pt x="56429" y="73193"/>
                  </a:lnTo>
                  <a:lnTo>
                    <a:pt x="56578" y="72444"/>
                  </a:lnTo>
                  <a:lnTo>
                    <a:pt x="56279" y="71546"/>
                  </a:lnTo>
                  <a:lnTo>
                    <a:pt x="55830" y="70948"/>
                  </a:lnTo>
                  <a:lnTo>
                    <a:pt x="55082" y="70499"/>
                  </a:lnTo>
                  <a:lnTo>
                    <a:pt x="54633" y="70349"/>
                  </a:lnTo>
                  <a:lnTo>
                    <a:pt x="54184" y="70349"/>
                  </a:lnTo>
                  <a:lnTo>
                    <a:pt x="53435" y="70648"/>
                  </a:lnTo>
                  <a:lnTo>
                    <a:pt x="52687" y="71097"/>
                  </a:lnTo>
                  <a:lnTo>
                    <a:pt x="52537" y="71397"/>
                  </a:lnTo>
                  <a:lnTo>
                    <a:pt x="52238" y="71846"/>
                  </a:lnTo>
                  <a:lnTo>
                    <a:pt x="52238" y="72295"/>
                  </a:lnTo>
                  <a:lnTo>
                    <a:pt x="52238" y="72744"/>
                  </a:lnTo>
                  <a:lnTo>
                    <a:pt x="52387" y="73492"/>
                  </a:lnTo>
                  <a:lnTo>
                    <a:pt x="52836" y="74241"/>
                  </a:lnTo>
                  <a:lnTo>
                    <a:pt x="53285" y="74540"/>
                  </a:lnTo>
                  <a:lnTo>
                    <a:pt x="53585" y="74690"/>
                  </a:lnTo>
                  <a:lnTo>
                    <a:pt x="54333" y="74839"/>
                  </a:lnTo>
                  <a:lnTo>
                    <a:pt x="54932" y="74690"/>
                  </a:lnTo>
                  <a:lnTo>
                    <a:pt x="55531" y="74540"/>
                  </a:lnTo>
                  <a:lnTo>
                    <a:pt x="55980" y="74091"/>
                  </a:lnTo>
                  <a:lnTo>
                    <a:pt x="59123" y="76037"/>
                  </a:lnTo>
                  <a:lnTo>
                    <a:pt x="57027" y="79629"/>
                  </a:lnTo>
                  <a:lnTo>
                    <a:pt x="55231" y="83521"/>
                  </a:lnTo>
                  <a:lnTo>
                    <a:pt x="53585" y="87412"/>
                  </a:lnTo>
                  <a:lnTo>
                    <a:pt x="52387" y="91603"/>
                  </a:lnTo>
                  <a:lnTo>
                    <a:pt x="48645" y="90705"/>
                  </a:lnTo>
                  <a:lnTo>
                    <a:pt x="48496" y="89957"/>
                  </a:lnTo>
                  <a:lnTo>
                    <a:pt x="47897" y="89208"/>
                  </a:lnTo>
                  <a:lnTo>
                    <a:pt x="47298" y="88759"/>
                  </a:lnTo>
                  <a:lnTo>
                    <a:pt x="46400" y="88610"/>
                  </a:lnTo>
                  <a:lnTo>
                    <a:pt x="45951" y="88759"/>
                  </a:lnTo>
                  <a:lnTo>
                    <a:pt x="45652" y="88759"/>
                  </a:lnTo>
                  <a:lnTo>
                    <a:pt x="44904" y="89358"/>
                  </a:lnTo>
                  <a:lnTo>
                    <a:pt x="44454" y="89957"/>
                  </a:lnTo>
                  <a:lnTo>
                    <a:pt x="44305" y="90406"/>
                  </a:lnTo>
                  <a:lnTo>
                    <a:pt x="44155" y="90855"/>
                  </a:lnTo>
                  <a:lnTo>
                    <a:pt x="44305" y="91304"/>
                  </a:lnTo>
                  <a:lnTo>
                    <a:pt x="44454" y="91753"/>
                  </a:lnTo>
                  <a:lnTo>
                    <a:pt x="44904" y="92352"/>
                  </a:lnTo>
                  <a:lnTo>
                    <a:pt x="45502" y="92950"/>
                  </a:lnTo>
                  <a:lnTo>
                    <a:pt x="45951" y="92950"/>
                  </a:lnTo>
                  <a:lnTo>
                    <a:pt x="46400" y="93100"/>
                  </a:lnTo>
                  <a:lnTo>
                    <a:pt x="46999" y="92950"/>
                  </a:lnTo>
                  <a:lnTo>
                    <a:pt x="47598" y="92651"/>
                  </a:lnTo>
                  <a:lnTo>
                    <a:pt x="48047" y="92352"/>
                  </a:lnTo>
                  <a:lnTo>
                    <a:pt x="48496" y="91753"/>
                  </a:lnTo>
                  <a:lnTo>
                    <a:pt x="52238" y="92501"/>
                  </a:lnTo>
                  <a:lnTo>
                    <a:pt x="51789" y="94597"/>
                  </a:lnTo>
                  <a:lnTo>
                    <a:pt x="51340" y="96692"/>
                  </a:lnTo>
                  <a:lnTo>
                    <a:pt x="35025" y="99237"/>
                  </a:lnTo>
                  <a:lnTo>
                    <a:pt x="35623" y="94747"/>
                  </a:lnTo>
                  <a:lnTo>
                    <a:pt x="36372" y="90406"/>
                  </a:lnTo>
                  <a:lnTo>
                    <a:pt x="42808" y="90107"/>
                  </a:lnTo>
                  <a:lnTo>
                    <a:pt x="37120" y="87113"/>
                  </a:lnTo>
                  <a:lnTo>
                    <a:pt x="38467" y="82473"/>
                  </a:lnTo>
                  <a:lnTo>
                    <a:pt x="40263" y="77833"/>
                  </a:lnTo>
                  <a:lnTo>
                    <a:pt x="42359" y="73492"/>
                  </a:lnTo>
                  <a:lnTo>
                    <a:pt x="44604" y="69152"/>
                  </a:lnTo>
                  <a:lnTo>
                    <a:pt x="50891" y="70948"/>
                  </a:lnTo>
                  <a:lnTo>
                    <a:pt x="46400" y="66308"/>
                  </a:lnTo>
                  <a:lnTo>
                    <a:pt x="48047" y="63913"/>
                  </a:lnTo>
                  <a:lnTo>
                    <a:pt x="49843" y="61518"/>
                  </a:lnTo>
                  <a:lnTo>
                    <a:pt x="51789" y="59273"/>
                  </a:lnTo>
                  <a:lnTo>
                    <a:pt x="53735" y="57177"/>
                  </a:lnTo>
                  <a:close/>
                  <a:moveTo>
                    <a:pt x="174076" y="90556"/>
                  </a:moveTo>
                  <a:lnTo>
                    <a:pt x="185302" y="91005"/>
                  </a:lnTo>
                  <a:lnTo>
                    <a:pt x="185901" y="95645"/>
                  </a:lnTo>
                  <a:lnTo>
                    <a:pt x="186200" y="100285"/>
                  </a:lnTo>
                  <a:lnTo>
                    <a:pt x="175273" y="98638"/>
                  </a:lnTo>
                  <a:lnTo>
                    <a:pt x="174824" y="94597"/>
                  </a:lnTo>
                  <a:lnTo>
                    <a:pt x="174076" y="90556"/>
                  </a:lnTo>
                  <a:close/>
                  <a:moveTo>
                    <a:pt x="35324" y="90556"/>
                  </a:moveTo>
                  <a:lnTo>
                    <a:pt x="34576" y="94896"/>
                  </a:lnTo>
                  <a:lnTo>
                    <a:pt x="34127" y="99387"/>
                  </a:lnTo>
                  <a:lnTo>
                    <a:pt x="23050" y="101033"/>
                  </a:lnTo>
                  <a:lnTo>
                    <a:pt x="23500" y="95944"/>
                  </a:lnTo>
                  <a:lnTo>
                    <a:pt x="24098" y="91154"/>
                  </a:lnTo>
                  <a:lnTo>
                    <a:pt x="35324" y="90556"/>
                  </a:lnTo>
                  <a:close/>
                  <a:moveTo>
                    <a:pt x="107319" y="15716"/>
                  </a:moveTo>
                  <a:lnTo>
                    <a:pt x="111660" y="16016"/>
                  </a:lnTo>
                  <a:lnTo>
                    <a:pt x="116001" y="16465"/>
                  </a:lnTo>
                  <a:lnTo>
                    <a:pt x="120192" y="17063"/>
                  </a:lnTo>
                  <a:lnTo>
                    <a:pt x="124383" y="17961"/>
                  </a:lnTo>
                  <a:lnTo>
                    <a:pt x="128424" y="19009"/>
                  </a:lnTo>
                  <a:lnTo>
                    <a:pt x="132465" y="20207"/>
                  </a:lnTo>
                  <a:lnTo>
                    <a:pt x="136507" y="21554"/>
                  </a:lnTo>
                  <a:lnTo>
                    <a:pt x="140249" y="23200"/>
                  </a:lnTo>
                  <a:lnTo>
                    <a:pt x="143991" y="24847"/>
                  </a:lnTo>
                  <a:lnTo>
                    <a:pt x="147733" y="26792"/>
                  </a:lnTo>
                  <a:lnTo>
                    <a:pt x="151325" y="28888"/>
                  </a:lnTo>
                  <a:lnTo>
                    <a:pt x="154767" y="31133"/>
                  </a:lnTo>
                  <a:lnTo>
                    <a:pt x="158060" y="33528"/>
                  </a:lnTo>
                  <a:lnTo>
                    <a:pt x="161204" y="36073"/>
                  </a:lnTo>
                  <a:lnTo>
                    <a:pt x="164347" y="38767"/>
                  </a:lnTo>
                  <a:lnTo>
                    <a:pt x="167340" y="41611"/>
                  </a:lnTo>
                  <a:lnTo>
                    <a:pt x="170184" y="44455"/>
                  </a:lnTo>
                  <a:lnTo>
                    <a:pt x="172878" y="47598"/>
                  </a:lnTo>
                  <a:lnTo>
                    <a:pt x="175423" y="50741"/>
                  </a:lnTo>
                  <a:lnTo>
                    <a:pt x="177818" y="54034"/>
                  </a:lnTo>
                  <a:lnTo>
                    <a:pt x="180063" y="57477"/>
                  </a:lnTo>
                  <a:lnTo>
                    <a:pt x="182308" y="61069"/>
                  </a:lnTo>
                  <a:lnTo>
                    <a:pt x="184254" y="64661"/>
                  </a:lnTo>
                  <a:lnTo>
                    <a:pt x="186050" y="68403"/>
                  </a:lnTo>
                  <a:lnTo>
                    <a:pt x="187547" y="72295"/>
                  </a:lnTo>
                  <a:lnTo>
                    <a:pt x="189044" y="76186"/>
                  </a:lnTo>
                  <a:lnTo>
                    <a:pt x="190241" y="80228"/>
                  </a:lnTo>
                  <a:lnTo>
                    <a:pt x="191289" y="84269"/>
                  </a:lnTo>
                  <a:lnTo>
                    <a:pt x="192187" y="88460"/>
                  </a:lnTo>
                  <a:lnTo>
                    <a:pt x="192935" y="92651"/>
                  </a:lnTo>
                  <a:lnTo>
                    <a:pt x="193384" y="96842"/>
                  </a:lnTo>
                  <a:lnTo>
                    <a:pt x="193684" y="101183"/>
                  </a:lnTo>
                  <a:lnTo>
                    <a:pt x="189792" y="100734"/>
                  </a:lnTo>
                  <a:lnTo>
                    <a:pt x="189343" y="95944"/>
                  </a:lnTo>
                  <a:lnTo>
                    <a:pt x="188744" y="91454"/>
                  </a:lnTo>
                  <a:lnTo>
                    <a:pt x="187846" y="86814"/>
                  </a:lnTo>
                  <a:lnTo>
                    <a:pt x="186799" y="82323"/>
                  </a:lnTo>
                  <a:lnTo>
                    <a:pt x="185451" y="77983"/>
                  </a:lnTo>
                  <a:lnTo>
                    <a:pt x="183955" y="73792"/>
                  </a:lnTo>
                  <a:lnTo>
                    <a:pt x="182159" y="69601"/>
                  </a:lnTo>
                  <a:lnTo>
                    <a:pt x="180213" y="65559"/>
                  </a:lnTo>
                  <a:lnTo>
                    <a:pt x="178117" y="61668"/>
                  </a:lnTo>
                  <a:lnTo>
                    <a:pt x="175722" y="57926"/>
                  </a:lnTo>
                  <a:lnTo>
                    <a:pt x="173178" y="54184"/>
                  </a:lnTo>
                  <a:lnTo>
                    <a:pt x="170334" y="50741"/>
                  </a:lnTo>
                  <a:lnTo>
                    <a:pt x="167490" y="47298"/>
                  </a:lnTo>
                  <a:lnTo>
                    <a:pt x="164347" y="44155"/>
                  </a:lnTo>
                  <a:lnTo>
                    <a:pt x="161204" y="41162"/>
                  </a:lnTo>
                  <a:lnTo>
                    <a:pt x="157761" y="38318"/>
                  </a:lnTo>
                  <a:lnTo>
                    <a:pt x="156414" y="37120"/>
                  </a:lnTo>
                  <a:lnTo>
                    <a:pt x="152373" y="34276"/>
                  </a:lnTo>
                  <a:lnTo>
                    <a:pt x="148182" y="31582"/>
                  </a:lnTo>
                  <a:lnTo>
                    <a:pt x="146535" y="30684"/>
                  </a:lnTo>
                  <a:lnTo>
                    <a:pt x="143691" y="29038"/>
                  </a:lnTo>
                  <a:lnTo>
                    <a:pt x="143392" y="28888"/>
                  </a:lnTo>
                  <a:lnTo>
                    <a:pt x="140099" y="27391"/>
                  </a:lnTo>
                  <a:lnTo>
                    <a:pt x="138902" y="26792"/>
                  </a:lnTo>
                  <a:lnTo>
                    <a:pt x="135309" y="25296"/>
                  </a:lnTo>
                  <a:lnTo>
                    <a:pt x="131567" y="23949"/>
                  </a:lnTo>
                  <a:lnTo>
                    <a:pt x="127825" y="22751"/>
                  </a:lnTo>
                  <a:lnTo>
                    <a:pt x="123934" y="21853"/>
                  </a:lnTo>
                  <a:lnTo>
                    <a:pt x="120042" y="20955"/>
                  </a:lnTo>
                  <a:lnTo>
                    <a:pt x="116001" y="20356"/>
                  </a:lnTo>
                  <a:lnTo>
                    <a:pt x="111959" y="19907"/>
                  </a:lnTo>
                  <a:lnTo>
                    <a:pt x="107918" y="19758"/>
                  </a:lnTo>
                  <a:lnTo>
                    <a:pt x="107319" y="15716"/>
                  </a:lnTo>
                  <a:close/>
                  <a:moveTo>
                    <a:pt x="101183" y="15716"/>
                  </a:moveTo>
                  <a:lnTo>
                    <a:pt x="100584" y="19758"/>
                  </a:lnTo>
                  <a:lnTo>
                    <a:pt x="96543" y="20057"/>
                  </a:lnTo>
                  <a:lnTo>
                    <a:pt x="92501" y="20506"/>
                  </a:lnTo>
                  <a:lnTo>
                    <a:pt x="88460" y="21105"/>
                  </a:lnTo>
                  <a:lnTo>
                    <a:pt x="84568" y="22003"/>
                  </a:lnTo>
                  <a:lnTo>
                    <a:pt x="80826" y="23051"/>
                  </a:lnTo>
                  <a:lnTo>
                    <a:pt x="76935" y="24248"/>
                  </a:lnTo>
                  <a:lnTo>
                    <a:pt x="73342" y="25595"/>
                  </a:lnTo>
                  <a:lnTo>
                    <a:pt x="69600" y="27242"/>
                  </a:lnTo>
                  <a:lnTo>
                    <a:pt x="66158" y="28888"/>
                  </a:lnTo>
                  <a:lnTo>
                    <a:pt x="62715" y="30684"/>
                  </a:lnTo>
                  <a:lnTo>
                    <a:pt x="59422" y="32780"/>
                  </a:lnTo>
                  <a:lnTo>
                    <a:pt x="56129" y="34875"/>
                  </a:lnTo>
                  <a:lnTo>
                    <a:pt x="52986" y="37120"/>
                  </a:lnTo>
                  <a:lnTo>
                    <a:pt x="49993" y="39665"/>
                  </a:lnTo>
                  <a:lnTo>
                    <a:pt x="46999" y="42209"/>
                  </a:lnTo>
                  <a:lnTo>
                    <a:pt x="44305" y="44904"/>
                  </a:lnTo>
                  <a:lnTo>
                    <a:pt x="41611" y="47747"/>
                  </a:lnTo>
                  <a:lnTo>
                    <a:pt x="39066" y="50591"/>
                  </a:lnTo>
                  <a:lnTo>
                    <a:pt x="36671" y="53585"/>
                  </a:lnTo>
                  <a:lnTo>
                    <a:pt x="34426" y="56878"/>
                  </a:lnTo>
                  <a:lnTo>
                    <a:pt x="32331" y="60021"/>
                  </a:lnTo>
                  <a:lnTo>
                    <a:pt x="30235" y="63464"/>
                  </a:lnTo>
                  <a:lnTo>
                    <a:pt x="28439" y="66906"/>
                  </a:lnTo>
                  <a:lnTo>
                    <a:pt x="26792" y="70349"/>
                  </a:lnTo>
                  <a:lnTo>
                    <a:pt x="25296" y="74091"/>
                  </a:lnTo>
                  <a:lnTo>
                    <a:pt x="23949" y="77833"/>
                  </a:lnTo>
                  <a:lnTo>
                    <a:pt x="22751" y="81575"/>
                  </a:lnTo>
                  <a:lnTo>
                    <a:pt x="21853" y="85466"/>
                  </a:lnTo>
                  <a:lnTo>
                    <a:pt x="20955" y="89358"/>
                  </a:lnTo>
                  <a:lnTo>
                    <a:pt x="20356" y="93399"/>
                  </a:lnTo>
                  <a:lnTo>
                    <a:pt x="19907" y="97441"/>
                  </a:lnTo>
                  <a:lnTo>
                    <a:pt x="19608" y="101482"/>
                  </a:lnTo>
                  <a:lnTo>
                    <a:pt x="15716" y="102081"/>
                  </a:lnTo>
                  <a:lnTo>
                    <a:pt x="15866" y="97740"/>
                  </a:lnTo>
                  <a:lnTo>
                    <a:pt x="16315" y="93399"/>
                  </a:lnTo>
                  <a:lnTo>
                    <a:pt x="17063" y="89208"/>
                  </a:lnTo>
                  <a:lnTo>
                    <a:pt x="17812" y="85017"/>
                  </a:lnTo>
                  <a:lnTo>
                    <a:pt x="18859" y="80976"/>
                  </a:lnTo>
                  <a:lnTo>
                    <a:pt x="20057" y="76935"/>
                  </a:lnTo>
                  <a:lnTo>
                    <a:pt x="21554" y="73043"/>
                  </a:lnTo>
                  <a:lnTo>
                    <a:pt x="23050" y="69152"/>
                  </a:lnTo>
                  <a:lnTo>
                    <a:pt x="24847" y="65410"/>
                  </a:lnTo>
                  <a:lnTo>
                    <a:pt x="26792" y="61817"/>
                  </a:lnTo>
                  <a:lnTo>
                    <a:pt x="28888" y="58225"/>
                  </a:lnTo>
                  <a:lnTo>
                    <a:pt x="31133" y="54782"/>
                  </a:lnTo>
                  <a:lnTo>
                    <a:pt x="33378" y="51340"/>
                  </a:lnTo>
                  <a:lnTo>
                    <a:pt x="35923" y="48197"/>
                  </a:lnTo>
                  <a:lnTo>
                    <a:pt x="38617" y="45053"/>
                  </a:lnTo>
                  <a:lnTo>
                    <a:pt x="41461" y="42060"/>
                  </a:lnTo>
                  <a:lnTo>
                    <a:pt x="44454" y="39216"/>
                  </a:lnTo>
                  <a:lnTo>
                    <a:pt x="47448" y="36522"/>
                  </a:lnTo>
                  <a:lnTo>
                    <a:pt x="50741" y="33977"/>
                  </a:lnTo>
                  <a:lnTo>
                    <a:pt x="54034" y="31582"/>
                  </a:lnTo>
                  <a:lnTo>
                    <a:pt x="57476" y="29337"/>
                  </a:lnTo>
                  <a:lnTo>
                    <a:pt x="60919" y="27242"/>
                  </a:lnTo>
                  <a:lnTo>
                    <a:pt x="64661" y="25296"/>
                  </a:lnTo>
                  <a:lnTo>
                    <a:pt x="68403" y="23500"/>
                  </a:lnTo>
                  <a:lnTo>
                    <a:pt x="72145" y="21853"/>
                  </a:lnTo>
                  <a:lnTo>
                    <a:pt x="76186" y="20356"/>
                  </a:lnTo>
                  <a:lnTo>
                    <a:pt x="80078" y="19159"/>
                  </a:lnTo>
                  <a:lnTo>
                    <a:pt x="84119" y="18111"/>
                  </a:lnTo>
                  <a:lnTo>
                    <a:pt x="88310" y="17213"/>
                  </a:lnTo>
                  <a:lnTo>
                    <a:pt x="92501" y="16614"/>
                  </a:lnTo>
                  <a:lnTo>
                    <a:pt x="96842" y="16016"/>
                  </a:lnTo>
                  <a:lnTo>
                    <a:pt x="101183" y="15716"/>
                  </a:lnTo>
                  <a:close/>
                  <a:moveTo>
                    <a:pt x="104176" y="5837"/>
                  </a:moveTo>
                  <a:lnTo>
                    <a:pt x="105224" y="12274"/>
                  </a:lnTo>
                  <a:lnTo>
                    <a:pt x="105673" y="15716"/>
                  </a:lnTo>
                  <a:lnTo>
                    <a:pt x="106272" y="19608"/>
                  </a:lnTo>
                  <a:lnTo>
                    <a:pt x="106870" y="23051"/>
                  </a:lnTo>
                  <a:lnTo>
                    <a:pt x="108517" y="33977"/>
                  </a:lnTo>
                  <a:lnTo>
                    <a:pt x="108666" y="35025"/>
                  </a:lnTo>
                  <a:lnTo>
                    <a:pt x="111061" y="51190"/>
                  </a:lnTo>
                  <a:lnTo>
                    <a:pt x="111361" y="52986"/>
                  </a:lnTo>
                  <a:lnTo>
                    <a:pt x="112408" y="60171"/>
                  </a:lnTo>
                  <a:lnTo>
                    <a:pt x="112708" y="61668"/>
                  </a:lnTo>
                  <a:lnTo>
                    <a:pt x="115552" y="80826"/>
                  </a:lnTo>
                  <a:lnTo>
                    <a:pt x="115701" y="81425"/>
                  </a:lnTo>
                  <a:lnTo>
                    <a:pt x="115701" y="82174"/>
                  </a:lnTo>
                  <a:lnTo>
                    <a:pt x="116300" y="86215"/>
                  </a:lnTo>
                  <a:lnTo>
                    <a:pt x="116450" y="86814"/>
                  </a:lnTo>
                  <a:lnTo>
                    <a:pt x="117048" y="90556"/>
                  </a:lnTo>
                  <a:lnTo>
                    <a:pt x="117048" y="90705"/>
                  </a:lnTo>
                  <a:lnTo>
                    <a:pt x="116749" y="90705"/>
                  </a:lnTo>
                  <a:lnTo>
                    <a:pt x="115252" y="92352"/>
                  </a:lnTo>
                  <a:lnTo>
                    <a:pt x="113606" y="94148"/>
                  </a:lnTo>
                  <a:lnTo>
                    <a:pt x="113456" y="94148"/>
                  </a:lnTo>
                  <a:lnTo>
                    <a:pt x="111810" y="95944"/>
                  </a:lnTo>
                  <a:lnTo>
                    <a:pt x="110163" y="97740"/>
                  </a:lnTo>
                  <a:lnTo>
                    <a:pt x="110163" y="97590"/>
                  </a:lnTo>
                  <a:lnTo>
                    <a:pt x="110014" y="95794"/>
                  </a:lnTo>
                  <a:lnTo>
                    <a:pt x="109714" y="95794"/>
                  </a:lnTo>
                  <a:lnTo>
                    <a:pt x="109565" y="97141"/>
                  </a:lnTo>
                  <a:lnTo>
                    <a:pt x="109565" y="97291"/>
                  </a:lnTo>
                  <a:lnTo>
                    <a:pt x="109415" y="98489"/>
                  </a:lnTo>
                  <a:lnTo>
                    <a:pt x="108517" y="99536"/>
                  </a:lnTo>
                  <a:lnTo>
                    <a:pt x="108367" y="99686"/>
                  </a:lnTo>
                  <a:lnTo>
                    <a:pt x="106870" y="101332"/>
                  </a:lnTo>
                  <a:lnTo>
                    <a:pt x="106721" y="101482"/>
                  </a:lnTo>
                  <a:lnTo>
                    <a:pt x="105224" y="102979"/>
                  </a:lnTo>
                  <a:lnTo>
                    <a:pt x="104775" y="103428"/>
                  </a:lnTo>
                  <a:lnTo>
                    <a:pt x="104625" y="103578"/>
                  </a:lnTo>
                  <a:lnTo>
                    <a:pt x="104026" y="102979"/>
                  </a:lnTo>
                  <a:lnTo>
                    <a:pt x="103577" y="102530"/>
                  </a:lnTo>
                  <a:lnTo>
                    <a:pt x="102380" y="101482"/>
                  </a:lnTo>
                  <a:lnTo>
                    <a:pt x="102380" y="101332"/>
                  </a:lnTo>
                  <a:lnTo>
                    <a:pt x="101033" y="100135"/>
                  </a:lnTo>
                  <a:lnTo>
                    <a:pt x="103428" y="100135"/>
                  </a:lnTo>
                  <a:lnTo>
                    <a:pt x="103877" y="99985"/>
                  </a:lnTo>
                  <a:lnTo>
                    <a:pt x="105523" y="99985"/>
                  </a:lnTo>
                  <a:lnTo>
                    <a:pt x="106721" y="99836"/>
                  </a:lnTo>
                  <a:lnTo>
                    <a:pt x="106870" y="99686"/>
                  </a:lnTo>
                  <a:lnTo>
                    <a:pt x="106870" y="99536"/>
                  </a:lnTo>
                  <a:lnTo>
                    <a:pt x="106721" y="99387"/>
                  </a:lnTo>
                  <a:lnTo>
                    <a:pt x="105224" y="99237"/>
                  </a:lnTo>
                  <a:lnTo>
                    <a:pt x="100135" y="99237"/>
                  </a:lnTo>
                  <a:lnTo>
                    <a:pt x="98788" y="98039"/>
                  </a:lnTo>
                  <a:lnTo>
                    <a:pt x="98788" y="97890"/>
                  </a:lnTo>
                  <a:lnTo>
                    <a:pt x="97441" y="96692"/>
                  </a:lnTo>
                  <a:lnTo>
                    <a:pt x="99835" y="96842"/>
                  </a:lnTo>
                  <a:lnTo>
                    <a:pt x="105074" y="96842"/>
                  </a:lnTo>
                  <a:lnTo>
                    <a:pt x="105523" y="96692"/>
                  </a:lnTo>
                  <a:lnTo>
                    <a:pt x="105673" y="96692"/>
                  </a:lnTo>
                  <a:lnTo>
                    <a:pt x="107619" y="96543"/>
                  </a:lnTo>
                  <a:lnTo>
                    <a:pt x="107619" y="96393"/>
                  </a:lnTo>
                  <a:lnTo>
                    <a:pt x="107619" y="96243"/>
                  </a:lnTo>
                  <a:lnTo>
                    <a:pt x="105074" y="95944"/>
                  </a:lnTo>
                  <a:lnTo>
                    <a:pt x="100284" y="95944"/>
                  </a:lnTo>
                  <a:lnTo>
                    <a:pt x="97141" y="96243"/>
                  </a:lnTo>
                  <a:lnTo>
                    <a:pt x="96992" y="96243"/>
                  </a:lnTo>
                  <a:lnTo>
                    <a:pt x="92352" y="91753"/>
                  </a:lnTo>
                  <a:lnTo>
                    <a:pt x="92651" y="90107"/>
                  </a:lnTo>
                  <a:lnTo>
                    <a:pt x="95195" y="90406"/>
                  </a:lnTo>
                  <a:lnTo>
                    <a:pt x="97890" y="90406"/>
                  </a:lnTo>
                  <a:lnTo>
                    <a:pt x="103128" y="90256"/>
                  </a:lnTo>
                  <a:lnTo>
                    <a:pt x="104925" y="90256"/>
                  </a:lnTo>
                  <a:lnTo>
                    <a:pt x="105224" y="90107"/>
                  </a:lnTo>
                  <a:lnTo>
                    <a:pt x="105972" y="90107"/>
                  </a:lnTo>
                  <a:lnTo>
                    <a:pt x="105972" y="89957"/>
                  </a:lnTo>
                  <a:lnTo>
                    <a:pt x="105972" y="89807"/>
                  </a:lnTo>
                  <a:lnTo>
                    <a:pt x="105823" y="89657"/>
                  </a:lnTo>
                  <a:lnTo>
                    <a:pt x="102679" y="89657"/>
                  </a:lnTo>
                  <a:lnTo>
                    <a:pt x="97590" y="89508"/>
                  </a:lnTo>
                  <a:lnTo>
                    <a:pt x="95195" y="89508"/>
                  </a:lnTo>
                  <a:lnTo>
                    <a:pt x="92651" y="89807"/>
                  </a:lnTo>
                  <a:lnTo>
                    <a:pt x="93549" y="82922"/>
                  </a:lnTo>
                  <a:lnTo>
                    <a:pt x="93699" y="82174"/>
                  </a:lnTo>
                  <a:lnTo>
                    <a:pt x="93848" y="81425"/>
                  </a:lnTo>
                  <a:lnTo>
                    <a:pt x="96543" y="61817"/>
                  </a:lnTo>
                  <a:lnTo>
                    <a:pt x="96692" y="60171"/>
                  </a:lnTo>
                  <a:lnTo>
                    <a:pt x="97740" y="53136"/>
                  </a:lnTo>
                  <a:lnTo>
                    <a:pt x="97890" y="51340"/>
                  </a:lnTo>
                  <a:lnTo>
                    <a:pt x="100135" y="35025"/>
                  </a:lnTo>
                  <a:lnTo>
                    <a:pt x="100284" y="34127"/>
                  </a:lnTo>
                  <a:lnTo>
                    <a:pt x="101781" y="23051"/>
                  </a:lnTo>
                  <a:lnTo>
                    <a:pt x="102230" y="19608"/>
                  </a:lnTo>
                  <a:lnTo>
                    <a:pt x="102829" y="15716"/>
                  </a:lnTo>
                  <a:lnTo>
                    <a:pt x="103278" y="12274"/>
                  </a:lnTo>
                  <a:lnTo>
                    <a:pt x="104176" y="5837"/>
                  </a:lnTo>
                  <a:close/>
                  <a:moveTo>
                    <a:pt x="53285" y="113456"/>
                  </a:moveTo>
                  <a:lnTo>
                    <a:pt x="60021" y="114354"/>
                  </a:lnTo>
                  <a:lnTo>
                    <a:pt x="53884" y="116151"/>
                  </a:lnTo>
                  <a:lnTo>
                    <a:pt x="53285" y="113456"/>
                  </a:lnTo>
                  <a:close/>
                  <a:moveTo>
                    <a:pt x="90705" y="92352"/>
                  </a:moveTo>
                  <a:lnTo>
                    <a:pt x="90555" y="92651"/>
                  </a:lnTo>
                  <a:lnTo>
                    <a:pt x="92052" y="93998"/>
                  </a:lnTo>
                  <a:lnTo>
                    <a:pt x="92202" y="94148"/>
                  </a:lnTo>
                  <a:lnTo>
                    <a:pt x="93998" y="95794"/>
                  </a:lnTo>
                  <a:lnTo>
                    <a:pt x="95794" y="97441"/>
                  </a:lnTo>
                  <a:lnTo>
                    <a:pt x="95794" y="97590"/>
                  </a:lnTo>
                  <a:lnTo>
                    <a:pt x="97590" y="99087"/>
                  </a:lnTo>
                  <a:lnTo>
                    <a:pt x="97590" y="99237"/>
                  </a:lnTo>
                  <a:lnTo>
                    <a:pt x="97740" y="99387"/>
                  </a:lnTo>
                  <a:lnTo>
                    <a:pt x="97291" y="99387"/>
                  </a:lnTo>
                  <a:lnTo>
                    <a:pt x="95794" y="99536"/>
                  </a:lnTo>
                  <a:lnTo>
                    <a:pt x="95644" y="99686"/>
                  </a:lnTo>
                  <a:lnTo>
                    <a:pt x="95794" y="99686"/>
                  </a:lnTo>
                  <a:lnTo>
                    <a:pt x="96842" y="99836"/>
                  </a:lnTo>
                  <a:lnTo>
                    <a:pt x="96992" y="99836"/>
                  </a:lnTo>
                  <a:lnTo>
                    <a:pt x="98488" y="99985"/>
                  </a:lnTo>
                  <a:lnTo>
                    <a:pt x="99237" y="100734"/>
                  </a:lnTo>
                  <a:lnTo>
                    <a:pt x="99386" y="100883"/>
                  </a:lnTo>
                  <a:lnTo>
                    <a:pt x="101183" y="102530"/>
                  </a:lnTo>
                  <a:lnTo>
                    <a:pt x="101183" y="102680"/>
                  </a:lnTo>
                  <a:lnTo>
                    <a:pt x="102829" y="104027"/>
                  </a:lnTo>
                  <a:lnTo>
                    <a:pt x="103428" y="104625"/>
                  </a:lnTo>
                  <a:lnTo>
                    <a:pt x="103577" y="104775"/>
                  </a:lnTo>
                  <a:lnTo>
                    <a:pt x="103428" y="104775"/>
                  </a:lnTo>
                  <a:lnTo>
                    <a:pt x="102979" y="105374"/>
                  </a:lnTo>
                  <a:lnTo>
                    <a:pt x="102829" y="105523"/>
                  </a:lnTo>
                  <a:lnTo>
                    <a:pt x="102230" y="106122"/>
                  </a:lnTo>
                  <a:lnTo>
                    <a:pt x="101183" y="107320"/>
                  </a:lnTo>
                  <a:lnTo>
                    <a:pt x="101033" y="107320"/>
                  </a:lnTo>
                  <a:lnTo>
                    <a:pt x="99985" y="108517"/>
                  </a:lnTo>
                  <a:lnTo>
                    <a:pt x="99985" y="106122"/>
                  </a:lnTo>
                  <a:lnTo>
                    <a:pt x="99985" y="105523"/>
                  </a:lnTo>
                  <a:lnTo>
                    <a:pt x="99985" y="105374"/>
                  </a:lnTo>
                  <a:lnTo>
                    <a:pt x="99985" y="104925"/>
                  </a:lnTo>
                  <a:lnTo>
                    <a:pt x="99985" y="104775"/>
                  </a:lnTo>
                  <a:lnTo>
                    <a:pt x="99985" y="104176"/>
                  </a:lnTo>
                  <a:lnTo>
                    <a:pt x="99835" y="104027"/>
                  </a:lnTo>
                  <a:lnTo>
                    <a:pt x="99835" y="103727"/>
                  </a:lnTo>
                  <a:lnTo>
                    <a:pt x="99686" y="102680"/>
                  </a:lnTo>
                  <a:lnTo>
                    <a:pt x="99686" y="102530"/>
                  </a:lnTo>
                  <a:lnTo>
                    <a:pt x="99386" y="102530"/>
                  </a:lnTo>
                  <a:lnTo>
                    <a:pt x="99386" y="102680"/>
                  </a:lnTo>
                  <a:lnTo>
                    <a:pt x="99237" y="104176"/>
                  </a:lnTo>
                  <a:lnTo>
                    <a:pt x="99237" y="104476"/>
                  </a:lnTo>
                  <a:lnTo>
                    <a:pt x="99237" y="104625"/>
                  </a:lnTo>
                  <a:lnTo>
                    <a:pt x="99237" y="104775"/>
                  </a:lnTo>
                  <a:lnTo>
                    <a:pt x="99237" y="104925"/>
                  </a:lnTo>
                  <a:lnTo>
                    <a:pt x="99087" y="105374"/>
                  </a:lnTo>
                  <a:lnTo>
                    <a:pt x="99087" y="105523"/>
                  </a:lnTo>
                  <a:lnTo>
                    <a:pt x="99087" y="106122"/>
                  </a:lnTo>
                  <a:lnTo>
                    <a:pt x="99087" y="108667"/>
                  </a:lnTo>
                  <a:lnTo>
                    <a:pt x="99087" y="108816"/>
                  </a:lnTo>
                  <a:lnTo>
                    <a:pt x="99087" y="109415"/>
                  </a:lnTo>
                  <a:lnTo>
                    <a:pt x="96543" y="111960"/>
                  </a:lnTo>
                  <a:lnTo>
                    <a:pt x="96842" y="109116"/>
                  </a:lnTo>
                  <a:lnTo>
                    <a:pt x="96842" y="106272"/>
                  </a:lnTo>
                  <a:lnTo>
                    <a:pt x="96842" y="105523"/>
                  </a:lnTo>
                  <a:lnTo>
                    <a:pt x="96842" y="104925"/>
                  </a:lnTo>
                  <a:lnTo>
                    <a:pt x="96692" y="104326"/>
                  </a:lnTo>
                  <a:lnTo>
                    <a:pt x="96692" y="103727"/>
                  </a:lnTo>
                  <a:lnTo>
                    <a:pt x="96692" y="103428"/>
                  </a:lnTo>
                  <a:lnTo>
                    <a:pt x="96393" y="101931"/>
                  </a:lnTo>
                  <a:lnTo>
                    <a:pt x="96393" y="101781"/>
                  </a:lnTo>
                  <a:lnTo>
                    <a:pt x="96243" y="101931"/>
                  </a:lnTo>
                  <a:lnTo>
                    <a:pt x="95944" y="104176"/>
                  </a:lnTo>
                  <a:lnTo>
                    <a:pt x="95944" y="104326"/>
                  </a:lnTo>
                  <a:lnTo>
                    <a:pt x="95944" y="104925"/>
                  </a:lnTo>
                  <a:lnTo>
                    <a:pt x="95944" y="105523"/>
                  </a:lnTo>
                  <a:lnTo>
                    <a:pt x="95944" y="105673"/>
                  </a:lnTo>
                  <a:lnTo>
                    <a:pt x="95944" y="106272"/>
                  </a:lnTo>
                  <a:lnTo>
                    <a:pt x="95944" y="109415"/>
                  </a:lnTo>
                  <a:lnTo>
                    <a:pt x="96094" y="112558"/>
                  </a:lnTo>
                  <a:lnTo>
                    <a:pt x="91753" y="117049"/>
                  </a:lnTo>
                  <a:lnTo>
                    <a:pt x="90106" y="116899"/>
                  </a:lnTo>
                  <a:lnTo>
                    <a:pt x="90106" y="116749"/>
                  </a:lnTo>
                  <a:lnTo>
                    <a:pt x="90256" y="114354"/>
                  </a:lnTo>
                  <a:lnTo>
                    <a:pt x="90406" y="111810"/>
                  </a:lnTo>
                  <a:lnTo>
                    <a:pt x="90256" y="106721"/>
                  </a:lnTo>
                  <a:lnTo>
                    <a:pt x="90106" y="105823"/>
                  </a:lnTo>
                  <a:lnTo>
                    <a:pt x="90106" y="105224"/>
                  </a:lnTo>
                  <a:lnTo>
                    <a:pt x="90106" y="105074"/>
                  </a:lnTo>
                  <a:lnTo>
                    <a:pt x="90106" y="104176"/>
                  </a:lnTo>
                  <a:lnTo>
                    <a:pt x="90106" y="103727"/>
                  </a:lnTo>
                  <a:lnTo>
                    <a:pt x="90106" y="103578"/>
                  </a:lnTo>
                  <a:lnTo>
                    <a:pt x="89957" y="103428"/>
                  </a:lnTo>
                  <a:lnTo>
                    <a:pt x="89807" y="103578"/>
                  </a:lnTo>
                  <a:lnTo>
                    <a:pt x="89657" y="103578"/>
                  </a:lnTo>
                  <a:lnTo>
                    <a:pt x="89657" y="103727"/>
                  </a:lnTo>
                  <a:lnTo>
                    <a:pt x="89657" y="104625"/>
                  </a:lnTo>
                  <a:lnTo>
                    <a:pt x="89657" y="105523"/>
                  </a:lnTo>
                  <a:lnTo>
                    <a:pt x="89508" y="106571"/>
                  </a:lnTo>
                  <a:lnTo>
                    <a:pt x="89508" y="107769"/>
                  </a:lnTo>
                  <a:lnTo>
                    <a:pt x="89358" y="112259"/>
                  </a:lnTo>
                  <a:lnTo>
                    <a:pt x="89508" y="114504"/>
                  </a:lnTo>
                  <a:lnTo>
                    <a:pt x="89657" y="116749"/>
                  </a:lnTo>
                  <a:lnTo>
                    <a:pt x="89657" y="116749"/>
                  </a:lnTo>
                  <a:lnTo>
                    <a:pt x="83521" y="116001"/>
                  </a:lnTo>
                  <a:lnTo>
                    <a:pt x="82772" y="115851"/>
                  </a:lnTo>
                  <a:lnTo>
                    <a:pt x="82024" y="115702"/>
                  </a:lnTo>
                  <a:lnTo>
                    <a:pt x="61667" y="113007"/>
                  </a:lnTo>
                  <a:lnTo>
                    <a:pt x="60171" y="112708"/>
                  </a:lnTo>
                  <a:lnTo>
                    <a:pt x="52986" y="111810"/>
                  </a:lnTo>
                  <a:lnTo>
                    <a:pt x="51190" y="111511"/>
                  </a:lnTo>
                  <a:lnTo>
                    <a:pt x="35025" y="109265"/>
                  </a:lnTo>
                  <a:lnTo>
                    <a:pt x="33977" y="109116"/>
                  </a:lnTo>
                  <a:lnTo>
                    <a:pt x="23050" y="107619"/>
                  </a:lnTo>
                  <a:lnTo>
                    <a:pt x="19608" y="107170"/>
                  </a:lnTo>
                  <a:lnTo>
                    <a:pt x="15716" y="106571"/>
                  </a:lnTo>
                  <a:lnTo>
                    <a:pt x="12274" y="106122"/>
                  </a:lnTo>
                  <a:lnTo>
                    <a:pt x="5688" y="105224"/>
                  </a:lnTo>
                  <a:lnTo>
                    <a:pt x="12274" y="104326"/>
                  </a:lnTo>
                  <a:lnTo>
                    <a:pt x="15716" y="103727"/>
                  </a:lnTo>
                  <a:lnTo>
                    <a:pt x="19608" y="103129"/>
                  </a:lnTo>
                  <a:lnTo>
                    <a:pt x="23050" y="102680"/>
                  </a:lnTo>
                  <a:lnTo>
                    <a:pt x="33977" y="101033"/>
                  </a:lnTo>
                  <a:lnTo>
                    <a:pt x="35025" y="100883"/>
                  </a:lnTo>
                  <a:lnTo>
                    <a:pt x="51190" y="98339"/>
                  </a:lnTo>
                  <a:lnTo>
                    <a:pt x="52986" y="98039"/>
                  </a:lnTo>
                  <a:lnTo>
                    <a:pt x="60171" y="96992"/>
                  </a:lnTo>
                  <a:lnTo>
                    <a:pt x="61667" y="96842"/>
                  </a:lnTo>
                  <a:lnTo>
                    <a:pt x="81425" y="93848"/>
                  </a:lnTo>
                  <a:lnTo>
                    <a:pt x="82173" y="93699"/>
                  </a:lnTo>
                  <a:lnTo>
                    <a:pt x="82922" y="93549"/>
                  </a:lnTo>
                  <a:lnTo>
                    <a:pt x="85915" y="93100"/>
                  </a:lnTo>
                  <a:lnTo>
                    <a:pt x="86514" y="93100"/>
                  </a:lnTo>
                  <a:lnTo>
                    <a:pt x="90106" y="92501"/>
                  </a:lnTo>
                  <a:lnTo>
                    <a:pt x="90555" y="92352"/>
                  </a:lnTo>
                  <a:close/>
                  <a:moveTo>
                    <a:pt x="117647" y="92501"/>
                  </a:moveTo>
                  <a:lnTo>
                    <a:pt x="119294" y="92651"/>
                  </a:lnTo>
                  <a:lnTo>
                    <a:pt x="119144" y="95046"/>
                  </a:lnTo>
                  <a:lnTo>
                    <a:pt x="118994" y="97590"/>
                  </a:lnTo>
                  <a:lnTo>
                    <a:pt x="119144" y="102530"/>
                  </a:lnTo>
                  <a:lnTo>
                    <a:pt x="119144" y="103428"/>
                  </a:lnTo>
                  <a:lnTo>
                    <a:pt x="119294" y="104176"/>
                  </a:lnTo>
                  <a:lnTo>
                    <a:pt x="119294" y="104476"/>
                  </a:lnTo>
                  <a:lnTo>
                    <a:pt x="119294" y="105224"/>
                  </a:lnTo>
                  <a:lnTo>
                    <a:pt x="119294" y="105823"/>
                  </a:lnTo>
                  <a:lnTo>
                    <a:pt x="119294" y="105972"/>
                  </a:lnTo>
                  <a:lnTo>
                    <a:pt x="119593" y="105972"/>
                  </a:lnTo>
                  <a:lnTo>
                    <a:pt x="119743" y="105823"/>
                  </a:lnTo>
                  <a:lnTo>
                    <a:pt x="119743" y="104775"/>
                  </a:lnTo>
                  <a:lnTo>
                    <a:pt x="119743" y="103727"/>
                  </a:lnTo>
                  <a:lnTo>
                    <a:pt x="119892" y="102680"/>
                  </a:lnTo>
                  <a:lnTo>
                    <a:pt x="119892" y="101482"/>
                  </a:lnTo>
                  <a:lnTo>
                    <a:pt x="120042" y="97141"/>
                  </a:lnTo>
                  <a:lnTo>
                    <a:pt x="119892" y="94896"/>
                  </a:lnTo>
                  <a:lnTo>
                    <a:pt x="119743" y="92651"/>
                  </a:lnTo>
                  <a:lnTo>
                    <a:pt x="119743" y="92651"/>
                  </a:lnTo>
                  <a:lnTo>
                    <a:pt x="125730" y="93549"/>
                  </a:lnTo>
                  <a:lnTo>
                    <a:pt x="126478" y="93699"/>
                  </a:lnTo>
                  <a:lnTo>
                    <a:pt x="127077" y="93699"/>
                  </a:lnTo>
                  <a:lnTo>
                    <a:pt x="147733" y="96543"/>
                  </a:lnTo>
                  <a:lnTo>
                    <a:pt x="149229" y="96842"/>
                  </a:lnTo>
                  <a:lnTo>
                    <a:pt x="156414" y="97740"/>
                  </a:lnTo>
                  <a:lnTo>
                    <a:pt x="158210" y="98039"/>
                  </a:lnTo>
                  <a:lnTo>
                    <a:pt x="174375" y="100285"/>
                  </a:lnTo>
                  <a:lnTo>
                    <a:pt x="175423" y="100434"/>
                  </a:lnTo>
                  <a:lnTo>
                    <a:pt x="186350" y="101931"/>
                  </a:lnTo>
                  <a:lnTo>
                    <a:pt x="189792" y="102380"/>
                  </a:lnTo>
                  <a:lnTo>
                    <a:pt x="193684" y="102829"/>
                  </a:lnTo>
                  <a:lnTo>
                    <a:pt x="197126" y="103278"/>
                  </a:lnTo>
                  <a:lnTo>
                    <a:pt x="203712" y="104326"/>
                  </a:lnTo>
                  <a:lnTo>
                    <a:pt x="197126" y="105224"/>
                  </a:lnTo>
                  <a:lnTo>
                    <a:pt x="193684" y="105823"/>
                  </a:lnTo>
                  <a:lnTo>
                    <a:pt x="189792" y="106421"/>
                  </a:lnTo>
                  <a:lnTo>
                    <a:pt x="186350" y="106871"/>
                  </a:lnTo>
                  <a:lnTo>
                    <a:pt x="175423" y="108517"/>
                  </a:lnTo>
                  <a:lnTo>
                    <a:pt x="174375" y="108667"/>
                  </a:lnTo>
                  <a:lnTo>
                    <a:pt x="158210" y="111062"/>
                  </a:lnTo>
                  <a:lnTo>
                    <a:pt x="156414" y="111361"/>
                  </a:lnTo>
                  <a:lnTo>
                    <a:pt x="149229" y="112409"/>
                  </a:lnTo>
                  <a:lnTo>
                    <a:pt x="147733" y="112708"/>
                  </a:lnTo>
                  <a:lnTo>
                    <a:pt x="127975" y="115702"/>
                  </a:lnTo>
                  <a:lnTo>
                    <a:pt x="127376" y="115851"/>
                  </a:lnTo>
                  <a:lnTo>
                    <a:pt x="126628" y="115851"/>
                  </a:lnTo>
                  <a:lnTo>
                    <a:pt x="123634" y="116300"/>
                  </a:lnTo>
                  <a:lnTo>
                    <a:pt x="123036" y="116450"/>
                  </a:lnTo>
                  <a:lnTo>
                    <a:pt x="119443" y="117049"/>
                  </a:lnTo>
                  <a:lnTo>
                    <a:pt x="118695" y="117049"/>
                  </a:lnTo>
                  <a:lnTo>
                    <a:pt x="118695" y="116899"/>
                  </a:lnTo>
                  <a:lnTo>
                    <a:pt x="117348" y="115552"/>
                  </a:lnTo>
                  <a:lnTo>
                    <a:pt x="117198" y="115402"/>
                  </a:lnTo>
                  <a:lnTo>
                    <a:pt x="115552" y="113756"/>
                  </a:lnTo>
                  <a:lnTo>
                    <a:pt x="115402" y="113756"/>
                  </a:lnTo>
                  <a:lnTo>
                    <a:pt x="113756" y="112109"/>
                  </a:lnTo>
                  <a:lnTo>
                    <a:pt x="113606" y="111960"/>
                  </a:lnTo>
                  <a:lnTo>
                    <a:pt x="111959" y="110463"/>
                  </a:lnTo>
                  <a:lnTo>
                    <a:pt x="111810" y="110313"/>
                  </a:lnTo>
                  <a:lnTo>
                    <a:pt x="111660" y="110163"/>
                  </a:lnTo>
                  <a:lnTo>
                    <a:pt x="112259" y="110163"/>
                  </a:lnTo>
                  <a:lnTo>
                    <a:pt x="113606" y="110014"/>
                  </a:lnTo>
                  <a:lnTo>
                    <a:pt x="113756" y="109864"/>
                  </a:lnTo>
                  <a:lnTo>
                    <a:pt x="113606" y="109714"/>
                  </a:lnTo>
                  <a:lnTo>
                    <a:pt x="112558" y="109714"/>
                  </a:lnTo>
                  <a:lnTo>
                    <a:pt x="110912" y="109565"/>
                  </a:lnTo>
                  <a:lnTo>
                    <a:pt x="110912" y="109415"/>
                  </a:lnTo>
                  <a:lnTo>
                    <a:pt x="110762" y="109265"/>
                  </a:lnTo>
                  <a:lnTo>
                    <a:pt x="110163" y="108816"/>
                  </a:lnTo>
                  <a:lnTo>
                    <a:pt x="110014" y="108667"/>
                  </a:lnTo>
                  <a:lnTo>
                    <a:pt x="108367" y="107020"/>
                  </a:lnTo>
                  <a:lnTo>
                    <a:pt x="108217" y="106871"/>
                  </a:lnTo>
                  <a:lnTo>
                    <a:pt x="106571" y="105374"/>
                  </a:lnTo>
                  <a:lnTo>
                    <a:pt x="106122" y="104925"/>
                  </a:lnTo>
                  <a:lnTo>
                    <a:pt x="105972" y="104775"/>
                  </a:lnTo>
                  <a:lnTo>
                    <a:pt x="105823" y="104775"/>
                  </a:lnTo>
                  <a:lnTo>
                    <a:pt x="106272" y="104326"/>
                  </a:lnTo>
                  <a:lnTo>
                    <a:pt x="106272" y="104176"/>
                  </a:lnTo>
                  <a:lnTo>
                    <a:pt x="106870" y="103727"/>
                  </a:lnTo>
                  <a:lnTo>
                    <a:pt x="107918" y="102530"/>
                  </a:lnTo>
                  <a:lnTo>
                    <a:pt x="109415" y="101033"/>
                  </a:lnTo>
                  <a:lnTo>
                    <a:pt x="109415" y="103578"/>
                  </a:lnTo>
                  <a:lnTo>
                    <a:pt x="109415" y="104176"/>
                  </a:lnTo>
                  <a:lnTo>
                    <a:pt x="109415" y="104775"/>
                  </a:lnTo>
                  <a:lnTo>
                    <a:pt x="109415" y="104925"/>
                  </a:lnTo>
                  <a:lnTo>
                    <a:pt x="109415" y="105374"/>
                  </a:lnTo>
                  <a:lnTo>
                    <a:pt x="109565" y="105673"/>
                  </a:lnTo>
                  <a:lnTo>
                    <a:pt x="109565" y="105823"/>
                  </a:lnTo>
                  <a:lnTo>
                    <a:pt x="109714" y="106871"/>
                  </a:lnTo>
                  <a:lnTo>
                    <a:pt x="109864" y="107020"/>
                  </a:lnTo>
                  <a:lnTo>
                    <a:pt x="109864" y="106871"/>
                  </a:lnTo>
                  <a:lnTo>
                    <a:pt x="110014" y="106871"/>
                  </a:lnTo>
                  <a:lnTo>
                    <a:pt x="110163" y="105374"/>
                  </a:lnTo>
                  <a:lnTo>
                    <a:pt x="110163" y="105224"/>
                  </a:lnTo>
                  <a:lnTo>
                    <a:pt x="110163" y="104925"/>
                  </a:lnTo>
                  <a:lnTo>
                    <a:pt x="110163" y="104775"/>
                  </a:lnTo>
                  <a:lnTo>
                    <a:pt x="110163" y="104176"/>
                  </a:lnTo>
                  <a:lnTo>
                    <a:pt x="110313" y="104027"/>
                  </a:lnTo>
                  <a:lnTo>
                    <a:pt x="110313" y="103578"/>
                  </a:lnTo>
                  <a:lnTo>
                    <a:pt x="110313" y="100135"/>
                  </a:lnTo>
                  <a:lnTo>
                    <a:pt x="112857" y="97441"/>
                  </a:lnTo>
                  <a:lnTo>
                    <a:pt x="112558" y="100434"/>
                  </a:lnTo>
                  <a:lnTo>
                    <a:pt x="112558" y="103578"/>
                  </a:lnTo>
                  <a:lnTo>
                    <a:pt x="112558" y="104027"/>
                  </a:lnTo>
                  <a:lnTo>
                    <a:pt x="112558" y="104176"/>
                  </a:lnTo>
                  <a:lnTo>
                    <a:pt x="112558" y="104625"/>
                  </a:lnTo>
                  <a:lnTo>
                    <a:pt x="112558" y="104775"/>
                  </a:lnTo>
                  <a:lnTo>
                    <a:pt x="112708" y="105224"/>
                  </a:lnTo>
                  <a:lnTo>
                    <a:pt x="112708" y="105972"/>
                  </a:lnTo>
                  <a:lnTo>
                    <a:pt x="112708" y="106122"/>
                  </a:lnTo>
                  <a:lnTo>
                    <a:pt x="112857" y="107619"/>
                  </a:lnTo>
                  <a:lnTo>
                    <a:pt x="113007" y="107769"/>
                  </a:lnTo>
                  <a:lnTo>
                    <a:pt x="113157" y="107619"/>
                  </a:lnTo>
                  <a:lnTo>
                    <a:pt x="113456" y="105374"/>
                  </a:lnTo>
                  <a:lnTo>
                    <a:pt x="113456" y="105224"/>
                  </a:lnTo>
                  <a:lnTo>
                    <a:pt x="113456" y="104775"/>
                  </a:lnTo>
                  <a:lnTo>
                    <a:pt x="113456" y="104625"/>
                  </a:lnTo>
                  <a:lnTo>
                    <a:pt x="113456" y="104176"/>
                  </a:lnTo>
                  <a:lnTo>
                    <a:pt x="113456" y="104027"/>
                  </a:lnTo>
                  <a:lnTo>
                    <a:pt x="113456" y="103578"/>
                  </a:lnTo>
                  <a:lnTo>
                    <a:pt x="113456" y="100285"/>
                  </a:lnTo>
                  <a:lnTo>
                    <a:pt x="113307" y="96992"/>
                  </a:lnTo>
                  <a:lnTo>
                    <a:pt x="117647" y="92501"/>
                  </a:lnTo>
                  <a:close/>
                  <a:moveTo>
                    <a:pt x="156115" y="113007"/>
                  </a:moveTo>
                  <a:lnTo>
                    <a:pt x="155815" y="115253"/>
                  </a:lnTo>
                  <a:lnTo>
                    <a:pt x="155216" y="117348"/>
                  </a:lnTo>
                  <a:lnTo>
                    <a:pt x="148481" y="116001"/>
                  </a:lnTo>
                  <a:lnTo>
                    <a:pt x="148930" y="114205"/>
                  </a:lnTo>
                  <a:lnTo>
                    <a:pt x="156115" y="113007"/>
                  </a:lnTo>
                  <a:close/>
                  <a:moveTo>
                    <a:pt x="23200" y="109265"/>
                  </a:moveTo>
                  <a:lnTo>
                    <a:pt x="34127" y="110762"/>
                  </a:lnTo>
                  <a:lnTo>
                    <a:pt x="34725" y="115552"/>
                  </a:lnTo>
                  <a:lnTo>
                    <a:pt x="35623" y="120342"/>
                  </a:lnTo>
                  <a:lnTo>
                    <a:pt x="24547" y="120342"/>
                  </a:lnTo>
                  <a:lnTo>
                    <a:pt x="24098" y="117647"/>
                  </a:lnTo>
                  <a:lnTo>
                    <a:pt x="23649" y="114803"/>
                  </a:lnTo>
                  <a:lnTo>
                    <a:pt x="23350" y="112109"/>
                  </a:lnTo>
                  <a:lnTo>
                    <a:pt x="23200" y="109265"/>
                  </a:lnTo>
                  <a:close/>
                  <a:moveTo>
                    <a:pt x="186350" y="108517"/>
                  </a:moveTo>
                  <a:lnTo>
                    <a:pt x="186050" y="111511"/>
                  </a:lnTo>
                  <a:lnTo>
                    <a:pt x="185751" y="114504"/>
                  </a:lnTo>
                  <a:lnTo>
                    <a:pt x="185451" y="117348"/>
                  </a:lnTo>
                  <a:lnTo>
                    <a:pt x="184853" y="120342"/>
                  </a:lnTo>
                  <a:lnTo>
                    <a:pt x="173777" y="120342"/>
                  </a:lnTo>
                  <a:lnTo>
                    <a:pt x="174226" y="117797"/>
                  </a:lnTo>
                  <a:lnTo>
                    <a:pt x="174675" y="115253"/>
                  </a:lnTo>
                  <a:lnTo>
                    <a:pt x="174974" y="112708"/>
                  </a:lnTo>
                  <a:lnTo>
                    <a:pt x="175273" y="110163"/>
                  </a:lnTo>
                  <a:lnTo>
                    <a:pt x="186350" y="108517"/>
                  </a:lnTo>
                  <a:close/>
                  <a:moveTo>
                    <a:pt x="37869" y="121240"/>
                  </a:moveTo>
                  <a:lnTo>
                    <a:pt x="39066" y="121389"/>
                  </a:lnTo>
                  <a:lnTo>
                    <a:pt x="38168" y="121838"/>
                  </a:lnTo>
                  <a:lnTo>
                    <a:pt x="37869" y="121240"/>
                  </a:lnTo>
                  <a:close/>
                  <a:moveTo>
                    <a:pt x="171531" y="121240"/>
                  </a:moveTo>
                  <a:lnTo>
                    <a:pt x="171232" y="121838"/>
                  </a:lnTo>
                  <a:lnTo>
                    <a:pt x="170484" y="121389"/>
                  </a:lnTo>
                  <a:lnTo>
                    <a:pt x="171531" y="121240"/>
                  </a:lnTo>
                  <a:close/>
                  <a:moveTo>
                    <a:pt x="37569" y="121240"/>
                  </a:moveTo>
                  <a:lnTo>
                    <a:pt x="37719" y="121389"/>
                  </a:lnTo>
                  <a:lnTo>
                    <a:pt x="38018" y="121838"/>
                  </a:lnTo>
                  <a:lnTo>
                    <a:pt x="37120" y="122437"/>
                  </a:lnTo>
                  <a:lnTo>
                    <a:pt x="36222" y="122886"/>
                  </a:lnTo>
                  <a:lnTo>
                    <a:pt x="26493" y="128574"/>
                  </a:lnTo>
                  <a:lnTo>
                    <a:pt x="25595" y="124982"/>
                  </a:lnTo>
                  <a:lnTo>
                    <a:pt x="24697" y="121240"/>
                  </a:lnTo>
                  <a:lnTo>
                    <a:pt x="25146" y="121240"/>
                  </a:lnTo>
                  <a:lnTo>
                    <a:pt x="25595" y="122736"/>
                  </a:lnTo>
                  <a:lnTo>
                    <a:pt x="25894" y="123635"/>
                  </a:lnTo>
                  <a:lnTo>
                    <a:pt x="26194" y="124533"/>
                  </a:lnTo>
                  <a:lnTo>
                    <a:pt x="26343" y="124533"/>
                  </a:lnTo>
                  <a:lnTo>
                    <a:pt x="26343" y="124383"/>
                  </a:lnTo>
                  <a:lnTo>
                    <a:pt x="25894" y="122437"/>
                  </a:lnTo>
                  <a:lnTo>
                    <a:pt x="25445" y="121240"/>
                  </a:lnTo>
                  <a:lnTo>
                    <a:pt x="26493" y="121240"/>
                  </a:lnTo>
                  <a:lnTo>
                    <a:pt x="26942" y="122587"/>
                  </a:lnTo>
                  <a:lnTo>
                    <a:pt x="27092" y="123485"/>
                  </a:lnTo>
                  <a:lnTo>
                    <a:pt x="27541" y="124383"/>
                  </a:lnTo>
                  <a:lnTo>
                    <a:pt x="27690" y="124383"/>
                  </a:lnTo>
                  <a:lnTo>
                    <a:pt x="27391" y="123485"/>
                  </a:lnTo>
                  <a:lnTo>
                    <a:pt x="27241" y="122587"/>
                  </a:lnTo>
                  <a:lnTo>
                    <a:pt x="26792" y="121240"/>
                  </a:lnTo>
                  <a:lnTo>
                    <a:pt x="27541" y="121240"/>
                  </a:lnTo>
                  <a:lnTo>
                    <a:pt x="27990" y="122736"/>
                  </a:lnTo>
                  <a:lnTo>
                    <a:pt x="28289" y="123335"/>
                  </a:lnTo>
                  <a:lnTo>
                    <a:pt x="28589" y="123934"/>
                  </a:lnTo>
                  <a:lnTo>
                    <a:pt x="28738" y="123934"/>
                  </a:lnTo>
                  <a:lnTo>
                    <a:pt x="28738" y="123784"/>
                  </a:lnTo>
                  <a:lnTo>
                    <a:pt x="28140" y="122287"/>
                  </a:lnTo>
                  <a:lnTo>
                    <a:pt x="27840" y="121240"/>
                  </a:lnTo>
                  <a:lnTo>
                    <a:pt x="29187" y="121240"/>
                  </a:lnTo>
                  <a:lnTo>
                    <a:pt x="29487" y="122287"/>
                  </a:lnTo>
                  <a:lnTo>
                    <a:pt x="29786" y="123185"/>
                  </a:lnTo>
                  <a:lnTo>
                    <a:pt x="30085" y="123934"/>
                  </a:lnTo>
                  <a:lnTo>
                    <a:pt x="30235" y="123934"/>
                  </a:lnTo>
                  <a:lnTo>
                    <a:pt x="29936" y="123036"/>
                  </a:lnTo>
                  <a:lnTo>
                    <a:pt x="29786" y="122287"/>
                  </a:lnTo>
                  <a:lnTo>
                    <a:pt x="29337" y="121240"/>
                  </a:lnTo>
                  <a:lnTo>
                    <a:pt x="30385" y="121240"/>
                  </a:lnTo>
                  <a:lnTo>
                    <a:pt x="30534" y="122138"/>
                  </a:lnTo>
                  <a:lnTo>
                    <a:pt x="30834" y="122886"/>
                  </a:lnTo>
                  <a:lnTo>
                    <a:pt x="31133" y="123635"/>
                  </a:lnTo>
                  <a:lnTo>
                    <a:pt x="31283" y="123635"/>
                  </a:lnTo>
                  <a:lnTo>
                    <a:pt x="30684" y="121689"/>
                  </a:lnTo>
                  <a:lnTo>
                    <a:pt x="30684" y="121240"/>
                  </a:lnTo>
                  <a:lnTo>
                    <a:pt x="31432" y="121240"/>
                  </a:lnTo>
                  <a:lnTo>
                    <a:pt x="31582" y="121838"/>
                  </a:lnTo>
                  <a:lnTo>
                    <a:pt x="32181" y="123335"/>
                  </a:lnTo>
                  <a:lnTo>
                    <a:pt x="32331" y="123335"/>
                  </a:lnTo>
                  <a:lnTo>
                    <a:pt x="32331" y="123185"/>
                  </a:lnTo>
                  <a:lnTo>
                    <a:pt x="31881" y="121838"/>
                  </a:lnTo>
                  <a:lnTo>
                    <a:pt x="31732" y="121240"/>
                  </a:lnTo>
                  <a:lnTo>
                    <a:pt x="32480" y="121240"/>
                  </a:lnTo>
                  <a:lnTo>
                    <a:pt x="32780" y="122138"/>
                  </a:lnTo>
                  <a:lnTo>
                    <a:pt x="33079" y="123036"/>
                  </a:lnTo>
                  <a:lnTo>
                    <a:pt x="33229" y="123036"/>
                  </a:lnTo>
                  <a:lnTo>
                    <a:pt x="33079" y="122138"/>
                  </a:lnTo>
                  <a:lnTo>
                    <a:pt x="32780" y="121240"/>
                  </a:lnTo>
                  <a:lnTo>
                    <a:pt x="33528" y="121240"/>
                  </a:lnTo>
                  <a:lnTo>
                    <a:pt x="33678" y="121689"/>
                  </a:lnTo>
                  <a:lnTo>
                    <a:pt x="33827" y="122138"/>
                  </a:lnTo>
                  <a:lnTo>
                    <a:pt x="34127" y="122736"/>
                  </a:lnTo>
                  <a:lnTo>
                    <a:pt x="34276" y="122587"/>
                  </a:lnTo>
                  <a:lnTo>
                    <a:pt x="33977" y="121539"/>
                  </a:lnTo>
                  <a:lnTo>
                    <a:pt x="33827" y="121240"/>
                  </a:lnTo>
                  <a:lnTo>
                    <a:pt x="34576" y="121240"/>
                  </a:lnTo>
                  <a:lnTo>
                    <a:pt x="35174" y="122437"/>
                  </a:lnTo>
                  <a:lnTo>
                    <a:pt x="35324" y="122437"/>
                  </a:lnTo>
                  <a:lnTo>
                    <a:pt x="34875" y="121240"/>
                  </a:lnTo>
                  <a:lnTo>
                    <a:pt x="35623" y="121240"/>
                  </a:lnTo>
                  <a:lnTo>
                    <a:pt x="35623" y="121539"/>
                  </a:lnTo>
                  <a:lnTo>
                    <a:pt x="36072" y="122287"/>
                  </a:lnTo>
                  <a:lnTo>
                    <a:pt x="36222" y="122437"/>
                  </a:lnTo>
                  <a:lnTo>
                    <a:pt x="36222" y="122287"/>
                  </a:lnTo>
                  <a:lnTo>
                    <a:pt x="35923" y="121389"/>
                  </a:lnTo>
                  <a:lnTo>
                    <a:pt x="35923" y="121240"/>
                  </a:lnTo>
                  <a:lnTo>
                    <a:pt x="36522" y="121240"/>
                  </a:lnTo>
                  <a:lnTo>
                    <a:pt x="36522" y="121389"/>
                  </a:lnTo>
                  <a:lnTo>
                    <a:pt x="36971" y="121988"/>
                  </a:lnTo>
                  <a:lnTo>
                    <a:pt x="37120" y="121838"/>
                  </a:lnTo>
                  <a:lnTo>
                    <a:pt x="36821" y="121389"/>
                  </a:lnTo>
                  <a:lnTo>
                    <a:pt x="36821" y="121240"/>
                  </a:lnTo>
                  <a:close/>
                  <a:moveTo>
                    <a:pt x="184703" y="121240"/>
                  </a:moveTo>
                  <a:lnTo>
                    <a:pt x="183805" y="124982"/>
                  </a:lnTo>
                  <a:lnTo>
                    <a:pt x="182907" y="128574"/>
                  </a:lnTo>
                  <a:lnTo>
                    <a:pt x="173178" y="122886"/>
                  </a:lnTo>
                  <a:lnTo>
                    <a:pt x="172280" y="122437"/>
                  </a:lnTo>
                  <a:lnTo>
                    <a:pt x="171382" y="121838"/>
                  </a:lnTo>
                  <a:lnTo>
                    <a:pt x="171831" y="121389"/>
                  </a:lnTo>
                  <a:lnTo>
                    <a:pt x="171831" y="121240"/>
                  </a:lnTo>
                  <a:lnTo>
                    <a:pt x="172579" y="121240"/>
                  </a:lnTo>
                  <a:lnTo>
                    <a:pt x="172429" y="121539"/>
                  </a:lnTo>
                  <a:lnTo>
                    <a:pt x="172429" y="121838"/>
                  </a:lnTo>
                  <a:lnTo>
                    <a:pt x="172429" y="121988"/>
                  </a:lnTo>
                  <a:lnTo>
                    <a:pt x="172878" y="121389"/>
                  </a:lnTo>
                  <a:lnTo>
                    <a:pt x="172878" y="121240"/>
                  </a:lnTo>
                  <a:lnTo>
                    <a:pt x="173627" y="121240"/>
                  </a:lnTo>
                  <a:lnTo>
                    <a:pt x="173477" y="121389"/>
                  </a:lnTo>
                  <a:lnTo>
                    <a:pt x="173477" y="121539"/>
                  </a:lnTo>
                  <a:lnTo>
                    <a:pt x="173178" y="122287"/>
                  </a:lnTo>
                  <a:lnTo>
                    <a:pt x="173178" y="122437"/>
                  </a:lnTo>
                  <a:lnTo>
                    <a:pt x="173328" y="122287"/>
                  </a:lnTo>
                  <a:lnTo>
                    <a:pt x="173777" y="121539"/>
                  </a:lnTo>
                  <a:lnTo>
                    <a:pt x="173926" y="121240"/>
                  </a:lnTo>
                  <a:lnTo>
                    <a:pt x="174525" y="121240"/>
                  </a:lnTo>
                  <a:lnTo>
                    <a:pt x="174226" y="122437"/>
                  </a:lnTo>
                  <a:lnTo>
                    <a:pt x="174375" y="122437"/>
                  </a:lnTo>
                  <a:lnTo>
                    <a:pt x="174824" y="121240"/>
                  </a:lnTo>
                  <a:lnTo>
                    <a:pt x="175573" y="121240"/>
                  </a:lnTo>
                  <a:lnTo>
                    <a:pt x="175573" y="121539"/>
                  </a:lnTo>
                  <a:lnTo>
                    <a:pt x="175124" y="122587"/>
                  </a:lnTo>
                  <a:lnTo>
                    <a:pt x="175273" y="122736"/>
                  </a:lnTo>
                  <a:lnTo>
                    <a:pt x="175573" y="122138"/>
                  </a:lnTo>
                  <a:lnTo>
                    <a:pt x="175722" y="121689"/>
                  </a:lnTo>
                  <a:lnTo>
                    <a:pt x="175872" y="121240"/>
                  </a:lnTo>
                  <a:lnTo>
                    <a:pt x="176620" y="121240"/>
                  </a:lnTo>
                  <a:lnTo>
                    <a:pt x="176321" y="122138"/>
                  </a:lnTo>
                  <a:lnTo>
                    <a:pt x="176171" y="123036"/>
                  </a:lnTo>
                  <a:lnTo>
                    <a:pt x="176321" y="123036"/>
                  </a:lnTo>
                  <a:lnTo>
                    <a:pt x="176620" y="122138"/>
                  </a:lnTo>
                  <a:lnTo>
                    <a:pt x="176920" y="121240"/>
                  </a:lnTo>
                  <a:lnTo>
                    <a:pt x="177818" y="121240"/>
                  </a:lnTo>
                  <a:lnTo>
                    <a:pt x="177519" y="121838"/>
                  </a:lnTo>
                  <a:lnTo>
                    <a:pt x="177069" y="123185"/>
                  </a:lnTo>
                  <a:lnTo>
                    <a:pt x="177219" y="123335"/>
                  </a:lnTo>
                  <a:lnTo>
                    <a:pt x="177818" y="121838"/>
                  </a:lnTo>
                  <a:lnTo>
                    <a:pt x="177968" y="121240"/>
                  </a:lnTo>
                  <a:lnTo>
                    <a:pt x="178866" y="121240"/>
                  </a:lnTo>
                  <a:lnTo>
                    <a:pt x="178716" y="121689"/>
                  </a:lnTo>
                  <a:lnTo>
                    <a:pt x="178117" y="123635"/>
                  </a:lnTo>
                  <a:lnTo>
                    <a:pt x="178267" y="123635"/>
                  </a:lnTo>
                  <a:lnTo>
                    <a:pt x="178566" y="122886"/>
                  </a:lnTo>
                  <a:lnTo>
                    <a:pt x="178866" y="122138"/>
                  </a:lnTo>
                  <a:lnTo>
                    <a:pt x="179015" y="121240"/>
                  </a:lnTo>
                  <a:lnTo>
                    <a:pt x="180063" y="121240"/>
                  </a:lnTo>
                  <a:lnTo>
                    <a:pt x="179764" y="122287"/>
                  </a:lnTo>
                  <a:lnTo>
                    <a:pt x="179464" y="123036"/>
                  </a:lnTo>
                  <a:lnTo>
                    <a:pt x="179315" y="123934"/>
                  </a:lnTo>
                  <a:lnTo>
                    <a:pt x="179764" y="123185"/>
                  </a:lnTo>
                  <a:lnTo>
                    <a:pt x="180063" y="122287"/>
                  </a:lnTo>
                  <a:lnTo>
                    <a:pt x="180362" y="121240"/>
                  </a:lnTo>
                  <a:lnTo>
                    <a:pt x="181560" y="121240"/>
                  </a:lnTo>
                  <a:lnTo>
                    <a:pt x="181260" y="122287"/>
                  </a:lnTo>
                  <a:lnTo>
                    <a:pt x="180662" y="123784"/>
                  </a:lnTo>
                  <a:lnTo>
                    <a:pt x="180662" y="123934"/>
                  </a:lnTo>
                  <a:lnTo>
                    <a:pt x="180811" y="123934"/>
                  </a:lnTo>
                  <a:lnTo>
                    <a:pt x="181111" y="123335"/>
                  </a:lnTo>
                  <a:lnTo>
                    <a:pt x="181410" y="122736"/>
                  </a:lnTo>
                  <a:lnTo>
                    <a:pt x="181859" y="121240"/>
                  </a:lnTo>
                  <a:lnTo>
                    <a:pt x="182757" y="121240"/>
                  </a:lnTo>
                  <a:lnTo>
                    <a:pt x="182308" y="122587"/>
                  </a:lnTo>
                  <a:lnTo>
                    <a:pt x="182009" y="123485"/>
                  </a:lnTo>
                  <a:lnTo>
                    <a:pt x="181859" y="124383"/>
                  </a:lnTo>
                  <a:lnTo>
                    <a:pt x="182308" y="123485"/>
                  </a:lnTo>
                  <a:lnTo>
                    <a:pt x="182608" y="122587"/>
                  </a:lnTo>
                  <a:lnTo>
                    <a:pt x="182907" y="121240"/>
                  </a:lnTo>
                  <a:lnTo>
                    <a:pt x="183955" y="121240"/>
                  </a:lnTo>
                  <a:lnTo>
                    <a:pt x="183506" y="122437"/>
                  </a:lnTo>
                  <a:lnTo>
                    <a:pt x="183057" y="124383"/>
                  </a:lnTo>
                  <a:lnTo>
                    <a:pt x="183057" y="124533"/>
                  </a:lnTo>
                  <a:lnTo>
                    <a:pt x="183206" y="124533"/>
                  </a:lnTo>
                  <a:lnTo>
                    <a:pt x="183506" y="123635"/>
                  </a:lnTo>
                  <a:lnTo>
                    <a:pt x="183805" y="122736"/>
                  </a:lnTo>
                  <a:lnTo>
                    <a:pt x="184254" y="121240"/>
                  </a:lnTo>
                  <a:close/>
                  <a:moveTo>
                    <a:pt x="147433" y="114354"/>
                  </a:moveTo>
                  <a:lnTo>
                    <a:pt x="146834" y="116749"/>
                  </a:lnTo>
                  <a:lnTo>
                    <a:pt x="146086" y="118845"/>
                  </a:lnTo>
                  <a:lnTo>
                    <a:pt x="145338" y="121090"/>
                  </a:lnTo>
                  <a:lnTo>
                    <a:pt x="144440" y="123185"/>
                  </a:lnTo>
                  <a:lnTo>
                    <a:pt x="143392" y="125281"/>
                  </a:lnTo>
                  <a:lnTo>
                    <a:pt x="142194" y="127227"/>
                  </a:lnTo>
                  <a:lnTo>
                    <a:pt x="140997" y="129173"/>
                  </a:lnTo>
                  <a:lnTo>
                    <a:pt x="139650" y="131118"/>
                  </a:lnTo>
                  <a:lnTo>
                    <a:pt x="129172" y="117198"/>
                  </a:lnTo>
                  <a:lnTo>
                    <a:pt x="147433" y="114354"/>
                  </a:lnTo>
                  <a:close/>
                  <a:moveTo>
                    <a:pt x="62117" y="114654"/>
                  </a:moveTo>
                  <a:lnTo>
                    <a:pt x="80976" y="117198"/>
                  </a:lnTo>
                  <a:lnTo>
                    <a:pt x="70199" y="131717"/>
                  </a:lnTo>
                  <a:lnTo>
                    <a:pt x="68852" y="129921"/>
                  </a:lnTo>
                  <a:lnTo>
                    <a:pt x="67505" y="127826"/>
                  </a:lnTo>
                  <a:lnTo>
                    <a:pt x="66308" y="125880"/>
                  </a:lnTo>
                  <a:lnTo>
                    <a:pt x="65260" y="123635"/>
                  </a:lnTo>
                  <a:lnTo>
                    <a:pt x="64212" y="121539"/>
                  </a:lnTo>
                  <a:lnTo>
                    <a:pt x="63464" y="119294"/>
                  </a:lnTo>
                  <a:lnTo>
                    <a:pt x="62715" y="117049"/>
                  </a:lnTo>
                  <a:lnTo>
                    <a:pt x="62117" y="114654"/>
                  </a:lnTo>
                  <a:close/>
                  <a:moveTo>
                    <a:pt x="60620" y="115253"/>
                  </a:moveTo>
                  <a:lnTo>
                    <a:pt x="61667" y="118845"/>
                  </a:lnTo>
                  <a:lnTo>
                    <a:pt x="63015" y="122287"/>
                  </a:lnTo>
                  <a:lnTo>
                    <a:pt x="64511" y="125580"/>
                  </a:lnTo>
                  <a:lnTo>
                    <a:pt x="66308" y="128724"/>
                  </a:lnTo>
                  <a:lnTo>
                    <a:pt x="60470" y="132466"/>
                  </a:lnTo>
                  <a:lnTo>
                    <a:pt x="58524" y="128873"/>
                  </a:lnTo>
                  <a:lnTo>
                    <a:pt x="56728" y="125131"/>
                  </a:lnTo>
                  <a:lnTo>
                    <a:pt x="55231" y="121090"/>
                  </a:lnTo>
                  <a:lnTo>
                    <a:pt x="54034" y="117049"/>
                  </a:lnTo>
                  <a:lnTo>
                    <a:pt x="60620" y="115253"/>
                  </a:lnTo>
                  <a:close/>
                  <a:moveTo>
                    <a:pt x="148331" y="116899"/>
                  </a:moveTo>
                  <a:lnTo>
                    <a:pt x="155067" y="118396"/>
                  </a:lnTo>
                  <a:lnTo>
                    <a:pt x="153869" y="122287"/>
                  </a:lnTo>
                  <a:lnTo>
                    <a:pt x="152223" y="126029"/>
                  </a:lnTo>
                  <a:lnTo>
                    <a:pt x="150427" y="129622"/>
                  </a:lnTo>
                  <a:lnTo>
                    <a:pt x="148481" y="133064"/>
                  </a:lnTo>
                  <a:lnTo>
                    <a:pt x="142643" y="129322"/>
                  </a:lnTo>
                  <a:lnTo>
                    <a:pt x="144440" y="126329"/>
                  </a:lnTo>
                  <a:lnTo>
                    <a:pt x="145936" y="123335"/>
                  </a:lnTo>
                  <a:lnTo>
                    <a:pt x="147283" y="120192"/>
                  </a:lnTo>
                  <a:lnTo>
                    <a:pt x="148331" y="116899"/>
                  </a:lnTo>
                  <a:close/>
                  <a:moveTo>
                    <a:pt x="142194" y="130071"/>
                  </a:moveTo>
                  <a:lnTo>
                    <a:pt x="147882" y="133962"/>
                  </a:lnTo>
                  <a:lnTo>
                    <a:pt x="146385" y="135908"/>
                  </a:lnTo>
                  <a:lnTo>
                    <a:pt x="144889" y="138004"/>
                  </a:lnTo>
                  <a:lnTo>
                    <a:pt x="140548" y="132316"/>
                  </a:lnTo>
                  <a:lnTo>
                    <a:pt x="142194" y="130071"/>
                  </a:lnTo>
                  <a:close/>
                  <a:moveTo>
                    <a:pt x="66906" y="129472"/>
                  </a:moveTo>
                  <a:lnTo>
                    <a:pt x="68104" y="131268"/>
                  </a:lnTo>
                  <a:lnTo>
                    <a:pt x="69301" y="132915"/>
                  </a:lnTo>
                  <a:lnTo>
                    <a:pt x="65110" y="138752"/>
                  </a:lnTo>
                  <a:lnTo>
                    <a:pt x="63015" y="136058"/>
                  </a:lnTo>
                  <a:lnTo>
                    <a:pt x="61069" y="133214"/>
                  </a:lnTo>
                  <a:lnTo>
                    <a:pt x="66906" y="129472"/>
                  </a:lnTo>
                  <a:close/>
                  <a:moveTo>
                    <a:pt x="161802" y="141596"/>
                  </a:moveTo>
                  <a:lnTo>
                    <a:pt x="162700" y="141895"/>
                  </a:lnTo>
                  <a:lnTo>
                    <a:pt x="162401" y="142344"/>
                  </a:lnTo>
                  <a:lnTo>
                    <a:pt x="161802" y="141596"/>
                  </a:lnTo>
                  <a:close/>
                  <a:moveTo>
                    <a:pt x="36522" y="123934"/>
                  </a:moveTo>
                  <a:lnTo>
                    <a:pt x="38018" y="128574"/>
                  </a:lnTo>
                  <a:lnTo>
                    <a:pt x="39814" y="133064"/>
                  </a:lnTo>
                  <a:lnTo>
                    <a:pt x="41910" y="137405"/>
                  </a:lnTo>
                  <a:lnTo>
                    <a:pt x="44305" y="141596"/>
                  </a:lnTo>
                  <a:lnTo>
                    <a:pt x="33827" y="145188"/>
                  </a:lnTo>
                  <a:lnTo>
                    <a:pt x="31732" y="141446"/>
                  </a:lnTo>
                  <a:lnTo>
                    <a:pt x="29936" y="137555"/>
                  </a:lnTo>
                  <a:lnTo>
                    <a:pt x="28289" y="133663"/>
                  </a:lnTo>
                  <a:lnTo>
                    <a:pt x="26792" y="129472"/>
                  </a:lnTo>
                  <a:lnTo>
                    <a:pt x="36522" y="123934"/>
                  </a:lnTo>
                  <a:close/>
                  <a:moveTo>
                    <a:pt x="172878" y="123934"/>
                  </a:moveTo>
                  <a:lnTo>
                    <a:pt x="182608" y="129472"/>
                  </a:lnTo>
                  <a:lnTo>
                    <a:pt x="181111" y="133513"/>
                  </a:lnTo>
                  <a:lnTo>
                    <a:pt x="179464" y="137555"/>
                  </a:lnTo>
                  <a:lnTo>
                    <a:pt x="177668" y="141446"/>
                  </a:lnTo>
                  <a:lnTo>
                    <a:pt x="175573" y="145188"/>
                  </a:lnTo>
                  <a:lnTo>
                    <a:pt x="165095" y="141596"/>
                  </a:lnTo>
                  <a:lnTo>
                    <a:pt x="167490" y="137405"/>
                  </a:lnTo>
                  <a:lnTo>
                    <a:pt x="169586" y="133064"/>
                  </a:lnTo>
                  <a:lnTo>
                    <a:pt x="171382" y="128574"/>
                  </a:lnTo>
                  <a:lnTo>
                    <a:pt x="172878" y="123934"/>
                  </a:lnTo>
                  <a:close/>
                  <a:moveTo>
                    <a:pt x="92352" y="129771"/>
                  </a:moveTo>
                  <a:lnTo>
                    <a:pt x="95046" y="147433"/>
                  </a:lnTo>
                  <a:lnTo>
                    <a:pt x="92801" y="146835"/>
                  </a:lnTo>
                  <a:lnTo>
                    <a:pt x="90705" y="146236"/>
                  </a:lnTo>
                  <a:lnTo>
                    <a:pt x="88610" y="145488"/>
                  </a:lnTo>
                  <a:lnTo>
                    <a:pt x="86514" y="144590"/>
                  </a:lnTo>
                  <a:lnTo>
                    <a:pt x="84568" y="143542"/>
                  </a:lnTo>
                  <a:lnTo>
                    <a:pt x="82622" y="142494"/>
                  </a:lnTo>
                  <a:lnTo>
                    <a:pt x="80677" y="141297"/>
                  </a:lnTo>
                  <a:lnTo>
                    <a:pt x="78880" y="140099"/>
                  </a:lnTo>
                  <a:lnTo>
                    <a:pt x="92352" y="129771"/>
                  </a:lnTo>
                  <a:close/>
                  <a:moveTo>
                    <a:pt x="117048" y="129023"/>
                  </a:moveTo>
                  <a:lnTo>
                    <a:pt x="131268" y="139500"/>
                  </a:lnTo>
                  <a:lnTo>
                    <a:pt x="129472" y="140848"/>
                  </a:lnTo>
                  <a:lnTo>
                    <a:pt x="127526" y="142045"/>
                  </a:lnTo>
                  <a:lnTo>
                    <a:pt x="125430" y="143242"/>
                  </a:lnTo>
                  <a:lnTo>
                    <a:pt x="123485" y="144290"/>
                  </a:lnTo>
                  <a:lnTo>
                    <a:pt x="121239" y="145188"/>
                  </a:lnTo>
                  <a:lnTo>
                    <a:pt x="119144" y="146086"/>
                  </a:lnTo>
                  <a:lnTo>
                    <a:pt x="116899" y="146835"/>
                  </a:lnTo>
                  <a:lnTo>
                    <a:pt x="114504" y="147433"/>
                  </a:lnTo>
                  <a:lnTo>
                    <a:pt x="117048" y="129023"/>
                  </a:lnTo>
                  <a:close/>
                  <a:moveTo>
                    <a:pt x="77683" y="140997"/>
                  </a:moveTo>
                  <a:lnTo>
                    <a:pt x="79779" y="142494"/>
                  </a:lnTo>
                  <a:lnTo>
                    <a:pt x="76186" y="148331"/>
                  </a:lnTo>
                  <a:lnTo>
                    <a:pt x="73941" y="146835"/>
                  </a:lnTo>
                  <a:lnTo>
                    <a:pt x="71995" y="145338"/>
                  </a:lnTo>
                  <a:lnTo>
                    <a:pt x="77683" y="140997"/>
                  </a:lnTo>
                  <a:close/>
                  <a:moveTo>
                    <a:pt x="132465" y="140399"/>
                  </a:moveTo>
                  <a:lnTo>
                    <a:pt x="138303" y="144590"/>
                  </a:lnTo>
                  <a:lnTo>
                    <a:pt x="135459" y="146835"/>
                  </a:lnTo>
                  <a:lnTo>
                    <a:pt x="132465" y="148781"/>
                  </a:lnTo>
                  <a:lnTo>
                    <a:pt x="128873" y="142943"/>
                  </a:lnTo>
                  <a:lnTo>
                    <a:pt x="130669" y="141746"/>
                  </a:lnTo>
                  <a:lnTo>
                    <a:pt x="132465" y="140399"/>
                  </a:lnTo>
                  <a:close/>
                  <a:moveTo>
                    <a:pt x="47747" y="141596"/>
                  </a:moveTo>
                  <a:lnTo>
                    <a:pt x="46999" y="142344"/>
                  </a:lnTo>
                  <a:lnTo>
                    <a:pt x="46400" y="143093"/>
                  </a:lnTo>
                  <a:lnTo>
                    <a:pt x="45652" y="143841"/>
                  </a:lnTo>
                  <a:lnTo>
                    <a:pt x="38318" y="152373"/>
                  </a:lnTo>
                  <a:lnTo>
                    <a:pt x="36222" y="149230"/>
                  </a:lnTo>
                  <a:lnTo>
                    <a:pt x="34276" y="146086"/>
                  </a:lnTo>
                  <a:lnTo>
                    <a:pt x="34576" y="145937"/>
                  </a:lnTo>
                  <a:lnTo>
                    <a:pt x="35474" y="147284"/>
                  </a:lnTo>
                  <a:lnTo>
                    <a:pt x="36072" y="148032"/>
                  </a:lnTo>
                  <a:lnTo>
                    <a:pt x="36671" y="148631"/>
                  </a:lnTo>
                  <a:lnTo>
                    <a:pt x="36821" y="148631"/>
                  </a:lnTo>
                  <a:lnTo>
                    <a:pt x="35623" y="146984"/>
                  </a:lnTo>
                  <a:lnTo>
                    <a:pt x="34875" y="145937"/>
                  </a:lnTo>
                  <a:lnTo>
                    <a:pt x="35773" y="145637"/>
                  </a:lnTo>
                  <a:lnTo>
                    <a:pt x="36671" y="146685"/>
                  </a:lnTo>
                  <a:lnTo>
                    <a:pt x="37270" y="147433"/>
                  </a:lnTo>
                  <a:lnTo>
                    <a:pt x="37869" y="148182"/>
                  </a:lnTo>
                  <a:lnTo>
                    <a:pt x="38018" y="148182"/>
                  </a:lnTo>
                  <a:lnTo>
                    <a:pt x="37420" y="147284"/>
                  </a:lnTo>
                  <a:lnTo>
                    <a:pt x="36821" y="146535"/>
                  </a:lnTo>
                  <a:lnTo>
                    <a:pt x="36072" y="145488"/>
                  </a:lnTo>
                  <a:lnTo>
                    <a:pt x="36971" y="145188"/>
                  </a:lnTo>
                  <a:lnTo>
                    <a:pt x="37569" y="146236"/>
                  </a:lnTo>
                  <a:lnTo>
                    <a:pt x="38168" y="146835"/>
                  </a:lnTo>
                  <a:lnTo>
                    <a:pt x="38767" y="147284"/>
                  </a:lnTo>
                  <a:lnTo>
                    <a:pt x="37719" y="145937"/>
                  </a:lnTo>
                  <a:lnTo>
                    <a:pt x="37270" y="145188"/>
                  </a:lnTo>
                  <a:lnTo>
                    <a:pt x="38318" y="144739"/>
                  </a:lnTo>
                  <a:lnTo>
                    <a:pt x="39066" y="145637"/>
                  </a:lnTo>
                  <a:lnTo>
                    <a:pt x="39515" y="146236"/>
                  </a:lnTo>
                  <a:lnTo>
                    <a:pt x="40114" y="146835"/>
                  </a:lnTo>
                  <a:lnTo>
                    <a:pt x="40263" y="146835"/>
                  </a:lnTo>
                  <a:lnTo>
                    <a:pt x="39814" y="146086"/>
                  </a:lnTo>
                  <a:lnTo>
                    <a:pt x="39216" y="145338"/>
                  </a:lnTo>
                  <a:lnTo>
                    <a:pt x="38617" y="144590"/>
                  </a:lnTo>
                  <a:lnTo>
                    <a:pt x="39515" y="144290"/>
                  </a:lnTo>
                  <a:lnTo>
                    <a:pt x="39964" y="145039"/>
                  </a:lnTo>
                  <a:lnTo>
                    <a:pt x="40413" y="145637"/>
                  </a:lnTo>
                  <a:lnTo>
                    <a:pt x="41012" y="146236"/>
                  </a:lnTo>
                  <a:lnTo>
                    <a:pt x="41162" y="146236"/>
                  </a:lnTo>
                  <a:lnTo>
                    <a:pt x="39964" y="144440"/>
                  </a:lnTo>
                  <a:lnTo>
                    <a:pt x="39814" y="144290"/>
                  </a:lnTo>
                  <a:lnTo>
                    <a:pt x="40563" y="143991"/>
                  </a:lnTo>
                  <a:lnTo>
                    <a:pt x="40713" y="144290"/>
                  </a:lnTo>
                  <a:lnTo>
                    <a:pt x="41311" y="145039"/>
                  </a:lnTo>
                  <a:lnTo>
                    <a:pt x="41910" y="145637"/>
                  </a:lnTo>
                  <a:lnTo>
                    <a:pt x="42060" y="145637"/>
                  </a:lnTo>
                  <a:lnTo>
                    <a:pt x="42060" y="145488"/>
                  </a:lnTo>
                  <a:lnTo>
                    <a:pt x="41162" y="144440"/>
                  </a:lnTo>
                  <a:lnTo>
                    <a:pt x="40862" y="143841"/>
                  </a:lnTo>
                  <a:lnTo>
                    <a:pt x="41611" y="143691"/>
                  </a:lnTo>
                  <a:lnTo>
                    <a:pt x="42060" y="144140"/>
                  </a:lnTo>
                  <a:lnTo>
                    <a:pt x="42658" y="145039"/>
                  </a:lnTo>
                  <a:lnTo>
                    <a:pt x="42808" y="145039"/>
                  </a:lnTo>
                  <a:lnTo>
                    <a:pt x="42509" y="144440"/>
                  </a:lnTo>
                  <a:lnTo>
                    <a:pt x="42060" y="143991"/>
                  </a:lnTo>
                  <a:lnTo>
                    <a:pt x="41760" y="143542"/>
                  </a:lnTo>
                  <a:lnTo>
                    <a:pt x="42509" y="143242"/>
                  </a:lnTo>
                  <a:lnTo>
                    <a:pt x="42808" y="143542"/>
                  </a:lnTo>
                  <a:lnTo>
                    <a:pt x="43107" y="143991"/>
                  </a:lnTo>
                  <a:lnTo>
                    <a:pt x="43556" y="144440"/>
                  </a:lnTo>
                  <a:lnTo>
                    <a:pt x="43706" y="144290"/>
                  </a:lnTo>
                  <a:lnTo>
                    <a:pt x="42958" y="143392"/>
                  </a:lnTo>
                  <a:lnTo>
                    <a:pt x="42808" y="143242"/>
                  </a:lnTo>
                  <a:lnTo>
                    <a:pt x="43556" y="142943"/>
                  </a:lnTo>
                  <a:lnTo>
                    <a:pt x="44454" y="143841"/>
                  </a:lnTo>
                  <a:lnTo>
                    <a:pt x="44604" y="143841"/>
                  </a:lnTo>
                  <a:lnTo>
                    <a:pt x="43856" y="142793"/>
                  </a:lnTo>
                  <a:lnTo>
                    <a:pt x="44454" y="142644"/>
                  </a:lnTo>
                  <a:lnTo>
                    <a:pt x="44604" y="142793"/>
                  </a:lnTo>
                  <a:lnTo>
                    <a:pt x="44904" y="143093"/>
                  </a:lnTo>
                  <a:lnTo>
                    <a:pt x="45353" y="143392"/>
                  </a:lnTo>
                  <a:lnTo>
                    <a:pt x="45502" y="143392"/>
                  </a:lnTo>
                  <a:lnTo>
                    <a:pt x="45053" y="142943"/>
                  </a:lnTo>
                  <a:lnTo>
                    <a:pt x="44904" y="142644"/>
                  </a:lnTo>
                  <a:lnTo>
                    <a:pt x="44754" y="142494"/>
                  </a:lnTo>
                  <a:lnTo>
                    <a:pt x="45353" y="142344"/>
                  </a:lnTo>
                  <a:lnTo>
                    <a:pt x="45502" y="142344"/>
                  </a:lnTo>
                  <a:lnTo>
                    <a:pt x="45951" y="142793"/>
                  </a:lnTo>
                  <a:lnTo>
                    <a:pt x="46101" y="142793"/>
                  </a:lnTo>
                  <a:lnTo>
                    <a:pt x="45652" y="142195"/>
                  </a:lnTo>
                  <a:lnTo>
                    <a:pt x="45802" y="142195"/>
                  </a:lnTo>
                  <a:lnTo>
                    <a:pt x="46400" y="142045"/>
                  </a:lnTo>
                  <a:lnTo>
                    <a:pt x="46999" y="142344"/>
                  </a:lnTo>
                  <a:lnTo>
                    <a:pt x="46700" y="141895"/>
                  </a:lnTo>
                  <a:lnTo>
                    <a:pt x="47747" y="141596"/>
                  </a:lnTo>
                  <a:close/>
                  <a:moveTo>
                    <a:pt x="174226" y="110313"/>
                  </a:moveTo>
                  <a:lnTo>
                    <a:pt x="174076" y="112858"/>
                  </a:lnTo>
                  <a:lnTo>
                    <a:pt x="173777" y="115402"/>
                  </a:lnTo>
                  <a:lnTo>
                    <a:pt x="173328" y="117947"/>
                  </a:lnTo>
                  <a:lnTo>
                    <a:pt x="172729" y="120342"/>
                  </a:lnTo>
                  <a:lnTo>
                    <a:pt x="166742" y="120342"/>
                  </a:lnTo>
                  <a:lnTo>
                    <a:pt x="171980" y="123335"/>
                  </a:lnTo>
                  <a:lnTo>
                    <a:pt x="170484" y="128125"/>
                  </a:lnTo>
                  <a:lnTo>
                    <a:pt x="168687" y="132615"/>
                  </a:lnTo>
                  <a:lnTo>
                    <a:pt x="166592" y="137106"/>
                  </a:lnTo>
                  <a:lnTo>
                    <a:pt x="164197" y="141297"/>
                  </a:lnTo>
                  <a:lnTo>
                    <a:pt x="158659" y="139500"/>
                  </a:lnTo>
                  <a:lnTo>
                    <a:pt x="162551" y="143841"/>
                  </a:lnTo>
                  <a:lnTo>
                    <a:pt x="160904" y="146086"/>
                  </a:lnTo>
                  <a:lnTo>
                    <a:pt x="159258" y="148182"/>
                  </a:lnTo>
                  <a:lnTo>
                    <a:pt x="157611" y="150277"/>
                  </a:lnTo>
                  <a:lnTo>
                    <a:pt x="155815" y="152373"/>
                  </a:lnTo>
                  <a:lnTo>
                    <a:pt x="145936" y="139351"/>
                  </a:lnTo>
                  <a:lnTo>
                    <a:pt x="147733" y="137106"/>
                  </a:lnTo>
                  <a:lnTo>
                    <a:pt x="149379" y="134860"/>
                  </a:lnTo>
                  <a:lnTo>
                    <a:pt x="152522" y="136956"/>
                  </a:lnTo>
                  <a:lnTo>
                    <a:pt x="152373" y="137854"/>
                  </a:lnTo>
                  <a:lnTo>
                    <a:pt x="152522" y="138602"/>
                  </a:lnTo>
                  <a:lnTo>
                    <a:pt x="153121" y="139201"/>
                  </a:lnTo>
                  <a:lnTo>
                    <a:pt x="153869" y="139650"/>
                  </a:lnTo>
                  <a:lnTo>
                    <a:pt x="154169" y="139800"/>
                  </a:lnTo>
                  <a:lnTo>
                    <a:pt x="154618" y="139800"/>
                  </a:lnTo>
                  <a:lnTo>
                    <a:pt x="155516" y="139650"/>
                  </a:lnTo>
                  <a:lnTo>
                    <a:pt x="156115" y="139201"/>
                  </a:lnTo>
                  <a:lnTo>
                    <a:pt x="156414" y="138752"/>
                  </a:lnTo>
                  <a:lnTo>
                    <a:pt x="156564" y="138453"/>
                  </a:lnTo>
                  <a:lnTo>
                    <a:pt x="156713" y="138004"/>
                  </a:lnTo>
                  <a:lnTo>
                    <a:pt x="156713" y="137555"/>
                  </a:lnTo>
                  <a:lnTo>
                    <a:pt x="156564" y="136657"/>
                  </a:lnTo>
                  <a:lnTo>
                    <a:pt x="156115" y="136058"/>
                  </a:lnTo>
                  <a:lnTo>
                    <a:pt x="155665" y="135758"/>
                  </a:lnTo>
                  <a:lnTo>
                    <a:pt x="155366" y="135609"/>
                  </a:lnTo>
                  <a:lnTo>
                    <a:pt x="154618" y="135459"/>
                  </a:lnTo>
                  <a:lnTo>
                    <a:pt x="154019" y="135459"/>
                  </a:lnTo>
                  <a:lnTo>
                    <a:pt x="153420" y="135758"/>
                  </a:lnTo>
                  <a:lnTo>
                    <a:pt x="152971" y="136058"/>
                  </a:lnTo>
                  <a:lnTo>
                    <a:pt x="149828" y="134112"/>
                  </a:lnTo>
                  <a:lnTo>
                    <a:pt x="152073" y="130520"/>
                  </a:lnTo>
                  <a:lnTo>
                    <a:pt x="153869" y="126778"/>
                  </a:lnTo>
                  <a:lnTo>
                    <a:pt x="155516" y="122736"/>
                  </a:lnTo>
                  <a:lnTo>
                    <a:pt x="156713" y="118695"/>
                  </a:lnTo>
                  <a:lnTo>
                    <a:pt x="160605" y="119593"/>
                  </a:lnTo>
                  <a:lnTo>
                    <a:pt x="160755" y="120342"/>
                  </a:lnTo>
                  <a:lnTo>
                    <a:pt x="161204" y="121090"/>
                  </a:lnTo>
                  <a:lnTo>
                    <a:pt x="161952" y="121539"/>
                  </a:lnTo>
                  <a:lnTo>
                    <a:pt x="162700" y="121689"/>
                  </a:lnTo>
                  <a:lnTo>
                    <a:pt x="163149" y="121689"/>
                  </a:lnTo>
                  <a:lnTo>
                    <a:pt x="163598" y="121539"/>
                  </a:lnTo>
                  <a:lnTo>
                    <a:pt x="164347" y="121090"/>
                  </a:lnTo>
                  <a:lnTo>
                    <a:pt x="164796" y="120342"/>
                  </a:lnTo>
                  <a:lnTo>
                    <a:pt x="164946" y="120042"/>
                  </a:lnTo>
                  <a:lnTo>
                    <a:pt x="164946" y="119593"/>
                  </a:lnTo>
                  <a:lnTo>
                    <a:pt x="164946" y="119144"/>
                  </a:lnTo>
                  <a:lnTo>
                    <a:pt x="164796" y="118695"/>
                  </a:lnTo>
                  <a:lnTo>
                    <a:pt x="164347" y="117947"/>
                  </a:lnTo>
                  <a:lnTo>
                    <a:pt x="163748" y="117498"/>
                  </a:lnTo>
                  <a:lnTo>
                    <a:pt x="163299" y="117348"/>
                  </a:lnTo>
                  <a:lnTo>
                    <a:pt x="162102" y="117348"/>
                  </a:lnTo>
                  <a:lnTo>
                    <a:pt x="161653" y="117647"/>
                  </a:lnTo>
                  <a:lnTo>
                    <a:pt x="161054" y="118096"/>
                  </a:lnTo>
                  <a:lnTo>
                    <a:pt x="160755" y="118545"/>
                  </a:lnTo>
                  <a:lnTo>
                    <a:pt x="157013" y="117797"/>
                  </a:lnTo>
                  <a:lnTo>
                    <a:pt x="157611" y="115253"/>
                  </a:lnTo>
                  <a:lnTo>
                    <a:pt x="157911" y="112858"/>
                  </a:lnTo>
                  <a:lnTo>
                    <a:pt x="174226" y="110313"/>
                  </a:lnTo>
                  <a:close/>
                  <a:moveTo>
                    <a:pt x="163000" y="142045"/>
                  </a:moveTo>
                  <a:lnTo>
                    <a:pt x="163598" y="142195"/>
                  </a:lnTo>
                  <a:lnTo>
                    <a:pt x="163748" y="142195"/>
                  </a:lnTo>
                  <a:lnTo>
                    <a:pt x="163299" y="142793"/>
                  </a:lnTo>
                  <a:lnTo>
                    <a:pt x="163449" y="142793"/>
                  </a:lnTo>
                  <a:lnTo>
                    <a:pt x="164047" y="142344"/>
                  </a:lnTo>
                  <a:lnTo>
                    <a:pt x="164646" y="142494"/>
                  </a:lnTo>
                  <a:lnTo>
                    <a:pt x="164646" y="142644"/>
                  </a:lnTo>
                  <a:lnTo>
                    <a:pt x="164197" y="143242"/>
                  </a:lnTo>
                  <a:lnTo>
                    <a:pt x="164047" y="143392"/>
                  </a:lnTo>
                  <a:lnTo>
                    <a:pt x="164497" y="143093"/>
                  </a:lnTo>
                  <a:lnTo>
                    <a:pt x="164796" y="142793"/>
                  </a:lnTo>
                  <a:lnTo>
                    <a:pt x="164946" y="142644"/>
                  </a:lnTo>
                  <a:lnTo>
                    <a:pt x="165694" y="142793"/>
                  </a:lnTo>
                  <a:lnTo>
                    <a:pt x="164946" y="143841"/>
                  </a:lnTo>
                  <a:lnTo>
                    <a:pt x="165844" y="142943"/>
                  </a:lnTo>
                  <a:lnTo>
                    <a:pt x="166592" y="143242"/>
                  </a:lnTo>
                  <a:lnTo>
                    <a:pt x="166442" y="143392"/>
                  </a:lnTo>
                  <a:lnTo>
                    <a:pt x="165844" y="144290"/>
                  </a:lnTo>
                  <a:lnTo>
                    <a:pt x="165844" y="144440"/>
                  </a:lnTo>
                  <a:lnTo>
                    <a:pt x="166293" y="143991"/>
                  </a:lnTo>
                  <a:lnTo>
                    <a:pt x="166592" y="143542"/>
                  </a:lnTo>
                  <a:lnTo>
                    <a:pt x="166891" y="143242"/>
                  </a:lnTo>
                  <a:lnTo>
                    <a:pt x="167640" y="143542"/>
                  </a:lnTo>
                  <a:lnTo>
                    <a:pt x="167340" y="143991"/>
                  </a:lnTo>
                  <a:lnTo>
                    <a:pt x="166891" y="144440"/>
                  </a:lnTo>
                  <a:lnTo>
                    <a:pt x="166742" y="145039"/>
                  </a:lnTo>
                  <a:lnTo>
                    <a:pt x="167490" y="144140"/>
                  </a:lnTo>
                  <a:lnTo>
                    <a:pt x="167789" y="143691"/>
                  </a:lnTo>
                  <a:lnTo>
                    <a:pt x="168687" y="143841"/>
                  </a:lnTo>
                  <a:lnTo>
                    <a:pt x="168238" y="144440"/>
                  </a:lnTo>
                  <a:lnTo>
                    <a:pt x="167490" y="145488"/>
                  </a:lnTo>
                  <a:lnTo>
                    <a:pt x="167490" y="145637"/>
                  </a:lnTo>
                  <a:lnTo>
                    <a:pt x="168089" y="145039"/>
                  </a:lnTo>
                  <a:lnTo>
                    <a:pt x="168687" y="144290"/>
                  </a:lnTo>
                  <a:lnTo>
                    <a:pt x="168987" y="143991"/>
                  </a:lnTo>
                  <a:lnTo>
                    <a:pt x="169735" y="144290"/>
                  </a:lnTo>
                  <a:lnTo>
                    <a:pt x="169436" y="144440"/>
                  </a:lnTo>
                  <a:lnTo>
                    <a:pt x="168238" y="146236"/>
                  </a:lnTo>
                  <a:lnTo>
                    <a:pt x="168388" y="146236"/>
                  </a:lnTo>
                  <a:lnTo>
                    <a:pt x="168987" y="145637"/>
                  </a:lnTo>
                  <a:lnTo>
                    <a:pt x="169436" y="145039"/>
                  </a:lnTo>
                  <a:lnTo>
                    <a:pt x="169885" y="144290"/>
                  </a:lnTo>
                  <a:lnTo>
                    <a:pt x="170783" y="144590"/>
                  </a:lnTo>
                  <a:lnTo>
                    <a:pt x="170184" y="145338"/>
                  </a:lnTo>
                  <a:lnTo>
                    <a:pt x="169735" y="146086"/>
                  </a:lnTo>
                  <a:lnTo>
                    <a:pt x="169286" y="146835"/>
                  </a:lnTo>
                  <a:lnTo>
                    <a:pt x="169286" y="146835"/>
                  </a:lnTo>
                  <a:lnTo>
                    <a:pt x="169885" y="146236"/>
                  </a:lnTo>
                  <a:lnTo>
                    <a:pt x="170484" y="145637"/>
                  </a:lnTo>
                  <a:lnTo>
                    <a:pt x="171082" y="144739"/>
                  </a:lnTo>
                  <a:lnTo>
                    <a:pt x="172280" y="145188"/>
                  </a:lnTo>
                  <a:lnTo>
                    <a:pt x="171681" y="145937"/>
                  </a:lnTo>
                  <a:lnTo>
                    <a:pt x="170633" y="147284"/>
                  </a:lnTo>
                  <a:lnTo>
                    <a:pt x="171232" y="146835"/>
                  </a:lnTo>
                  <a:lnTo>
                    <a:pt x="171831" y="146236"/>
                  </a:lnTo>
                  <a:lnTo>
                    <a:pt x="172579" y="145188"/>
                  </a:lnTo>
                  <a:lnTo>
                    <a:pt x="173328" y="145488"/>
                  </a:lnTo>
                  <a:lnTo>
                    <a:pt x="172579" y="146535"/>
                  </a:lnTo>
                  <a:lnTo>
                    <a:pt x="171980" y="147284"/>
                  </a:lnTo>
                  <a:lnTo>
                    <a:pt x="171531" y="148182"/>
                  </a:lnTo>
                  <a:lnTo>
                    <a:pt x="171531" y="148182"/>
                  </a:lnTo>
                  <a:lnTo>
                    <a:pt x="172280" y="147433"/>
                  </a:lnTo>
                  <a:lnTo>
                    <a:pt x="172729" y="146685"/>
                  </a:lnTo>
                  <a:lnTo>
                    <a:pt x="173627" y="145637"/>
                  </a:lnTo>
                  <a:lnTo>
                    <a:pt x="174525" y="145937"/>
                  </a:lnTo>
                  <a:lnTo>
                    <a:pt x="173777" y="146984"/>
                  </a:lnTo>
                  <a:lnTo>
                    <a:pt x="172579" y="148631"/>
                  </a:lnTo>
                  <a:lnTo>
                    <a:pt x="172729" y="148631"/>
                  </a:lnTo>
                  <a:lnTo>
                    <a:pt x="173328" y="148032"/>
                  </a:lnTo>
                  <a:lnTo>
                    <a:pt x="173926" y="147284"/>
                  </a:lnTo>
                  <a:lnTo>
                    <a:pt x="174824" y="145937"/>
                  </a:lnTo>
                  <a:lnTo>
                    <a:pt x="175124" y="146086"/>
                  </a:lnTo>
                  <a:lnTo>
                    <a:pt x="173178" y="149230"/>
                  </a:lnTo>
                  <a:lnTo>
                    <a:pt x="171082" y="152373"/>
                  </a:lnTo>
                  <a:lnTo>
                    <a:pt x="163748" y="143841"/>
                  </a:lnTo>
                  <a:lnTo>
                    <a:pt x="163000" y="143093"/>
                  </a:lnTo>
                  <a:lnTo>
                    <a:pt x="162551" y="142344"/>
                  </a:lnTo>
                  <a:lnTo>
                    <a:pt x="163000" y="142045"/>
                  </a:lnTo>
                  <a:close/>
                  <a:moveTo>
                    <a:pt x="35174" y="110912"/>
                  </a:moveTo>
                  <a:lnTo>
                    <a:pt x="51489" y="113157"/>
                  </a:lnTo>
                  <a:lnTo>
                    <a:pt x="52088" y="116600"/>
                  </a:lnTo>
                  <a:lnTo>
                    <a:pt x="48346" y="117647"/>
                  </a:lnTo>
                  <a:lnTo>
                    <a:pt x="47747" y="117049"/>
                  </a:lnTo>
                  <a:lnTo>
                    <a:pt x="47149" y="116600"/>
                  </a:lnTo>
                  <a:lnTo>
                    <a:pt x="46251" y="116450"/>
                  </a:lnTo>
                  <a:lnTo>
                    <a:pt x="45502" y="116749"/>
                  </a:lnTo>
                  <a:lnTo>
                    <a:pt x="45053" y="116899"/>
                  </a:lnTo>
                  <a:lnTo>
                    <a:pt x="44754" y="117198"/>
                  </a:lnTo>
                  <a:lnTo>
                    <a:pt x="44305" y="117947"/>
                  </a:lnTo>
                  <a:lnTo>
                    <a:pt x="44305" y="118845"/>
                  </a:lnTo>
                  <a:lnTo>
                    <a:pt x="44305" y="119294"/>
                  </a:lnTo>
                  <a:lnTo>
                    <a:pt x="44454" y="119743"/>
                  </a:lnTo>
                  <a:lnTo>
                    <a:pt x="44754" y="120042"/>
                  </a:lnTo>
                  <a:lnTo>
                    <a:pt x="45053" y="120342"/>
                  </a:lnTo>
                  <a:lnTo>
                    <a:pt x="45652" y="120791"/>
                  </a:lnTo>
                  <a:lnTo>
                    <a:pt x="46550" y="120940"/>
                  </a:lnTo>
                  <a:lnTo>
                    <a:pt x="46999" y="120791"/>
                  </a:lnTo>
                  <a:lnTo>
                    <a:pt x="47448" y="120641"/>
                  </a:lnTo>
                  <a:lnTo>
                    <a:pt x="47897" y="120342"/>
                  </a:lnTo>
                  <a:lnTo>
                    <a:pt x="48346" y="119743"/>
                  </a:lnTo>
                  <a:lnTo>
                    <a:pt x="48645" y="119294"/>
                  </a:lnTo>
                  <a:lnTo>
                    <a:pt x="48645" y="118545"/>
                  </a:lnTo>
                  <a:lnTo>
                    <a:pt x="52387" y="117498"/>
                  </a:lnTo>
                  <a:lnTo>
                    <a:pt x="53585" y="121689"/>
                  </a:lnTo>
                  <a:lnTo>
                    <a:pt x="55082" y="125730"/>
                  </a:lnTo>
                  <a:lnTo>
                    <a:pt x="56878" y="129622"/>
                  </a:lnTo>
                  <a:lnTo>
                    <a:pt x="59123" y="133364"/>
                  </a:lnTo>
                  <a:lnTo>
                    <a:pt x="55680" y="135609"/>
                  </a:lnTo>
                  <a:lnTo>
                    <a:pt x="54932" y="135160"/>
                  </a:lnTo>
                  <a:lnTo>
                    <a:pt x="54034" y="135010"/>
                  </a:lnTo>
                  <a:lnTo>
                    <a:pt x="53285" y="135160"/>
                  </a:lnTo>
                  <a:lnTo>
                    <a:pt x="52537" y="135609"/>
                  </a:lnTo>
                  <a:lnTo>
                    <a:pt x="52238" y="136058"/>
                  </a:lnTo>
                  <a:lnTo>
                    <a:pt x="52088" y="136357"/>
                  </a:lnTo>
                  <a:lnTo>
                    <a:pt x="51938" y="137255"/>
                  </a:lnTo>
                  <a:lnTo>
                    <a:pt x="52088" y="138004"/>
                  </a:lnTo>
                  <a:lnTo>
                    <a:pt x="52238" y="138453"/>
                  </a:lnTo>
                  <a:lnTo>
                    <a:pt x="52537" y="138752"/>
                  </a:lnTo>
                  <a:lnTo>
                    <a:pt x="52986" y="139051"/>
                  </a:lnTo>
                  <a:lnTo>
                    <a:pt x="53285" y="139201"/>
                  </a:lnTo>
                  <a:lnTo>
                    <a:pt x="54184" y="139351"/>
                  </a:lnTo>
                  <a:lnTo>
                    <a:pt x="54932" y="139201"/>
                  </a:lnTo>
                  <a:lnTo>
                    <a:pt x="55381" y="139051"/>
                  </a:lnTo>
                  <a:lnTo>
                    <a:pt x="55680" y="138752"/>
                  </a:lnTo>
                  <a:lnTo>
                    <a:pt x="56129" y="138303"/>
                  </a:lnTo>
                  <a:lnTo>
                    <a:pt x="56279" y="137704"/>
                  </a:lnTo>
                  <a:lnTo>
                    <a:pt x="56279" y="136956"/>
                  </a:lnTo>
                  <a:lnTo>
                    <a:pt x="56129" y="136357"/>
                  </a:lnTo>
                  <a:lnTo>
                    <a:pt x="59572" y="134262"/>
                  </a:lnTo>
                  <a:lnTo>
                    <a:pt x="61817" y="137255"/>
                  </a:lnTo>
                  <a:lnTo>
                    <a:pt x="64062" y="140099"/>
                  </a:lnTo>
                  <a:lnTo>
                    <a:pt x="54483" y="153271"/>
                  </a:lnTo>
                  <a:lnTo>
                    <a:pt x="52387" y="151026"/>
                  </a:lnTo>
                  <a:lnTo>
                    <a:pt x="50442" y="148781"/>
                  </a:lnTo>
                  <a:lnTo>
                    <a:pt x="48645" y="146386"/>
                  </a:lnTo>
                  <a:lnTo>
                    <a:pt x="46849" y="143991"/>
                  </a:lnTo>
                  <a:lnTo>
                    <a:pt x="50891" y="139500"/>
                  </a:lnTo>
                  <a:lnTo>
                    <a:pt x="45203" y="141297"/>
                  </a:lnTo>
                  <a:lnTo>
                    <a:pt x="42808" y="137106"/>
                  </a:lnTo>
                  <a:lnTo>
                    <a:pt x="40713" y="132615"/>
                  </a:lnTo>
                  <a:lnTo>
                    <a:pt x="38916" y="128125"/>
                  </a:lnTo>
                  <a:lnTo>
                    <a:pt x="37420" y="123335"/>
                  </a:lnTo>
                  <a:lnTo>
                    <a:pt x="42658" y="120342"/>
                  </a:lnTo>
                  <a:lnTo>
                    <a:pt x="36671" y="120342"/>
                  </a:lnTo>
                  <a:lnTo>
                    <a:pt x="35773" y="115702"/>
                  </a:lnTo>
                  <a:lnTo>
                    <a:pt x="35174" y="110912"/>
                  </a:lnTo>
                  <a:close/>
                  <a:moveTo>
                    <a:pt x="80677" y="143093"/>
                  </a:moveTo>
                  <a:lnTo>
                    <a:pt x="83371" y="144739"/>
                  </a:lnTo>
                  <a:lnTo>
                    <a:pt x="86364" y="146086"/>
                  </a:lnTo>
                  <a:lnTo>
                    <a:pt x="89508" y="147284"/>
                  </a:lnTo>
                  <a:lnTo>
                    <a:pt x="92651" y="148331"/>
                  </a:lnTo>
                  <a:lnTo>
                    <a:pt x="91453" y="155217"/>
                  </a:lnTo>
                  <a:lnTo>
                    <a:pt x="87562" y="154019"/>
                  </a:lnTo>
                  <a:lnTo>
                    <a:pt x="83820" y="152522"/>
                  </a:lnTo>
                  <a:lnTo>
                    <a:pt x="80377" y="150876"/>
                  </a:lnTo>
                  <a:lnTo>
                    <a:pt x="76935" y="148930"/>
                  </a:lnTo>
                  <a:lnTo>
                    <a:pt x="80677" y="143093"/>
                  </a:lnTo>
                  <a:close/>
                  <a:moveTo>
                    <a:pt x="128125" y="143542"/>
                  </a:moveTo>
                  <a:lnTo>
                    <a:pt x="131717" y="149379"/>
                  </a:lnTo>
                  <a:lnTo>
                    <a:pt x="128274" y="151325"/>
                  </a:lnTo>
                  <a:lnTo>
                    <a:pt x="124532" y="152972"/>
                  </a:lnTo>
                  <a:lnTo>
                    <a:pt x="120790" y="154319"/>
                  </a:lnTo>
                  <a:lnTo>
                    <a:pt x="116899" y="155366"/>
                  </a:lnTo>
                  <a:lnTo>
                    <a:pt x="115552" y="148631"/>
                  </a:lnTo>
                  <a:lnTo>
                    <a:pt x="118845" y="147733"/>
                  </a:lnTo>
                  <a:lnTo>
                    <a:pt x="121988" y="146535"/>
                  </a:lnTo>
                  <a:lnTo>
                    <a:pt x="125131" y="145188"/>
                  </a:lnTo>
                  <a:lnTo>
                    <a:pt x="128125" y="143542"/>
                  </a:lnTo>
                  <a:close/>
                  <a:moveTo>
                    <a:pt x="114504" y="148930"/>
                  </a:moveTo>
                  <a:lnTo>
                    <a:pt x="116001" y="155666"/>
                  </a:lnTo>
                  <a:lnTo>
                    <a:pt x="113307" y="156115"/>
                  </a:lnTo>
                  <a:lnTo>
                    <a:pt x="114354" y="148930"/>
                  </a:lnTo>
                  <a:close/>
                  <a:moveTo>
                    <a:pt x="93549" y="148631"/>
                  </a:moveTo>
                  <a:lnTo>
                    <a:pt x="95345" y="149080"/>
                  </a:lnTo>
                  <a:lnTo>
                    <a:pt x="96393" y="156264"/>
                  </a:lnTo>
                  <a:lnTo>
                    <a:pt x="92352" y="155366"/>
                  </a:lnTo>
                  <a:lnTo>
                    <a:pt x="93549" y="148631"/>
                  </a:lnTo>
                  <a:close/>
                  <a:moveTo>
                    <a:pt x="127676" y="117348"/>
                  </a:moveTo>
                  <a:lnTo>
                    <a:pt x="138902" y="132017"/>
                  </a:lnTo>
                  <a:lnTo>
                    <a:pt x="139800" y="133364"/>
                  </a:lnTo>
                  <a:lnTo>
                    <a:pt x="143991" y="138902"/>
                  </a:lnTo>
                  <a:lnTo>
                    <a:pt x="145188" y="140399"/>
                  </a:lnTo>
                  <a:lnTo>
                    <a:pt x="154917" y="153271"/>
                  </a:lnTo>
                  <a:lnTo>
                    <a:pt x="155516" y="154019"/>
                  </a:lnTo>
                  <a:lnTo>
                    <a:pt x="158659" y="158210"/>
                  </a:lnTo>
                  <a:lnTo>
                    <a:pt x="154468" y="155067"/>
                  </a:lnTo>
                  <a:lnTo>
                    <a:pt x="153720" y="154468"/>
                  </a:lnTo>
                  <a:lnTo>
                    <a:pt x="140698" y="144889"/>
                  </a:lnTo>
                  <a:lnTo>
                    <a:pt x="139201" y="143841"/>
                  </a:lnTo>
                  <a:lnTo>
                    <a:pt x="133513" y="139650"/>
                  </a:lnTo>
                  <a:lnTo>
                    <a:pt x="132316" y="138752"/>
                  </a:lnTo>
                  <a:lnTo>
                    <a:pt x="117348" y="127676"/>
                  </a:lnTo>
                  <a:lnTo>
                    <a:pt x="118545" y="118845"/>
                  </a:lnTo>
                  <a:lnTo>
                    <a:pt x="121090" y="118396"/>
                  </a:lnTo>
                  <a:lnTo>
                    <a:pt x="120341" y="118994"/>
                  </a:lnTo>
                  <a:lnTo>
                    <a:pt x="119892" y="119743"/>
                  </a:lnTo>
                  <a:lnTo>
                    <a:pt x="119892" y="119893"/>
                  </a:lnTo>
                  <a:lnTo>
                    <a:pt x="120940" y="119144"/>
                  </a:lnTo>
                  <a:lnTo>
                    <a:pt x="121688" y="118246"/>
                  </a:lnTo>
                  <a:lnTo>
                    <a:pt x="125281" y="117797"/>
                  </a:lnTo>
                  <a:lnTo>
                    <a:pt x="123784" y="119144"/>
                  </a:lnTo>
                  <a:lnTo>
                    <a:pt x="122587" y="120342"/>
                  </a:lnTo>
                  <a:lnTo>
                    <a:pt x="121988" y="121090"/>
                  </a:lnTo>
                  <a:lnTo>
                    <a:pt x="121389" y="121689"/>
                  </a:lnTo>
                  <a:lnTo>
                    <a:pt x="121389" y="121838"/>
                  </a:lnTo>
                  <a:lnTo>
                    <a:pt x="121539" y="121838"/>
                  </a:lnTo>
                  <a:lnTo>
                    <a:pt x="122138" y="121240"/>
                  </a:lnTo>
                  <a:lnTo>
                    <a:pt x="122736" y="120641"/>
                  </a:lnTo>
                  <a:lnTo>
                    <a:pt x="123934" y="119444"/>
                  </a:lnTo>
                  <a:lnTo>
                    <a:pt x="125730" y="117647"/>
                  </a:lnTo>
                  <a:lnTo>
                    <a:pt x="127676" y="117348"/>
                  </a:lnTo>
                  <a:close/>
                  <a:moveTo>
                    <a:pt x="82323" y="117348"/>
                  </a:moveTo>
                  <a:lnTo>
                    <a:pt x="90705" y="118545"/>
                  </a:lnTo>
                  <a:lnTo>
                    <a:pt x="91154" y="121389"/>
                  </a:lnTo>
                  <a:lnTo>
                    <a:pt x="90555" y="120940"/>
                  </a:lnTo>
                  <a:lnTo>
                    <a:pt x="89957" y="120491"/>
                  </a:lnTo>
                  <a:lnTo>
                    <a:pt x="89807" y="120491"/>
                  </a:lnTo>
                  <a:lnTo>
                    <a:pt x="90406" y="121389"/>
                  </a:lnTo>
                  <a:lnTo>
                    <a:pt x="91154" y="122138"/>
                  </a:lnTo>
                  <a:lnTo>
                    <a:pt x="91753" y="125580"/>
                  </a:lnTo>
                  <a:lnTo>
                    <a:pt x="90555" y="124383"/>
                  </a:lnTo>
                  <a:lnTo>
                    <a:pt x="89358" y="123185"/>
                  </a:lnTo>
                  <a:lnTo>
                    <a:pt x="88610" y="122587"/>
                  </a:lnTo>
                  <a:lnTo>
                    <a:pt x="88011" y="121988"/>
                  </a:lnTo>
                  <a:lnTo>
                    <a:pt x="87861" y="121988"/>
                  </a:lnTo>
                  <a:lnTo>
                    <a:pt x="87861" y="122138"/>
                  </a:lnTo>
                  <a:lnTo>
                    <a:pt x="88460" y="122736"/>
                  </a:lnTo>
                  <a:lnTo>
                    <a:pt x="89059" y="123335"/>
                  </a:lnTo>
                  <a:lnTo>
                    <a:pt x="90256" y="124533"/>
                  </a:lnTo>
                  <a:lnTo>
                    <a:pt x="91753" y="126179"/>
                  </a:lnTo>
                  <a:lnTo>
                    <a:pt x="92202" y="128424"/>
                  </a:lnTo>
                  <a:lnTo>
                    <a:pt x="77833" y="139351"/>
                  </a:lnTo>
                  <a:lnTo>
                    <a:pt x="76635" y="140249"/>
                  </a:lnTo>
                  <a:lnTo>
                    <a:pt x="70948" y="144440"/>
                  </a:lnTo>
                  <a:lnTo>
                    <a:pt x="69600" y="145637"/>
                  </a:lnTo>
                  <a:lnTo>
                    <a:pt x="56578" y="155366"/>
                  </a:lnTo>
                  <a:lnTo>
                    <a:pt x="55830" y="155965"/>
                  </a:lnTo>
                  <a:lnTo>
                    <a:pt x="51489" y="159258"/>
                  </a:lnTo>
                  <a:lnTo>
                    <a:pt x="54782" y="154917"/>
                  </a:lnTo>
                  <a:lnTo>
                    <a:pt x="55381" y="154169"/>
                  </a:lnTo>
                  <a:lnTo>
                    <a:pt x="64960" y="141147"/>
                  </a:lnTo>
                  <a:lnTo>
                    <a:pt x="66008" y="139650"/>
                  </a:lnTo>
                  <a:lnTo>
                    <a:pt x="70199" y="133962"/>
                  </a:lnTo>
                  <a:lnTo>
                    <a:pt x="71097" y="132765"/>
                  </a:lnTo>
                  <a:lnTo>
                    <a:pt x="82323" y="117348"/>
                  </a:lnTo>
                  <a:close/>
                  <a:moveTo>
                    <a:pt x="68852" y="162701"/>
                  </a:moveTo>
                  <a:lnTo>
                    <a:pt x="68702" y="163748"/>
                  </a:lnTo>
                  <a:lnTo>
                    <a:pt x="68104" y="163449"/>
                  </a:lnTo>
                  <a:lnTo>
                    <a:pt x="68852" y="162701"/>
                  </a:lnTo>
                  <a:close/>
                  <a:moveTo>
                    <a:pt x="140548" y="162701"/>
                  </a:moveTo>
                  <a:lnTo>
                    <a:pt x="141296" y="163449"/>
                  </a:lnTo>
                  <a:lnTo>
                    <a:pt x="140847" y="163748"/>
                  </a:lnTo>
                  <a:lnTo>
                    <a:pt x="140548" y="162701"/>
                  </a:lnTo>
                  <a:close/>
                  <a:moveTo>
                    <a:pt x="46251" y="144739"/>
                  </a:moveTo>
                  <a:lnTo>
                    <a:pt x="48047" y="147134"/>
                  </a:lnTo>
                  <a:lnTo>
                    <a:pt x="49843" y="149529"/>
                  </a:lnTo>
                  <a:lnTo>
                    <a:pt x="51789" y="151774"/>
                  </a:lnTo>
                  <a:lnTo>
                    <a:pt x="53884" y="154019"/>
                  </a:lnTo>
                  <a:lnTo>
                    <a:pt x="48047" y="161952"/>
                  </a:lnTo>
                  <a:lnTo>
                    <a:pt x="48945" y="162850"/>
                  </a:lnTo>
                  <a:lnTo>
                    <a:pt x="56728" y="156863"/>
                  </a:lnTo>
                  <a:lnTo>
                    <a:pt x="58973" y="158809"/>
                  </a:lnTo>
                  <a:lnTo>
                    <a:pt x="61218" y="160605"/>
                  </a:lnTo>
                  <a:lnTo>
                    <a:pt x="63613" y="162401"/>
                  </a:lnTo>
                  <a:lnTo>
                    <a:pt x="66158" y="164048"/>
                  </a:lnTo>
                  <a:lnTo>
                    <a:pt x="58225" y="171831"/>
                  </a:lnTo>
                  <a:lnTo>
                    <a:pt x="55381" y="169885"/>
                  </a:lnTo>
                  <a:lnTo>
                    <a:pt x="52836" y="167790"/>
                  </a:lnTo>
                  <a:lnTo>
                    <a:pt x="50292" y="165545"/>
                  </a:lnTo>
                  <a:lnTo>
                    <a:pt x="47747" y="163299"/>
                  </a:lnTo>
                  <a:lnTo>
                    <a:pt x="45353" y="160904"/>
                  </a:lnTo>
                  <a:lnTo>
                    <a:pt x="43107" y="158360"/>
                  </a:lnTo>
                  <a:lnTo>
                    <a:pt x="41012" y="155815"/>
                  </a:lnTo>
                  <a:lnTo>
                    <a:pt x="38916" y="153121"/>
                  </a:lnTo>
                  <a:lnTo>
                    <a:pt x="46251" y="144739"/>
                  </a:lnTo>
                  <a:close/>
                  <a:moveTo>
                    <a:pt x="163149" y="144739"/>
                  </a:moveTo>
                  <a:lnTo>
                    <a:pt x="170484" y="153121"/>
                  </a:lnTo>
                  <a:lnTo>
                    <a:pt x="168388" y="155815"/>
                  </a:lnTo>
                  <a:lnTo>
                    <a:pt x="166293" y="158360"/>
                  </a:lnTo>
                  <a:lnTo>
                    <a:pt x="164047" y="160904"/>
                  </a:lnTo>
                  <a:lnTo>
                    <a:pt x="161653" y="163299"/>
                  </a:lnTo>
                  <a:lnTo>
                    <a:pt x="159108" y="165545"/>
                  </a:lnTo>
                  <a:lnTo>
                    <a:pt x="156564" y="167790"/>
                  </a:lnTo>
                  <a:lnTo>
                    <a:pt x="154019" y="169885"/>
                  </a:lnTo>
                  <a:lnTo>
                    <a:pt x="151175" y="171831"/>
                  </a:lnTo>
                  <a:lnTo>
                    <a:pt x="143242" y="164048"/>
                  </a:lnTo>
                  <a:lnTo>
                    <a:pt x="145936" y="162252"/>
                  </a:lnTo>
                  <a:lnTo>
                    <a:pt x="148631" y="160306"/>
                  </a:lnTo>
                  <a:lnTo>
                    <a:pt x="151175" y="158210"/>
                  </a:lnTo>
                  <a:lnTo>
                    <a:pt x="153570" y="155965"/>
                  </a:lnTo>
                  <a:lnTo>
                    <a:pt x="161353" y="161653"/>
                  </a:lnTo>
                  <a:lnTo>
                    <a:pt x="162251" y="160755"/>
                  </a:lnTo>
                  <a:lnTo>
                    <a:pt x="156414" y="153121"/>
                  </a:lnTo>
                  <a:lnTo>
                    <a:pt x="158210" y="151026"/>
                  </a:lnTo>
                  <a:lnTo>
                    <a:pt x="159856" y="149080"/>
                  </a:lnTo>
                  <a:lnTo>
                    <a:pt x="161653" y="146835"/>
                  </a:lnTo>
                  <a:lnTo>
                    <a:pt x="163149" y="144739"/>
                  </a:lnTo>
                  <a:close/>
                  <a:moveTo>
                    <a:pt x="89358" y="171083"/>
                  </a:moveTo>
                  <a:lnTo>
                    <a:pt x="89358" y="172130"/>
                  </a:lnTo>
                  <a:lnTo>
                    <a:pt x="88759" y="171981"/>
                  </a:lnTo>
                  <a:lnTo>
                    <a:pt x="89358" y="171083"/>
                  </a:lnTo>
                  <a:close/>
                  <a:moveTo>
                    <a:pt x="120192" y="171083"/>
                  </a:moveTo>
                  <a:lnTo>
                    <a:pt x="120641" y="171981"/>
                  </a:lnTo>
                  <a:lnTo>
                    <a:pt x="120042" y="172130"/>
                  </a:lnTo>
                  <a:lnTo>
                    <a:pt x="120192" y="171083"/>
                  </a:lnTo>
                  <a:close/>
                  <a:moveTo>
                    <a:pt x="70499" y="146386"/>
                  </a:moveTo>
                  <a:lnTo>
                    <a:pt x="72744" y="148182"/>
                  </a:lnTo>
                  <a:lnTo>
                    <a:pt x="75139" y="149828"/>
                  </a:lnTo>
                  <a:lnTo>
                    <a:pt x="73043" y="153421"/>
                  </a:lnTo>
                  <a:lnTo>
                    <a:pt x="72145" y="153271"/>
                  </a:lnTo>
                  <a:lnTo>
                    <a:pt x="71397" y="153570"/>
                  </a:lnTo>
                  <a:lnTo>
                    <a:pt x="70648" y="154019"/>
                  </a:lnTo>
                  <a:lnTo>
                    <a:pt x="70199" y="154768"/>
                  </a:lnTo>
                  <a:lnTo>
                    <a:pt x="70199" y="155217"/>
                  </a:lnTo>
                  <a:lnTo>
                    <a:pt x="70199" y="155666"/>
                  </a:lnTo>
                  <a:lnTo>
                    <a:pt x="70349" y="156414"/>
                  </a:lnTo>
                  <a:lnTo>
                    <a:pt x="70798" y="157163"/>
                  </a:lnTo>
                  <a:lnTo>
                    <a:pt x="71247" y="157312"/>
                  </a:lnTo>
                  <a:lnTo>
                    <a:pt x="71546" y="157612"/>
                  </a:lnTo>
                  <a:lnTo>
                    <a:pt x="72444" y="157612"/>
                  </a:lnTo>
                  <a:lnTo>
                    <a:pt x="73342" y="157462"/>
                  </a:lnTo>
                  <a:lnTo>
                    <a:pt x="73941" y="157013"/>
                  </a:lnTo>
                  <a:lnTo>
                    <a:pt x="74240" y="156564"/>
                  </a:lnTo>
                  <a:lnTo>
                    <a:pt x="74390" y="156264"/>
                  </a:lnTo>
                  <a:lnTo>
                    <a:pt x="74540" y="155516"/>
                  </a:lnTo>
                  <a:lnTo>
                    <a:pt x="74390" y="154917"/>
                  </a:lnTo>
                  <a:lnTo>
                    <a:pt x="74240" y="154319"/>
                  </a:lnTo>
                  <a:lnTo>
                    <a:pt x="73791" y="153870"/>
                  </a:lnTo>
                  <a:lnTo>
                    <a:pt x="76037" y="150277"/>
                  </a:lnTo>
                  <a:lnTo>
                    <a:pt x="79629" y="152373"/>
                  </a:lnTo>
                  <a:lnTo>
                    <a:pt x="83221" y="154169"/>
                  </a:lnTo>
                  <a:lnTo>
                    <a:pt x="87113" y="155666"/>
                  </a:lnTo>
                  <a:lnTo>
                    <a:pt x="91004" y="156863"/>
                  </a:lnTo>
                  <a:lnTo>
                    <a:pt x="90256" y="161054"/>
                  </a:lnTo>
                  <a:lnTo>
                    <a:pt x="89508" y="161204"/>
                  </a:lnTo>
                  <a:lnTo>
                    <a:pt x="88909" y="161653"/>
                  </a:lnTo>
                  <a:lnTo>
                    <a:pt x="88460" y="162252"/>
                  </a:lnTo>
                  <a:lnTo>
                    <a:pt x="88161" y="163150"/>
                  </a:lnTo>
                  <a:lnTo>
                    <a:pt x="88310" y="163599"/>
                  </a:lnTo>
                  <a:lnTo>
                    <a:pt x="88310" y="164048"/>
                  </a:lnTo>
                  <a:lnTo>
                    <a:pt x="88909" y="164646"/>
                  </a:lnTo>
                  <a:lnTo>
                    <a:pt x="89508" y="165245"/>
                  </a:lnTo>
                  <a:lnTo>
                    <a:pt x="89957" y="165395"/>
                  </a:lnTo>
                  <a:lnTo>
                    <a:pt x="90855" y="165395"/>
                  </a:lnTo>
                  <a:lnTo>
                    <a:pt x="91304" y="165245"/>
                  </a:lnTo>
                  <a:lnTo>
                    <a:pt x="91903" y="164796"/>
                  </a:lnTo>
                  <a:lnTo>
                    <a:pt x="92501" y="164048"/>
                  </a:lnTo>
                  <a:lnTo>
                    <a:pt x="92651" y="163599"/>
                  </a:lnTo>
                  <a:lnTo>
                    <a:pt x="92651" y="163150"/>
                  </a:lnTo>
                  <a:lnTo>
                    <a:pt x="92501" y="162551"/>
                  </a:lnTo>
                  <a:lnTo>
                    <a:pt x="92202" y="161952"/>
                  </a:lnTo>
                  <a:lnTo>
                    <a:pt x="91903" y="161503"/>
                  </a:lnTo>
                  <a:lnTo>
                    <a:pt x="91304" y="161204"/>
                  </a:lnTo>
                  <a:lnTo>
                    <a:pt x="92052" y="157163"/>
                  </a:lnTo>
                  <a:lnTo>
                    <a:pt x="94297" y="157612"/>
                  </a:lnTo>
                  <a:lnTo>
                    <a:pt x="96692" y="158061"/>
                  </a:lnTo>
                  <a:lnTo>
                    <a:pt x="99087" y="174376"/>
                  </a:lnTo>
                  <a:lnTo>
                    <a:pt x="94746" y="173927"/>
                  </a:lnTo>
                  <a:lnTo>
                    <a:pt x="90406" y="173178"/>
                  </a:lnTo>
                  <a:lnTo>
                    <a:pt x="90106" y="167341"/>
                  </a:lnTo>
                  <a:lnTo>
                    <a:pt x="87562" y="172430"/>
                  </a:lnTo>
                  <a:lnTo>
                    <a:pt x="85167" y="171831"/>
                  </a:lnTo>
                  <a:lnTo>
                    <a:pt x="82772" y="171083"/>
                  </a:lnTo>
                  <a:lnTo>
                    <a:pt x="78132" y="169286"/>
                  </a:lnTo>
                  <a:lnTo>
                    <a:pt x="73642" y="167341"/>
                  </a:lnTo>
                  <a:lnTo>
                    <a:pt x="69301" y="164946"/>
                  </a:lnTo>
                  <a:lnTo>
                    <a:pt x="70798" y="159557"/>
                  </a:lnTo>
                  <a:lnTo>
                    <a:pt x="66906" y="163449"/>
                  </a:lnTo>
                  <a:lnTo>
                    <a:pt x="64362" y="161803"/>
                  </a:lnTo>
                  <a:lnTo>
                    <a:pt x="61967" y="160006"/>
                  </a:lnTo>
                  <a:lnTo>
                    <a:pt x="59722" y="158210"/>
                  </a:lnTo>
                  <a:lnTo>
                    <a:pt x="57476" y="156264"/>
                  </a:lnTo>
                  <a:lnTo>
                    <a:pt x="70499" y="146386"/>
                  </a:lnTo>
                  <a:close/>
                  <a:moveTo>
                    <a:pt x="139650" y="145637"/>
                  </a:moveTo>
                  <a:lnTo>
                    <a:pt x="152822" y="155366"/>
                  </a:lnTo>
                  <a:lnTo>
                    <a:pt x="150427" y="157462"/>
                  </a:lnTo>
                  <a:lnTo>
                    <a:pt x="147882" y="159557"/>
                  </a:lnTo>
                  <a:lnTo>
                    <a:pt x="145338" y="161503"/>
                  </a:lnTo>
                  <a:lnTo>
                    <a:pt x="142643" y="163449"/>
                  </a:lnTo>
                  <a:lnTo>
                    <a:pt x="138602" y="159557"/>
                  </a:lnTo>
                  <a:lnTo>
                    <a:pt x="140099" y="164946"/>
                  </a:lnTo>
                  <a:lnTo>
                    <a:pt x="135758" y="167191"/>
                  </a:lnTo>
                  <a:lnTo>
                    <a:pt x="131418" y="169286"/>
                  </a:lnTo>
                  <a:lnTo>
                    <a:pt x="126778" y="171083"/>
                  </a:lnTo>
                  <a:lnTo>
                    <a:pt x="124383" y="171831"/>
                  </a:lnTo>
                  <a:lnTo>
                    <a:pt x="121988" y="172430"/>
                  </a:lnTo>
                  <a:lnTo>
                    <a:pt x="119443" y="167341"/>
                  </a:lnTo>
                  <a:lnTo>
                    <a:pt x="118994" y="173178"/>
                  </a:lnTo>
                  <a:lnTo>
                    <a:pt x="114953" y="173777"/>
                  </a:lnTo>
                  <a:lnTo>
                    <a:pt x="110912" y="174376"/>
                  </a:lnTo>
                  <a:lnTo>
                    <a:pt x="113157" y="157911"/>
                  </a:lnTo>
                  <a:lnTo>
                    <a:pt x="116300" y="157312"/>
                  </a:lnTo>
                  <a:lnTo>
                    <a:pt x="117198" y="161354"/>
                  </a:lnTo>
                  <a:lnTo>
                    <a:pt x="116450" y="161952"/>
                  </a:lnTo>
                  <a:lnTo>
                    <a:pt x="116150" y="162701"/>
                  </a:lnTo>
                  <a:lnTo>
                    <a:pt x="116001" y="163449"/>
                  </a:lnTo>
                  <a:lnTo>
                    <a:pt x="116150" y="164347"/>
                  </a:lnTo>
                  <a:lnTo>
                    <a:pt x="116450" y="164646"/>
                  </a:lnTo>
                  <a:lnTo>
                    <a:pt x="116749" y="164946"/>
                  </a:lnTo>
                  <a:lnTo>
                    <a:pt x="117498" y="165395"/>
                  </a:lnTo>
                  <a:lnTo>
                    <a:pt x="118396" y="165545"/>
                  </a:lnTo>
                  <a:lnTo>
                    <a:pt x="118695" y="165395"/>
                  </a:lnTo>
                  <a:lnTo>
                    <a:pt x="119144" y="165245"/>
                  </a:lnTo>
                  <a:lnTo>
                    <a:pt x="119593" y="165095"/>
                  </a:lnTo>
                  <a:lnTo>
                    <a:pt x="119892" y="164796"/>
                  </a:lnTo>
                  <a:lnTo>
                    <a:pt x="120341" y="164048"/>
                  </a:lnTo>
                  <a:lnTo>
                    <a:pt x="120341" y="163150"/>
                  </a:lnTo>
                  <a:lnTo>
                    <a:pt x="120341" y="162850"/>
                  </a:lnTo>
                  <a:lnTo>
                    <a:pt x="120192" y="162401"/>
                  </a:lnTo>
                  <a:lnTo>
                    <a:pt x="119743" y="161803"/>
                  </a:lnTo>
                  <a:lnTo>
                    <a:pt x="119294" y="161354"/>
                  </a:lnTo>
                  <a:lnTo>
                    <a:pt x="118695" y="161204"/>
                  </a:lnTo>
                  <a:lnTo>
                    <a:pt x="118096" y="161054"/>
                  </a:lnTo>
                  <a:lnTo>
                    <a:pt x="117348" y="157163"/>
                  </a:lnTo>
                  <a:lnTo>
                    <a:pt x="121389" y="155965"/>
                  </a:lnTo>
                  <a:lnTo>
                    <a:pt x="125281" y="154618"/>
                  </a:lnTo>
                  <a:lnTo>
                    <a:pt x="129023" y="152822"/>
                  </a:lnTo>
                  <a:lnTo>
                    <a:pt x="132615" y="150876"/>
                  </a:lnTo>
                  <a:lnTo>
                    <a:pt x="134711" y="154319"/>
                  </a:lnTo>
                  <a:lnTo>
                    <a:pt x="134261" y="155067"/>
                  </a:lnTo>
                  <a:lnTo>
                    <a:pt x="134112" y="155815"/>
                  </a:lnTo>
                  <a:lnTo>
                    <a:pt x="134411" y="156713"/>
                  </a:lnTo>
                  <a:lnTo>
                    <a:pt x="134860" y="157312"/>
                  </a:lnTo>
                  <a:lnTo>
                    <a:pt x="135160" y="157612"/>
                  </a:lnTo>
                  <a:lnTo>
                    <a:pt x="135609" y="157911"/>
                  </a:lnTo>
                  <a:lnTo>
                    <a:pt x="136357" y="158061"/>
                  </a:lnTo>
                  <a:lnTo>
                    <a:pt x="137255" y="157911"/>
                  </a:lnTo>
                  <a:lnTo>
                    <a:pt x="137554" y="157612"/>
                  </a:lnTo>
                  <a:lnTo>
                    <a:pt x="138003" y="157312"/>
                  </a:lnTo>
                  <a:lnTo>
                    <a:pt x="138153" y="157013"/>
                  </a:lnTo>
                  <a:lnTo>
                    <a:pt x="138452" y="156564"/>
                  </a:lnTo>
                  <a:lnTo>
                    <a:pt x="138602" y="155815"/>
                  </a:lnTo>
                  <a:lnTo>
                    <a:pt x="138452" y="154917"/>
                  </a:lnTo>
                  <a:lnTo>
                    <a:pt x="138303" y="154618"/>
                  </a:lnTo>
                  <a:lnTo>
                    <a:pt x="138003" y="154319"/>
                  </a:lnTo>
                  <a:lnTo>
                    <a:pt x="137405" y="153870"/>
                  </a:lnTo>
                  <a:lnTo>
                    <a:pt x="136806" y="153570"/>
                  </a:lnTo>
                  <a:lnTo>
                    <a:pt x="136207" y="153570"/>
                  </a:lnTo>
                  <a:lnTo>
                    <a:pt x="135609" y="153720"/>
                  </a:lnTo>
                  <a:lnTo>
                    <a:pt x="133513" y="150277"/>
                  </a:lnTo>
                  <a:lnTo>
                    <a:pt x="136656" y="148182"/>
                  </a:lnTo>
                  <a:lnTo>
                    <a:pt x="139650" y="145637"/>
                  </a:lnTo>
                  <a:close/>
                  <a:moveTo>
                    <a:pt x="67954" y="163748"/>
                  </a:moveTo>
                  <a:lnTo>
                    <a:pt x="68553" y="163898"/>
                  </a:lnTo>
                  <a:lnTo>
                    <a:pt x="68403" y="164497"/>
                  </a:lnTo>
                  <a:lnTo>
                    <a:pt x="68104" y="165395"/>
                  </a:lnTo>
                  <a:lnTo>
                    <a:pt x="65110" y="176172"/>
                  </a:lnTo>
                  <a:lnTo>
                    <a:pt x="62117" y="174376"/>
                  </a:lnTo>
                  <a:lnTo>
                    <a:pt x="58973" y="172430"/>
                  </a:lnTo>
                  <a:lnTo>
                    <a:pt x="58973" y="172430"/>
                  </a:lnTo>
                  <a:lnTo>
                    <a:pt x="60320" y="173178"/>
                  </a:lnTo>
                  <a:lnTo>
                    <a:pt x="61218" y="173627"/>
                  </a:lnTo>
                  <a:lnTo>
                    <a:pt x="62117" y="173927"/>
                  </a:lnTo>
                  <a:lnTo>
                    <a:pt x="62117" y="173777"/>
                  </a:lnTo>
                  <a:lnTo>
                    <a:pt x="60320" y="172729"/>
                  </a:lnTo>
                  <a:lnTo>
                    <a:pt x="59273" y="172130"/>
                  </a:lnTo>
                  <a:lnTo>
                    <a:pt x="60021" y="171532"/>
                  </a:lnTo>
                  <a:lnTo>
                    <a:pt x="61218" y="172130"/>
                  </a:lnTo>
                  <a:lnTo>
                    <a:pt x="61967" y="172579"/>
                  </a:lnTo>
                  <a:lnTo>
                    <a:pt x="62865" y="173028"/>
                  </a:lnTo>
                  <a:lnTo>
                    <a:pt x="63015" y="172879"/>
                  </a:lnTo>
                  <a:lnTo>
                    <a:pt x="62117" y="172280"/>
                  </a:lnTo>
                  <a:lnTo>
                    <a:pt x="61368" y="171981"/>
                  </a:lnTo>
                  <a:lnTo>
                    <a:pt x="60171" y="171382"/>
                  </a:lnTo>
                  <a:lnTo>
                    <a:pt x="60769" y="170634"/>
                  </a:lnTo>
                  <a:lnTo>
                    <a:pt x="61967" y="171382"/>
                  </a:lnTo>
                  <a:lnTo>
                    <a:pt x="62715" y="171681"/>
                  </a:lnTo>
                  <a:lnTo>
                    <a:pt x="63314" y="171831"/>
                  </a:lnTo>
                  <a:lnTo>
                    <a:pt x="63464" y="171831"/>
                  </a:lnTo>
                  <a:lnTo>
                    <a:pt x="63314" y="171681"/>
                  </a:lnTo>
                  <a:lnTo>
                    <a:pt x="61817" y="170933"/>
                  </a:lnTo>
                  <a:lnTo>
                    <a:pt x="60919" y="170484"/>
                  </a:lnTo>
                  <a:lnTo>
                    <a:pt x="61817" y="169586"/>
                  </a:lnTo>
                  <a:lnTo>
                    <a:pt x="62865" y="170185"/>
                  </a:lnTo>
                  <a:lnTo>
                    <a:pt x="63613" y="170634"/>
                  </a:lnTo>
                  <a:lnTo>
                    <a:pt x="64362" y="170783"/>
                  </a:lnTo>
                  <a:lnTo>
                    <a:pt x="64511" y="170783"/>
                  </a:lnTo>
                  <a:lnTo>
                    <a:pt x="63763" y="170334"/>
                  </a:lnTo>
                  <a:lnTo>
                    <a:pt x="63015" y="169885"/>
                  </a:lnTo>
                  <a:lnTo>
                    <a:pt x="62117" y="169436"/>
                  </a:lnTo>
                  <a:lnTo>
                    <a:pt x="62715" y="168837"/>
                  </a:lnTo>
                  <a:lnTo>
                    <a:pt x="63464" y="169286"/>
                  </a:lnTo>
                  <a:lnTo>
                    <a:pt x="64212" y="169586"/>
                  </a:lnTo>
                  <a:lnTo>
                    <a:pt x="64960" y="169885"/>
                  </a:lnTo>
                  <a:lnTo>
                    <a:pt x="64960" y="169736"/>
                  </a:lnTo>
                  <a:lnTo>
                    <a:pt x="63314" y="168837"/>
                  </a:lnTo>
                  <a:lnTo>
                    <a:pt x="62865" y="168538"/>
                  </a:lnTo>
                  <a:lnTo>
                    <a:pt x="63464" y="168089"/>
                  </a:lnTo>
                  <a:lnTo>
                    <a:pt x="63913" y="168239"/>
                  </a:lnTo>
                  <a:lnTo>
                    <a:pt x="65409" y="168987"/>
                  </a:lnTo>
                  <a:lnTo>
                    <a:pt x="65559" y="168837"/>
                  </a:lnTo>
                  <a:lnTo>
                    <a:pt x="65409" y="168837"/>
                  </a:lnTo>
                  <a:lnTo>
                    <a:pt x="64212" y="168089"/>
                  </a:lnTo>
                  <a:lnTo>
                    <a:pt x="63613" y="167790"/>
                  </a:lnTo>
                  <a:lnTo>
                    <a:pt x="64362" y="167191"/>
                  </a:lnTo>
                  <a:lnTo>
                    <a:pt x="64811" y="167490"/>
                  </a:lnTo>
                  <a:lnTo>
                    <a:pt x="65858" y="168089"/>
                  </a:lnTo>
                  <a:lnTo>
                    <a:pt x="66008" y="167939"/>
                  </a:lnTo>
                  <a:lnTo>
                    <a:pt x="65260" y="167490"/>
                  </a:lnTo>
                  <a:lnTo>
                    <a:pt x="64511" y="167041"/>
                  </a:lnTo>
                  <a:lnTo>
                    <a:pt x="65110" y="166592"/>
                  </a:lnTo>
                  <a:lnTo>
                    <a:pt x="65260" y="166592"/>
                  </a:lnTo>
                  <a:lnTo>
                    <a:pt x="65858" y="166892"/>
                  </a:lnTo>
                  <a:lnTo>
                    <a:pt x="66457" y="167041"/>
                  </a:lnTo>
                  <a:lnTo>
                    <a:pt x="65409" y="166443"/>
                  </a:lnTo>
                  <a:lnTo>
                    <a:pt x="65260" y="166293"/>
                  </a:lnTo>
                  <a:lnTo>
                    <a:pt x="65709" y="165844"/>
                  </a:lnTo>
                  <a:lnTo>
                    <a:pt x="66906" y="166293"/>
                  </a:lnTo>
                  <a:lnTo>
                    <a:pt x="67056" y="166293"/>
                  </a:lnTo>
                  <a:lnTo>
                    <a:pt x="67056" y="166143"/>
                  </a:lnTo>
                  <a:lnTo>
                    <a:pt x="66008" y="165694"/>
                  </a:lnTo>
                  <a:lnTo>
                    <a:pt x="66457" y="165095"/>
                  </a:lnTo>
                  <a:lnTo>
                    <a:pt x="66607" y="165245"/>
                  </a:lnTo>
                  <a:lnTo>
                    <a:pt x="67056" y="165395"/>
                  </a:lnTo>
                  <a:lnTo>
                    <a:pt x="67655" y="165545"/>
                  </a:lnTo>
                  <a:lnTo>
                    <a:pt x="67655" y="165395"/>
                  </a:lnTo>
                  <a:lnTo>
                    <a:pt x="66906" y="164946"/>
                  </a:lnTo>
                  <a:lnTo>
                    <a:pt x="66607" y="164946"/>
                  </a:lnTo>
                  <a:lnTo>
                    <a:pt x="66906" y="164646"/>
                  </a:lnTo>
                  <a:lnTo>
                    <a:pt x="67206" y="164497"/>
                  </a:lnTo>
                  <a:lnTo>
                    <a:pt x="67954" y="164646"/>
                  </a:lnTo>
                  <a:lnTo>
                    <a:pt x="67954" y="164497"/>
                  </a:lnTo>
                  <a:lnTo>
                    <a:pt x="67355" y="164197"/>
                  </a:lnTo>
                  <a:lnTo>
                    <a:pt x="67655" y="163898"/>
                  </a:lnTo>
                  <a:lnTo>
                    <a:pt x="67954" y="163748"/>
                  </a:lnTo>
                  <a:close/>
                  <a:moveTo>
                    <a:pt x="141446" y="163748"/>
                  </a:moveTo>
                  <a:lnTo>
                    <a:pt x="141745" y="163898"/>
                  </a:lnTo>
                  <a:lnTo>
                    <a:pt x="142045" y="164197"/>
                  </a:lnTo>
                  <a:lnTo>
                    <a:pt x="141446" y="164497"/>
                  </a:lnTo>
                  <a:lnTo>
                    <a:pt x="141446" y="164646"/>
                  </a:lnTo>
                  <a:lnTo>
                    <a:pt x="142194" y="164497"/>
                  </a:lnTo>
                  <a:lnTo>
                    <a:pt x="142494" y="164646"/>
                  </a:lnTo>
                  <a:lnTo>
                    <a:pt x="142793" y="164946"/>
                  </a:lnTo>
                  <a:lnTo>
                    <a:pt x="142643" y="164946"/>
                  </a:lnTo>
                  <a:lnTo>
                    <a:pt x="141745" y="165395"/>
                  </a:lnTo>
                  <a:lnTo>
                    <a:pt x="141895" y="165545"/>
                  </a:lnTo>
                  <a:lnTo>
                    <a:pt x="142344" y="165395"/>
                  </a:lnTo>
                  <a:lnTo>
                    <a:pt x="142793" y="165245"/>
                  </a:lnTo>
                  <a:lnTo>
                    <a:pt x="142943" y="165095"/>
                  </a:lnTo>
                  <a:lnTo>
                    <a:pt x="143542" y="165694"/>
                  </a:lnTo>
                  <a:lnTo>
                    <a:pt x="142344" y="166143"/>
                  </a:lnTo>
                  <a:lnTo>
                    <a:pt x="142344" y="166293"/>
                  </a:lnTo>
                  <a:lnTo>
                    <a:pt x="142494" y="166293"/>
                  </a:lnTo>
                  <a:lnTo>
                    <a:pt x="143691" y="165844"/>
                  </a:lnTo>
                  <a:lnTo>
                    <a:pt x="144140" y="166293"/>
                  </a:lnTo>
                  <a:lnTo>
                    <a:pt x="143991" y="166443"/>
                  </a:lnTo>
                  <a:lnTo>
                    <a:pt x="142943" y="167041"/>
                  </a:lnTo>
                  <a:lnTo>
                    <a:pt x="143093" y="167041"/>
                  </a:lnTo>
                  <a:lnTo>
                    <a:pt x="143542" y="166892"/>
                  </a:lnTo>
                  <a:lnTo>
                    <a:pt x="144140" y="166592"/>
                  </a:lnTo>
                  <a:lnTo>
                    <a:pt x="144440" y="166592"/>
                  </a:lnTo>
                  <a:lnTo>
                    <a:pt x="145038" y="167041"/>
                  </a:lnTo>
                  <a:lnTo>
                    <a:pt x="144140" y="167490"/>
                  </a:lnTo>
                  <a:lnTo>
                    <a:pt x="143542" y="167939"/>
                  </a:lnTo>
                  <a:lnTo>
                    <a:pt x="143542" y="168089"/>
                  </a:lnTo>
                  <a:lnTo>
                    <a:pt x="144589" y="167490"/>
                  </a:lnTo>
                  <a:lnTo>
                    <a:pt x="145188" y="167191"/>
                  </a:lnTo>
                  <a:lnTo>
                    <a:pt x="145787" y="167790"/>
                  </a:lnTo>
                  <a:lnTo>
                    <a:pt x="145338" y="168089"/>
                  </a:lnTo>
                  <a:lnTo>
                    <a:pt x="143991" y="168837"/>
                  </a:lnTo>
                  <a:lnTo>
                    <a:pt x="143991" y="168987"/>
                  </a:lnTo>
                  <a:lnTo>
                    <a:pt x="145487" y="168239"/>
                  </a:lnTo>
                  <a:lnTo>
                    <a:pt x="145936" y="168089"/>
                  </a:lnTo>
                  <a:lnTo>
                    <a:pt x="146535" y="168538"/>
                  </a:lnTo>
                  <a:lnTo>
                    <a:pt x="146236" y="168837"/>
                  </a:lnTo>
                  <a:lnTo>
                    <a:pt x="144440" y="169736"/>
                  </a:lnTo>
                  <a:lnTo>
                    <a:pt x="144440" y="169885"/>
                  </a:lnTo>
                  <a:lnTo>
                    <a:pt x="145188" y="169586"/>
                  </a:lnTo>
                  <a:lnTo>
                    <a:pt x="145936" y="169286"/>
                  </a:lnTo>
                  <a:lnTo>
                    <a:pt x="146685" y="168837"/>
                  </a:lnTo>
                  <a:lnTo>
                    <a:pt x="147433" y="169436"/>
                  </a:lnTo>
                  <a:lnTo>
                    <a:pt x="146535" y="169885"/>
                  </a:lnTo>
                  <a:lnTo>
                    <a:pt x="145787" y="170334"/>
                  </a:lnTo>
                  <a:lnTo>
                    <a:pt x="145038" y="170783"/>
                  </a:lnTo>
                  <a:lnTo>
                    <a:pt x="145787" y="170634"/>
                  </a:lnTo>
                  <a:lnTo>
                    <a:pt x="146685" y="170185"/>
                  </a:lnTo>
                  <a:lnTo>
                    <a:pt x="147583" y="169586"/>
                  </a:lnTo>
                  <a:lnTo>
                    <a:pt x="148481" y="170484"/>
                  </a:lnTo>
                  <a:lnTo>
                    <a:pt x="147583" y="170933"/>
                  </a:lnTo>
                  <a:lnTo>
                    <a:pt x="146086" y="171681"/>
                  </a:lnTo>
                  <a:lnTo>
                    <a:pt x="146086" y="171831"/>
                  </a:lnTo>
                  <a:lnTo>
                    <a:pt x="146834" y="171681"/>
                  </a:lnTo>
                  <a:lnTo>
                    <a:pt x="147433" y="171382"/>
                  </a:lnTo>
                  <a:lnTo>
                    <a:pt x="148631" y="170634"/>
                  </a:lnTo>
                  <a:lnTo>
                    <a:pt x="149379" y="171382"/>
                  </a:lnTo>
                  <a:lnTo>
                    <a:pt x="148032" y="171981"/>
                  </a:lnTo>
                  <a:lnTo>
                    <a:pt x="147283" y="172280"/>
                  </a:lnTo>
                  <a:lnTo>
                    <a:pt x="146535" y="172879"/>
                  </a:lnTo>
                  <a:lnTo>
                    <a:pt x="146535" y="173028"/>
                  </a:lnTo>
                  <a:lnTo>
                    <a:pt x="147433" y="172579"/>
                  </a:lnTo>
                  <a:lnTo>
                    <a:pt x="148182" y="172130"/>
                  </a:lnTo>
                  <a:lnTo>
                    <a:pt x="149529" y="171532"/>
                  </a:lnTo>
                  <a:lnTo>
                    <a:pt x="150127" y="172130"/>
                  </a:lnTo>
                  <a:lnTo>
                    <a:pt x="149080" y="172729"/>
                  </a:lnTo>
                  <a:lnTo>
                    <a:pt x="147283" y="173777"/>
                  </a:lnTo>
                  <a:lnTo>
                    <a:pt x="147283" y="173927"/>
                  </a:lnTo>
                  <a:lnTo>
                    <a:pt x="147433" y="173927"/>
                  </a:lnTo>
                  <a:lnTo>
                    <a:pt x="148331" y="173627"/>
                  </a:lnTo>
                  <a:lnTo>
                    <a:pt x="149080" y="173178"/>
                  </a:lnTo>
                  <a:lnTo>
                    <a:pt x="150277" y="172430"/>
                  </a:lnTo>
                  <a:lnTo>
                    <a:pt x="147283" y="174376"/>
                  </a:lnTo>
                  <a:lnTo>
                    <a:pt x="144290" y="176172"/>
                  </a:lnTo>
                  <a:lnTo>
                    <a:pt x="141296" y="165395"/>
                  </a:lnTo>
                  <a:lnTo>
                    <a:pt x="140997" y="164347"/>
                  </a:lnTo>
                  <a:lnTo>
                    <a:pt x="140847" y="163898"/>
                  </a:lnTo>
                  <a:lnTo>
                    <a:pt x="141446" y="163748"/>
                  </a:lnTo>
                  <a:close/>
                  <a:moveTo>
                    <a:pt x="69002" y="165844"/>
                  </a:moveTo>
                  <a:lnTo>
                    <a:pt x="73342" y="168239"/>
                  </a:lnTo>
                  <a:lnTo>
                    <a:pt x="77683" y="170185"/>
                  </a:lnTo>
                  <a:lnTo>
                    <a:pt x="82323" y="171981"/>
                  </a:lnTo>
                  <a:lnTo>
                    <a:pt x="87113" y="173328"/>
                  </a:lnTo>
                  <a:lnTo>
                    <a:pt x="82024" y="183207"/>
                  </a:lnTo>
                  <a:lnTo>
                    <a:pt x="77982" y="181859"/>
                  </a:lnTo>
                  <a:lnTo>
                    <a:pt x="73791" y="180363"/>
                  </a:lnTo>
                  <a:lnTo>
                    <a:pt x="69900" y="178716"/>
                  </a:lnTo>
                  <a:lnTo>
                    <a:pt x="66008" y="176770"/>
                  </a:lnTo>
                  <a:lnTo>
                    <a:pt x="69002" y="165844"/>
                  </a:lnTo>
                  <a:close/>
                  <a:moveTo>
                    <a:pt x="140398" y="165844"/>
                  </a:moveTo>
                  <a:lnTo>
                    <a:pt x="143392" y="176621"/>
                  </a:lnTo>
                  <a:lnTo>
                    <a:pt x="139500" y="178567"/>
                  </a:lnTo>
                  <a:lnTo>
                    <a:pt x="135609" y="180363"/>
                  </a:lnTo>
                  <a:lnTo>
                    <a:pt x="131567" y="181859"/>
                  </a:lnTo>
                  <a:lnTo>
                    <a:pt x="127376" y="183207"/>
                  </a:lnTo>
                  <a:lnTo>
                    <a:pt x="122437" y="173328"/>
                  </a:lnTo>
                  <a:lnTo>
                    <a:pt x="127077" y="171981"/>
                  </a:lnTo>
                  <a:lnTo>
                    <a:pt x="131717" y="170185"/>
                  </a:lnTo>
                  <a:lnTo>
                    <a:pt x="136058" y="168239"/>
                  </a:lnTo>
                  <a:lnTo>
                    <a:pt x="140398" y="165844"/>
                  </a:lnTo>
                  <a:close/>
                  <a:moveTo>
                    <a:pt x="89358" y="172280"/>
                  </a:moveTo>
                  <a:lnTo>
                    <a:pt x="89358" y="172879"/>
                  </a:lnTo>
                  <a:lnTo>
                    <a:pt x="89508" y="173927"/>
                  </a:lnTo>
                  <a:lnTo>
                    <a:pt x="90106" y="185152"/>
                  </a:lnTo>
                  <a:lnTo>
                    <a:pt x="86514" y="184404"/>
                  </a:lnTo>
                  <a:lnTo>
                    <a:pt x="83071" y="183506"/>
                  </a:lnTo>
                  <a:lnTo>
                    <a:pt x="84568" y="183656"/>
                  </a:lnTo>
                  <a:lnTo>
                    <a:pt x="85466" y="183805"/>
                  </a:lnTo>
                  <a:lnTo>
                    <a:pt x="86364" y="183955"/>
                  </a:lnTo>
                  <a:lnTo>
                    <a:pt x="86514" y="183805"/>
                  </a:lnTo>
                  <a:lnTo>
                    <a:pt x="84419" y="183356"/>
                  </a:lnTo>
                  <a:lnTo>
                    <a:pt x="83221" y="183207"/>
                  </a:lnTo>
                  <a:lnTo>
                    <a:pt x="83670" y="182309"/>
                  </a:lnTo>
                  <a:lnTo>
                    <a:pt x="85017" y="182458"/>
                  </a:lnTo>
                  <a:lnTo>
                    <a:pt x="85915" y="182608"/>
                  </a:lnTo>
                  <a:lnTo>
                    <a:pt x="86963" y="182758"/>
                  </a:lnTo>
                  <a:lnTo>
                    <a:pt x="86963" y="182608"/>
                  </a:lnTo>
                  <a:lnTo>
                    <a:pt x="85915" y="182309"/>
                  </a:lnTo>
                  <a:lnTo>
                    <a:pt x="85017" y="182159"/>
                  </a:lnTo>
                  <a:lnTo>
                    <a:pt x="83820" y="182009"/>
                  </a:lnTo>
                  <a:lnTo>
                    <a:pt x="84119" y="181261"/>
                  </a:lnTo>
                  <a:lnTo>
                    <a:pt x="85616" y="181560"/>
                  </a:lnTo>
                  <a:lnTo>
                    <a:pt x="86963" y="181560"/>
                  </a:lnTo>
                  <a:lnTo>
                    <a:pt x="86963" y="181410"/>
                  </a:lnTo>
                  <a:lnTo>
                    <a:pt x="85317" y="181111"/>
                  </a:lnTo>
                  <a:lnTo>
                    <a:pt x="84269" y="180961"/>
                  </a:lnTo>
                  <a:lnTo>
                    <a:pt x="84868" y="179914"/>
                  </a:lnTo>
                  <a:lnTo>
                    <a:pt x="86215" y="180213"/>
                  </a:lnTo>
                  <a:lnTo>
                    <a:pt x="87712" y="180213"/>
                  </a:lnTo>
                  <a:lnTo>
                    <a:pt x="87712" y="180063"/>
                  </a:lnTo>
                  <a:lnTo>
                    <a:pt x="86813" y="179914"/>
                  </a:lnTo>
                  <a:lnTo>
                    <a:pt x="85915" y="179764"/>
                  </a:lnTo>
                  <a:lnTo>
                    <a:pt x="85017" y="179614"/>
                  </a:lnTo>
                  <a:lnTo>
                    <a:pt x="85466" y="178716"/>
                  </a:lnTo>
                  <a:lnTo>
                    <a:pt x="86364" y="179016"/>
                  </a:lnTo>
                  <a:lnTo>
                    <a:pt x="87113" y="179165"/>
                  </a:lnTo>
                  <a:lnTo>
                    <a:pt x="87861" y="179165"/>
                  </a:lnTo>
                  <a:lnTo>
                    <a:pt x="87861" y="179016"/>
                  </a:lnTo>
                  <a:lnTo>
                    <a:pt x="85915" y="178716"/>
                  </a:lnTo>
                  <a:lnTo>
                    <a:pt x="85466" y="178567"/>
                  </a:lnTo>
                  <a:lnTo>
                    <a:pt x="85915" y="177818"/>
                  </a:lnTo>
                  <a:lnTo>
                    <a:pt x="86364" y="177968"/>
                  </a:lnTo>
                  <a:lnTo>
                    <a:pt x="87113" y="177968"/>
                  </a:lnTo>
                  <a:lnTo>
                    <a:pt x="88011" y="178118"/>
                  </a:lnTo>
                  <a:lnTo>
                    <a:pt x="88011" y="177968"/>
                  </a:lnTo>
                  <a:lnTo>
                    <a:pt x="86813" y="177668"/>
                  </a:lnTo>
                  <a:lnTo>
                    <a:pt x="86065" y="177668"/>
                  </a:lnTo>
                  <a:lnTo>
                    <a:pt x="86364" y="176920"/>
                  </a:lnTo>
                  <a:lnTo>
                    <a:pt x="87262" y="177070"/>
                  </a:lnTo>
                  <a:lnTo>
                    <a:pt x="88161" y="177070"/>
                  </a:lnTo>
                  <a:lnTo>
                    <a:pt x="88161" y="176920"/>
                  </a:lnTo>
                  <a:lnTo>
                    <a:pt x="87412" y="176770"/>
                  </a:lnTo>
                  <a:lnTo>
                    <a:pt x="86514" y="176621"/>
                  </a:lnTo>
                  <a:lnTo>
                    <a:pt x="86813" y="175872"/>
                  </a:lnTo>
                  <a:lnTo>
                    <a:pt x="87562" y="176022"/>
                  </a:lnTo>
                  <a:lnTo>
                    <a:pt x="88310" y="176022"/>
                  </a:lnTo>
                  <a:lnTo>
                    <a:pt x="88310" y="175872"/>
                  </a:lnTo>
                  <a:lnTo>
                    <a:pt x="87113" y="175723"/>
                  </a:lnTo>
                  <a:lnTo>
                    <a:pt x="86963" y="175723"/>
                  </a:lnTo>
                  <a:lnTo>
                    <a:pt x="87262" y="174974"/>
                  </a:lnTo>
                  <a:lnTo>
                    <a:pt x="88610" y="175124"/>
                  </a:lnTo>
                  <a:lnTo>
                    <a:pt x="88610" y="174974"/>
                  </a:lnTo>
                  <a:lnTo>
                    <a:pt x="87412" y="174825"/>
                  </a:lnTo>
                  <a:lnTo>
                    <a:pt x="87712" y="174226"/>
                  </a:lnTo>
                  <a:lnTo>
                    <a:pt x="88011" y="174226"/>
                  </a:lnTo>
                  <a:lnTo>
                    <a:pt x="88909" y="174076"/>
                  </a:lnTo>
                  <a:lnTo>
                    <a:pt x="89059" y="174076"/>
                  </a:lnTo>
                  <a:lnTo>
                    <a:pt x="88909" y="173927"/>
                  </a:lnTo>
                  <a:lnTo>
                    <a:pt x="87861" y="173927"/>
                  </a:lnTo>
                  <a:lnTo>
                    <a:pt x="88011" y="173627"/>
                  </a:lnTo>
                  <a:lnTo>
                    <a:pt x="88161" y="173178"/>
                  </a:lnTo>
                  <a:lnTo>
                    <a:pt x="88909" y="173178"/>
                  </a:lnTo>
                  <a:lnTo>
                    <a:pt x="88909" y="173028"/>
                  </a:lnTo>
                  <a:lnTo>
                    <a:pt x="88310" y="173028"/>
                  </a:lnTo>
                  <a:lnTo>
                    <a:pt x="88460" y="172729"/>
                  </a:lnTo>
                  <a:lnTo>
                    <a:pt x="88610" y="172280"/>
                  </a:lnTo>
                  <a:close/>
                  <a:moveTo>
                    <a:pt x="120790" y="172280"/>
                  </a:moveTo>
                  <a:lnTo>
                    <a:pt x="120940" y="172729"/>
                  </a:lnTo>
                  <a:lnTo>
                    <a:pt x="121090" y="173028"/>
                  </a:lnTo>
                  <a:lnTo>
                    <a:pt x="120491" y="173028"/>
                  </a:lnTo>
                  <a:lnTo>
                    <a:pt x="120491" y="173178"/>
                  </a:lnTo>
                  <a:lnTo>
                    <a:pt x="121239" y="173178"/>
                  </a:lnTo>
                  <a:lnTo>
                    <a:pt x="121389" y="173627"/>
                  </a:lnTo>
                  <a:lnTo>
                    <a:pt x="121539" y="173927"/>
                  </a:lnTo>
                  <a:lnTo>
                    <a:pt x="120491" y="173927"/>
                  </a:lnTo>
                  <a:lnTo>
                    <a:pt x="120491" y="174076"/>
                  </a:lnTo>
                  <a:lnTo>
                    <a:pt x="121389" y="174226"/>
                  </a:lnTo>
                  <a:lnTo>
                    <a:pt x="121688" y="174226"/>
                  </a:lnTo>
                  <a:lnTo>
                    <a:pt x="121988" y="174825"/>
                  </a:lnTo>
                  <a:lnTo>
                    <a:pt x="120790" y="174974"/>
                  </a:lnTo>
                  <a:lnTo>
                    <a:pt x="120790" y="175124"/>
                  </a:lnTo>
                  <a:lnTo>
                    <a:pt x="122138" y="174974"/>
                  </a:lnTo>
                  <a:lnTo>
                    <a:pt x="122437" y="175723"/>
                  </a:lnTo>
                  <a:lnTo>
                    <a:pt x="122287" y="175723"/>
                  </a:lnTo>
                  <a:lnTo>
                    <a:pt x="121090" y="175872"/>
                  </a:lnTo>
                  <a:lnTo>
                    <a:pt x="121090" y="176022"/>
                  </a:lnTo>
                  <a:lnTo>
                    <a:pt x="121838" y="176022"/>
                  </a:lnTo>
                  <a:lnTo>
                    <a:pt x="122587" y="175872"/>
                  </a:lnTo>
                  <a:lnTo>
                    <a:pt x="122886" y="176621"/>
                  </a:lnTo>
                  <a:lnTo>
                    <a:pt x="122138" y="176770"/>
                  </a:lnTo>
                  <a:lnTo>
                    <a:pt x="121239" y="176920"/>
                  </a:lnTo>
                  <a:lnTo>
                    <a:pt x="121239" y="177070"/>
                  </a:lnTo>
                  <a:lnTo>
                    <a:pt x="122138" y="177070"/>
                  </a:lnTo>
                  <a:lnTo>
                    <a:pt x="123036" y="176920"/>
                  </a:lnTo>
                  <a:lnTo>
                    <a:pt x="123485" y="177668"/>
                  </a:lnTo>
                  <a:lnTo>
                    <a:pt x="122736" y="177668"/>
                  </a:lnTo>
                  <a:lnTo>
                    <a:pt x="121389" y="177968"/>
                  </a:lnTo>
                  <a:lnTo>
                    <a:pt x="121389" y="178118"/>
                  </a:lnTo>
                  <a:lnTo>
                    <a:pt x="122287" y="177968"/>
                  </a:lnTo>
                  <a:lnTo>
                    <a:pt x="123185" y="177968"/>
                  </a:lnTo>
                  <a:lnTo>
                    <a:pt x="123634" y="177818"/>
                  </a:lnTo>
                  <a:lnTo>
                    <a:pt x="123934" y="178567"/>
                  </a:lnTo>
                  <a:lnTo>
                    <a:pt x="123485" y="178716"/>
                  </a:lnTo>
                  <a:lnTo>
                    <a:pt x="121539" y="179016"/>
                  </a:lnTo>
                  <a:lnTo>
                    <a:pt x="121539" y="179165"/>
                  </a:lnTo>
                  <a:lnTo>
                    <a:pt x="122287" y="179165"/>
                  </a:lnTo>
                  <a:lnTo>
                    <a:pt x="123036" y="179016"/>
                  </a:lnTo>
                  <a:lnTo>
                    <a:pt x="124083" y="178716"/>
                  </a:lnTo>
                  <a:lnTo>
                    <a:pt x="124532" y="179614"/>
                  </a:lnTo>
                  <a:lnTo>
                    <a:pt x="123634" y="179764"/>
                  </a:lnTo>
                  <a:lnTo>
                    <a:pt x="122736" y="179914"/>
                  </a:lnTo>
                  <a:lnTo>
                    <a:pt x="121838" y="180063"/>
                  </a:lnTo>
                  <a:lnTo>
                    <a:pt x="121838" y="180213"/>
                  </a:lnTo>
                  <a:lnTo>
                    <a:pt x="123185" y="180213"/>
                  </a:lnTo>
                  <a:lnTo>
                    <a:pt x="124532" y="179914"/>
                  </a:lnTo>
                  <a:lnTo>
                    <a:pt x="125131" y="180961"/>
                  </a:lnTo>
                  <a:lnTo>
                    <a:pt x="124233" y="181111"/>
                  </a:lnTo>
                  <a:lnTo>
                    <a:pt x="122437" y="181410"/>
                  </a:lnTo>
                  <a:lnTo>
                    <a:pt x="122437" y="181560"/>
                  </a:lnTo>
                  <a:lnTo>
                    <a:pt x="123784" y="181560"/>
                  </a:lnTo>
                  <a:lnTo>
                    <a:pt x="125281" y="181261"/>
                  </a:lnTo>
                  <a:lnTo>
                    <a:pt x="125730" y="182009"/>
                  </a:lnTo>
                  <a:lnTo>
                    <a:pt x="124383" y="182159"/>
                  </a:lnTo>
                  <a:lnTo>
                    <a:pt x="123485" y="182309"/>
                  </a:lnTo>
                  <a:lnTo>
                    <a:pt x="122437" y="182608"/>
                  </a:lnTo>
                  <a:lnTo>
                    <a:pt x="122437" y="182758"/>
                  </a:lnTo>
                  <a:lnTo>
                    <a:pt x="122587" y="182758"/>
                  </a:lnTo>
                  <a:lnTo>
                    <a:pt x="123485" y="182608"/>
                  </a:lnTo>
                  <a:lnTo>
                    <a:pt x="124383" y="182458"/>
                  </a:lnTo>
                  <a:lnTo>
                    <a:pt x="125730" y="182309"/>
                  </a:lnTo>
                  <a:lnTo>
                    <a:pt x="126179" y="183207"/>
                  </a:lnTo>
                  <a:lnTo>
                    <a:pt x="124981" y="183356"/>
                  </a:lnTo>
                  <a:lnTo>
                    <a:pt x="123036" y="183805"/>
                  </a:lnTo>
                  <a:lnTo>
                    <a:pt x="122886" y="183805"/>
                  </a:lnTo>
                  <a:lnTo>
                    <a:pt x="123036" y="183955"/>
                  </a:lnTo>
                  <a:lnTo>
                    <a:pt x="123934" y="183805"/>
                  </a:lnTo>
                  <a:lnTo>
                    <a:pt x="124832" y="183656"/>
                  </a:lnTo>
                  <a:lnTo>
                    <a:pt x="126329" y="183506"/>
                  </a:lnTo>
                  <a:lnTo>
                    <a:pt x="126478" y="183506"/>
                  </a:lnTo>
                  <a:lnTo>
                    <a:pt x="122886" y="184404"/>
                  </a:lnTo>
                  <a:lnTo>
                    <a:pt x="119294" y="185152"/>
                  </a:lnTo>
                  <a:lnTo>
                    <a:pt x="120042" y="173927"/>
                  </a:lnTo>
                  <a:lnTo>
                    <a:pt x="120042" y="172879"/>
                  </a:lnTo>
                  <a:lnTo>
                    <a:pt x="120042" y="172280"/>
                  </a:lnTo>
                  <a:close/>
                  <a:moveTo>
                    <a:pt x="90406" y="174076"/>
                  </a:moveTo>
                  <a:lnTo>
                    <a:pt x="94746" y="174825"/>
                  </a:lnTo>
                  <a:lnTo>
                    <a:pt x="99237" y="175274"/>
                  </a:lnTo>
                  <a:lnTo>
                    <a:pt x="100883" y="186350"/>
                  </a:lnTo>
                  <a:lnTo>
                    <a:pt x="95944" y="185901"/>
                  </a:lnTo>
                  <a:lnTo>
                    <a:pt x="91154" y="185302"/>
                  </a:lnTo>
                  <a:lnTo>
                    <a:pt x="90406" y="174076"/>
                  </a:lnTo>
                  <a:close/>
                  <a:moveTo>
                    <a:pt x="118994" y="174076"/>
                  </a:moveTo>
                  <a:lnTo>
                    <a:pt x="118246" y="185302"/>
                  </a:lnTo>
                  <a:lnTo>
                    <a:pt x="113756" y="185901"/>
                  </a:lnTo>
                  <a:lnTo>
                    <a:pt x="109265" y="186350"/>
                  </a:lnTo>
                  <a:lnTo>
                    <a:pt x="110762" y="175274"/>
                  </a:lnTo>
                  <a:lnTo>
                    <a:pt x="114953" y="174825"/>
                  </a:lnTo>
                  <a:lnTo>
                    <a:pt x="118994" y="174076"/>
                  </a:lnTo>
                  <a:close/>
                  <a:moveTo>
                    <a:pt x="15716" y="108218"/>
                  </a:moveTo>
                  <a:lnTo>
                    <a:pt x="19608" y="108816"/>
                  </a:lnTo>
                  <a:lnTo>
                    <a:pt x="20057" y="113905"/>
                  </a:lnTo>
                  <a:lnTo>
                    <a:pt x="20805" y="118845"/>
                  </a:lnTo>
                  <a:lnTo>
                    <a:pt x="21703" y="123635"/>
                  </a:lnTo>
                  <a:lnTo>
                    <a:pt x="22901" y="128424"/>
                  </a:lnTo>
                  <a:lnTo>
                    <a:pt x="24398" y="133064"/>
                  </a:lnTo>
                  <a:lnTo>
                    <a:pt x="26194" y="137555"/>
                  </a:lnTo>
                  <a:lnTo>
                    <a:pt x="28140" y="141895"/>
                  </a:lnTo>
                  <a:lnTo>
                    <a:pt x="30385" y="146236"/>
                  </a:lnTo>
                  <a:lnTo>
                    <a:pt x="32780" y="150277"/>
                  </a:lnTo>
                  <a:lnTo>
                    <a:pt x="35474" y="154319"/>
                  </a:lnTo>
                  <a:lnTo>
                    <a:pt x="38318" y="158061"/>
                  </a:lnTo>
                  <a:lnTo>
                    <a:pt x="41461" y="161653"/>
                  </a:lnTo>
                  <a:lnTo>
                    <a:pt x="44754" y="165095"/>
                  </a:lnTo>
                  <a:lnTo>
                    <a:pt x="48196" y="168388"/>
                  </a:lnTo>
                  <a:lnTo>
                    <a:pt x="51938" y="171382"/>
                  </a:lnTo>
                  <a:lnTo>
                    <a:pt x="55680" y="174376"/>
                  </a:lnTo>
                  <a:lnTo>
                    <a:pt x="56129" y="174675"/>
                  </a:lnTo>
                  <a:lnTo>
                    <a:pt x="57177" y="175573"/>
                  </a:lnTo>
                  <a:lnTo>
                    <a:pt x="58375" y="176321"/>
                  </a:lnTo>
                  <a:lnTo>
                    <a:pt x="61218" y="177968"/>
                  </a:lnTo>
                  <a:lnTo>
                    <a:pt x="64661" y="179764"/>
                  </a:lnTo>
                  <a:lnTo>
                    <a:pt x="64960" y="179914"/>
                  </a:lnTo>
                  <a:lnTo>
                    <a:pt x="64960" y="180063"/>
                  </a:lnTo>
                  <a:lnTo>
                    <a:pt x="65110" y="180063"/>
                  </a:lnTo>
                  <a:lnTo>
                    <a:pt x="68852" y="181859"/>
                  </a:lnTo>
                  <a:lnTo>
                    <a:pt x="72594" y="183656"/>
                  </a:lnTo>
                  <a:lnTo>
                    <a:pt x="76486" y="185003"/>
                  </a:lnTo>
                  <a:lnTo>
                    <a:pt x="80527" y="186350"/>
                  </a:lnTo>
                  <a:lnTo>
                    <a:pt x="80976" y="186500"/>
                  </a:lnTo>
                  <a:lnTo>
                    <a:pt x="82323" y="186949"/>
                  </a:lnTo>
                  <a:lnTo>
                    <a:pt x="83820" y="187398"/>
                  </a:lnTo>
                  <a:lnTo>
                    <a:pt x="86963" y="187996"/>
                  </a:lnTo>
                  <a:lnTo>
                    <a:pt x="90555" y="188745"/>
                  </a:lnTo>
                  <a:lnTo>
                    <a:pt x="94148" y="189194"/>
                  </a:lnTo>
                  <a:lnTo>
                    <a:pt x="97740" y="189643"/>
                  </a:lnTo>
                  <a:lnTo>
                    <a:pt x="101482" y="189792"/>
                  </a:lnTo>
                  <a:lnTo>
                    <a:pt x="102081" y="193684"/>
                  </a:lnTo>
                  <a:lnTo>
                    <a:pt x="97740" y="193534"/>
                  </a:lnTo>
                  <a:lnTo>
                    <a:pt x="93399" y="193085"/>
                  </a:lnTo>
                  <a:lnTo>
                    <a:pt x="89208" y="192487"/>
                  </a:lnTo>
                  <a:lnTo>
                    <a:pt x="85017" y="191589"/>
                  </a:lnTo>
                  <a:lnTo>
                    <a:pt x="80976" y="190541"/>
                  </a:lnTo>
                  <a:lnTo>
                    <a:pt x="76935" y="189343"/>
                  </a:lnTo>
                  <a:lnTo>
                    <a:pt x="72893" y="187996"/>
                  </a:lnTo>
                  <a:lnTo>
                    <a:pt x="69151" y="186350"/>
                  </a:lnTo>
                  <a:lnTo>
                    <a:pt x="65409" y="184554"/>
                  </a:lnTo>
                  <a:lnTo>
                    <a:pt x="61667" y="182758"/>
                  </a:lnTo>
                  <a:lnTo>
                    <a:pt x="58075" y="180662"/>
                  </a:lnTo>
                  <a:lnTo>
                    <a:pt x="54633" y="178417"/>
                  </a:lnTo>
                  <a:lnTo>
                    <a:pt x="51340" y="176022"/>
                  </a:lnTo>
                  <a:lnTo>
                    <a:pt x="48196" y="173477"/>
                  </a:lnTo>
                  <a:lnTo>
                    <a:pt x="45053" y="170783"/>
                  </a:lnTo>
                  <a:lnTo>
                    <a:pt x="42060" y="167939"/>
                  </a:lnTo>
                  <a:lnTo>
                    <a:pt x="39216" y="164946"/>
                  </a:lnTo>
                  <a:lnTo>
                    <a:pt x="36522" y="161952"/>
                  </a:lnTo>
                  <a:lnTo>
                    <a:pt x="33977" y="158809"/>
                  </a:lnTo>
                  <a:lnTo>
                    <a:pt x="31582" y="155366"/>
                  </a:lnTo>
                  <a:lnTo>
                    <a:pt x="29187" y="152073"/>
                  </a:lnTo>
                  <a:lnTo>
                    <a:pt x="27092" y="148481"/>
                  </a:lnTo>
                  <a:lnTo>
                    <a:pt x="25146" y="144889"/>
                  </a:lnTo>
                  <a:lnTo>
                    <a:pt x="23350" y="141147"/>
                  </a:lnTo>
                  <a:lnTo>
                    <a:pt x="21853" y="137255"/>
                  </a:lnTo>
                  <a:lnTo>
                    <a:pt x="20356" y="133364"/>
                  </a:lnTo>
                  <a:lnTo>
                    <a:pt x="19159" y="129322"/>
                  </a:lnTo>
                  <a:lnTo>
                    <a:pt x="18111" y="125281"/>
                  </a:lnTo>
                  <a:lnTo>
                    <a:pt x="17213" y="121090"/>
                  </a:lnTo>
                  <a:lnTo>
                    <a:pt x="16465" y="116899"/>
                  </a:lnTo>
                  <a:lnTo>
                    <a:pt x="16016" y="112558"/>
                  </a:lnTo>
                  <a:lnTo>
                    <a:pt x="15716" y="108218"/>
                  </a:lnTo>
                  <a:close/>
                  <a:moveTo>
                    <a:pt x="193684" y="107469"/>
                  </a:moveTo>
                  <a:lnTo>
                    <a:pt x="193534" y="111810"/>
                  </a:lnTo>
                  <a:lnTo>
                    <a:pt x="193085" y="116001"/>
                  </a:lnTo>
                  <a:lnTo>
                    <a:pt x="192337" y="120342"/>
                  </a:lnTo>
                  <a:lnTo>
                    <a:pt x="191588" y="124383"/>
                  </a:lnTo>
                  <a:lnTo>
                    <a:pt x="190541" y="128574"/>
                  </a:lnTo>
                  <a:lnTo>
                    <a:pt x="189343" y="132615"/>
                  </a:lnTo>
                  <a:lnTo>
                    <a:pt x="187846" y="136507"/>
                  </a:lnTo>
                  <a:lnTo>
                    <a:pt x="186350" y="140399"/>
                  </a:lnTo>
                  <a:lnTo>
                    <a:pt x="184553" y="144140"/>
                  </a:lnTo>
                  <a:lnTo>
                    <a:pt x="182608" y="147733"/>
                  </a:lnTo>
                  <a:lnTo>
                    <a:pt x="180512" y="151325"/>
                  </a:lnTo>
                  <a:lnTo>
                    <a:pt x="178267" y="154768"/>
                  </a:lnTo>
                  <a:lnTo>
                    <a:pt x="175872" y="158061"/>
                  </a:lnTo>
                  <a:lnTo>
                    <a:pt x="173477" y="161354"/>
                  </a:lnTo>
                  <a:lnTo>
                    <a:pt x="170783" y="164347"/>
                  </a:lnTo>
                  <a:lnTo>
                    <a:pt x="167939" y="167341"/>
                  </a:lnTo>
                  <a:lnTo>
                    <a:pt x="164946" y="170185"/>
                  </a:lnTo>
                  <a:lnTo>
                    <a:pt x="161952" y="172879"/>
                  </a:lnTo>
                  <a:lnTo>
                    <a:pt x="158659" y="175573"/>
                  </a:lnTo>
                  <a:lnTo>
                    <a:pt x="155366" y="177968"/>
                  </a:lnTo>
                  <a:lnTo>
                    <a:pt x="151924" y="180213"/>
                  </a:lnTo>
                  <a:lnTo>
                    <a:pt x="148481" y="182309"/>
                  </a:lnTo>
                  <a:lnTo>
                    <a:pt x="144739" y="184254"/>
                  </a:lnTo>
                  <a:lnTo>
                    <a:pt x="140997" y="186050"/>
                  </a:lnTo>
                  <a:lnTo>
                    <a:pt x="137255" y="187697"/>
                  </a:lnTo>
                  <a:lnTo>
                    <a:pt x="133214" y="189044"/>
                  </a:lnTo>
                  <a:lnTo>
                    <a:pt x="129322" y="190391"/>
                  </a:lnTo>
                  <a:lnTo>
                    <a:pt x="125131" y="191439"/>
                  </a:lnTo>
                  <a:lnTo>
                    <a:pt x="121090" y="192337"/>
                  </a:lnTo>
                  <a:lnTo>
                    <a:pt x="116899" y="192936"/>
                  </a:lnTo>
                  <a:lnTo>
                    <a:pt x="112558" y="193385"/>
                  </a:lnTo>
                  <a:lnTo>
                    <a:pt x="108217" y="193684"/>
                  </a:lnTo>
                  <a:lnTo>
                    <a:pt x="108816" y="189792"/>
                  </a:lnTo>
                  <a:lnTo>
                    <a:pt x="112109" y="189493"/>
                  </a:lnTo>
                  <a:lnTo>
                    <a:pt x="115552" y="189194"/>
                  </a:lnTo>
                  <a:lnTo>
                    <a:pt x="118845" y="188745"/>
                  </a:lnTo>
                  <a:lnTo>
                    <a:pt x="122138" y="187996"/>
                  </a:lnTo>
                  <a:lnTo>
                    <a:pt x="125430" y="187398"/>
                  </a:lnTo>
                  <a:lnTo>
                    <a:pt x="127077" y="186949"/>
                  </a:lnTo>
                  <a:lnTo>
                    <a:pt x="128424" y="186500"/>
                  </a:lnTo>
                  <a:lnTo>
                    <a:pt x="128873" y="186350"/>
                  </a:lnTo>
                  <a:lnTo>
                    <a:pt x="132615" y="185152"/>
                  </a:lnTo>
                  <a:lnTo>
                    <a:pt x="136357" y="183805"/>
                  </a:lnTo>
                  <a:lnTo>
                    <a:pt x="139949" y="182309"/>
                  </a:lnTo>
                  <a:lnTo>
                    <a:pt x="143392" y="180512"/>
                  </a:lnTo>
                  <a:lnTo>
                    <a:pt x="144290" y="180063"/>
                  </a:lnTo>
                  <a:lnTo>
                    <a:pt x="144889" y="179764"/>
                  </a:lnTo>
                  <a:lnTo>
                    <a:pt x="148182" y="177968"/>
                  </a:lnTo>
                  <a:lnTo>
                    <a:pt x="151025" y="176321"/>
                  </a:lnTo>
                  <a:lnTo>
                    <a:pt x="152223" y="175573"/>
                  </a:lnTo>
                  <a:lnTo>
                    <a:pt x="153420" y="174675"/>
                  </a:lnTo>
                  <a:lnTo>
                    <a:pt x="153869" y="174376"/>
                  </a:lnTo>
                  <a:lnTo>
                    <a:pt x="153720" y="174226"/>
                  </a:lnTo>
                  <a:lnTo>
                    <a:pt x="156863" y="171981"/>
                  </a:lnTo>
                  <a:lnTo>
                    <a:pt x="160006" y="169436"/>
                  </a:lnTo>
                  <a:lnTo>
                    <a:pt x="161952" y="167790"/>
                  </a:lnTo>
                  <a:lnTo>
                    <a:pt x="164047" y="165694"/>
                  </a:lnTo>
                  <a:lnTo>
                    <a:pt x="165993" y="163748"/>
                  </a:lnTo>
                  <a:lnTo>
                    <a:pt x="168089" y="161503"/>
                  </a:lnTo>
                  <a:lnTo>
                    <a:pt x="169885" y="159408"/>
                  </a:lnTo>
                  <a:lnTo>
                    <a:pt x="170633" y="158510"/>
                  </a:lnTo>
                  <a:lnTo>
                    <a:pt x="172579" y="156115"/>
                  </a:lnTo>
                  <a:lnTo>
                    <a:pt x="173777" y="154468"/>
                  </a:lnTo>
                  <a:lnTo>
                    <a:pt x="174226" y="153870"/>
                  </a:lnTo>
                  <a:lnTo>
                    <a:pt x="175872" y="151325"/>
                  </a:lnTo>
                  <a:lnTo>
                    <a:pt x="177519" y="148781"/>
                  </a:lnTo>
                  <a:lnTo>
                    <a:pt x="179015" y="146236"/>
                  </a:lnTo>
                  <a:lnTo>
                    <a:pt x="180362" y="143542"/>
                  </a:lnTo>
                  <a:lnTo>
                    <a:pt x="181710" y="140848"/>
                  </a:lnTo>
                  <a:lnTo>
                    <a:pt x="183057" y="138153"/>
                  </a:lnTo>
                  <a:lnTo>
                    <a:pt x="184104" y="135309"/>
                  </a:lnTo>
                  <a:lnTo>
                    <a:pt x="185152" y="132466"/>
                  </a:lnTo>
                  <a:lnTo>
                    <a:pt x="186200" y="129472"/>
                  </a:lnTo>
                  <a:lnTo>
                    <a:pt x="186948" y="126478"/>
                  </a:lnTo>
                  <a:lnTo>
                    <a:pt x="187697" y="123485"/>
                  </a:lnTo>
                  <a:lnTo>
                    <a:pt x="188295" y="120491"/>
                  </a:lnTo>
                  <a:lnTo>
                    <a:pt x="188894" y="117498"/>
                  </a:lnTo>
                  <a:lnTo>
                    <a:pt x="189343" y="114354"/>
                  </a:lnTo>
                  <a:lnTo>
                    <a:pt x="189642" y="111211"/>
                  </a:lnTo>
                  <a:lnTo>
                    <a:pt x="189792" y="108068"/>
                  </a:lnTo>
                  <a:lnTo>
                    <a:pt x="193684" y="107469"/>
                  </a:lnTo>
                  <a:close/>
                  <a:moveTo>
                    <a:pt x="104925" y="105972"/>
                  </a:moveTo>
                  <a:lnTo>
                    <a:pt x="105523" y="106571"/>
                  </a:lnTo>
                  <a:lnTo>
                    <a:pt x="107020" y="108068"/>
                  </a:lnTo>
                  <a:lnTo>
                    <a:pt x="107170" y="108218"/>
                  </a:lnTo>
                  <a:lnTo>
                    <a:pt x="108217" y="109265"/>
                  </a:lnTo>
                  <a:lnTo>
                    <a:pt x="108367" y="109415"/>
                  </a:lnTo>
                  <a:lnTo>
                    <a:pt x="104925" y="109415"/>
                  </a:lnTo>
                  <a:lnTo>
                    <a:pt x="104775" y="109565"/>
                  </a:lnTo>
                  <a:lnTo>
                    <a:pt x="103278" y="109565"/>
                  </a:lnTo>
                  <a:lnTo>
                    <a:pt x="102679" y="109714"/>
                  </a:lnTo>
                  <a:lnTo>
                    <a:pt x="102530" y="109714"/>
                  </a:lnTo>
                  <a:lnTo>
                    <a:pt x="102530" y="109864"/>
                  </a:lnTo>
                  <a:lnTo>
                    <a:pt x="102530" y="110014"/>
                  </a:lnTo>
                  <a:lnTo>
                    <a:pt x="102679" y="110014"/>
                  </a:lnTo>
                  <a:lnTo>
                    <a:pt x="103877" y="110163"/>
                  </a:lnTo>
                  <a:lnTo>
                    <a:pt x="104326" y="110163"/>
                  </a:lnTo>
                  <a:lnTo>
                    <a:pt x="105523" y="110313"/>
                  </a:lnTo>
                  <a:lnTo>
                    <a:pt x="109265" y="110313"/>
                  </a:lnTo>
                  <a:lnTo>
                    <a:pt x="110612" y="111511"/>
                  </a:lnTo>
                  <a:lnTo>
                    <a:pt x="110612" y="111660"/>
                  </a:lnTo>
                  <a:lnTo>
                    <a:pt x="111361" y="112259"/>
                  </a:lnTo>
                  <a:lnTo>
                    <a:pt x="111510" y="112409"/>
                  </a:lnTo>
                  <a:lnTo>
                    <a:pt x="111959" y="112858"/>
                  </a:lnTo>
                  <a:lnTo>
                    <a:pt x="109265" y="112708"/>
                  </a:lnTo>
                  <a:lnTo>
                    <a:pt x="106571" y="112558"/>
                  </a:lnTo>
                  <a:lnTo>
                    <a:pt x="106421" y="112558"/>
                  </a:lnTo>
                  <a:lnTo>
                    <a:pt x="105673" y="112708"/>
                  </a:lnTo>
                  <a:lnTo>
                    <a:pt x="104326" y="112708"/>
                  </a:lnTo>
                  <a:lnTo>
                    <a:pt x="103278" y="112858"/>
                  </a:lnTo>
                  <a:lnTo>
                    <a:pt x="102979" y="112858"/>
                  </a:lnTo>
                  <a:lnTo>
                    <a:pt x="101781" y="113007"/>
                  </a:lnTo>
                  <a:lnTo>
                    <a:pt x="101781" y="113157"/>
                  </a:lnTo>
                  <a:lnTo>
                    <a:pt x="103727" y="113456"/>
                  </a:lnTo>
                  <a:lnTo>
                    <a:pt x="104475" y="113456"/>
                  </a:lnTo>
                  <a:lnTo>
                    <a:pt x="105673" y="113606"/>
                  </a:lnTo>
                  <a:lnTo>
                    <a:pt x="109116" y="113456"/>
                  </a:lnTo>
                  <a:lnTo>
                    <a:pt x="112408" y="113307"/>
                  </a:lnTo>
                  <a:lnTo>
                    <a:pt x="115851" y="116600"/>
                  </a:lnTo>
                  <a:lnTo>
                    <a:pt x="116599" y="117198"/>
                  </a:lnTo>
                  <a:lnTo>
                    <a:pt x="117048" y="117647"/>
                  </a:lnTo>
                  <a:lnTo>
                    <a:pt x="116749" y="119444"/>
                  </a:lnTo>
                  <a:lnTo>
                    <a:pt x="116300" y="119294"/>
                  </a:lnTo>
                  <a:lnTo>
                    <a:pt x="115552" y="119294"/>
                  </a:lnTo>
                  <a:lnTo>
                    <a:pt x="113157" y="119144"/>
                  </a:lnTo>
                  <a:lnTo>
                    <a:pt x="110762" y="119144"/>
                  </a:lnTo>
                  <a:lnTo>
                    <a:pt x="105972" y="119294"/>
                  </a:lnTo>
                  <a:lnTo>
                    <a:pt x="103577" y="119294"/>
                  </a:lnTo>
                  <a:lnTo>
                    <a:pt x="103428" y="119444"/>
                  </a:lnTo>
                  <a:lnTo>
                    <a:pt x="103428" y="119593"/>
                  </a:lnTo>
                  <a:lnTo>
                    <a:pt x="103428" y="119743"/>
                  </a:lnTo>
                  <a:lnTo>
                    <a:pt x="104625" y="119743"/>
                  </a:lnTo>
                  <a:lnTo>
                    <a:pt x="105523" y="119893"/>
                  </a:lnTo>
                  <a:lnTo>
                    <a:pt x="106721" y="119893"/>
                  </a:lnTo>
                  <a:lnTo>
                    <a:pt x="111061" y="120042"/>
                  </a:lnTo>
                  <a:lnTo>
                    <a:pt x="113307" y="120042"/>
                  </a:lnTo>
                  <a:lnTo>
                    <a:pt x="115402" y="119893"/>
                  </a:lnTo>
                  <a:lnTo>
                    <a:pt x="116150" y="119743"/>
                  </a:lnTo>
                  <a:lnTo>
                    <a:pt x="116749" y="119743"/>
                  </a:lnTo>
                  <a:lnTo>
                    <a:pt x="115851" y="126628"/>
                  </a:lnTo>
                  <a:lnTo>
                    <a:pt x="115701" y="127227"/>
                  </a:lnTo>
                  <a:lnTo>
                    <a:pt x="115552" y="127975"/>
                  </a:lnTo>
                  <a:lnTo>
                    <a:pt x="112857" y="147733"/>
                  </a:lnTo>
                  <a:lnTo>
                    <a:pt x="112708" y="149230"/>
                  </a:lnTo>
                  <a:lnTo>
                    <a:pt x="111660" y="156414"/>
                  </a:lnTo>
                  <a:lnTo>
                    <a:pt x="111510" y="158210"/>
                  </a:lnTo>
                  <a:lnTo>
                    <a:pt x="109265" y="174376"/>
                  </a:lnTo>
                  <a:lnTo>
                    <a:pt x="109116" y="175423"/>
                  </a:lnTo>
                  <a:lnTo>
                    <a:pt x="107619" y="186350"/>
                  </a:lnTo>
                  <a:lnTo>
                    <a:pt x="107170" y="189792"/>
                  </a:lnTo>
                  <a:lnTo>
                    <a:pt x="106571" y="193834"/>
                  </a:lnTo>
                  <a:lnTo>
                    <a:pt x="106122" y="197127"/>
                  </a:lnTo>
                  <a:lnTo>
                    <a:pt x="105673" y="199971"/>
                  </a:lnTo>
                  <a:lnTo>
                    <a:pt x="105224" y="203713"/>
                  </a:lnTo>
                  <a:lnTo>
                    <a:pt x="104625" y="199971"/>
                  </a:lnTo>
                  <a:lnTo>
                    <a:pt x="104176" y="197127"/>
                  </a:lnTo>
                  <a:lnTo>
                    <a:pt x="103727" y="193834"/>
                  </a:lnTo>
                  <a:lnTo>
                    <a:pt x="103128" y="189792"/>
                  </a:lnTo>
                  <a:lnTo>
                    <a:pt x="102530" y="186350"/>
                  </a:lnTo>
                  <a:lnTo>
                    <a:pt x="100883" y="175423"/>
                  </a:lnTo>
                  <a:lnTo>
                    <a:pt x="100734" y="174525"/>
                  </a:lnTo>
                  <a:lnTo>
                    <a:pt x="98339" y="158210"/>
                  </a:lnTo>
                  <a:lnTo>
                    <a:pt x="98039" y="156414"/>
                  </a:lnTo>
                  <a:lnTo>
                    <a:pt x="96992" y="149379"/>
                  </a:lnTo>
                  <a:lnTo>
                    <a:pt x="96692" y="147733"/>
                  </a:lnTo>
                  <a:lnTo>
                    <a:pt x="93848" y="128724"/>
                  </a:lnTo>
                  <a:lnTo>
                    <a:pt x="93699" y="127975"/>
                  </a:lnTo>
                  <a:lnTo>
                    <a:pt x="93699" y="127376"/>
                  </a:lnTo>
                  <a:lnTo>
                    <a:pt x="93100" y="124084"/>
                  </a:lnTo>
                  <a:lnTo>
                    <a:pt x="93100" y="123485"/>
                  </a:lnTo>
                  <a:lnTo>
                    <a:pt x="92501" y="119743"/>
                  </a:lnTo>
                  <a:lnTo>
                    <a:pt x="92501" y="119444"/>
                  </a:lnTo>
                  <a:lnTo>
                    <a:pt x="92352" y="118845"/>
                  </a:lnTo>
                  <a:lnTo>
                    <a:pt x="92651" y="118845"/>
                  </a:lnTo>
                  <a:lnTo>
                    <a:pt x="92950" y="118545"/>
                  </a:lnTo>
                  <a:lnTo>
                    <a:pt x="93549" y="117797"/>
                  </a:lnTo>
                  <a:lnTo>
                    <a:pt x="93848" y="117498"/>
                  </a:lnTo>
                  <a:lnTo>
                    <a:pt x="95495" y="115702"/>
                  </a:lnTo>
                  <a:lnTo>
                    <a:pt x="95644" y="115702"/>
                  </a:lnTo>
                  <a:lnTo>
                    <a:pt x="97141" y="113905"/>
                  </a:lnTo>
                  <a:lnTo>
                    <a:pt x="97291" y="113905"/>
                  </a:lnTo>
                  <a:lnTo>
                    <a:pt x="98937" y="112109"/>
                  </a:lnTo>
                  <a:lnTo>
                    <a:pt x="99237" y="111660"/>
                  </a:lnTo>
                  <a:lnTo>
                    <a:pt x="99386" y="112409"/>
                  </a:lnTo>
                  <a:lnTo>
                    <a:pt x="99386" y="112558"/>
                  </a:lnTo>
                  <a:lnTo>
                    <a:pt x="99386" y="113606"/>
                  </a:lnTo>
                  <a:lnTo>
                    <a:pt x="99536" y="113756"/>
                  </a:lnTo>
                  <a:lnTo>
                    <a:pt x="99686" y="113606"/>
                  </a:lnTo>
                  <a:lnTo>
                    <a:pt x="99835" y="113007"/>
                  </a:lnTo>
                  <a:lnTo>
                    <a:pt x="99835" y="112858"/>
                  </a:lnTo>
                  <a:lnTo>
                    <a:pt x="99985" y="111062"/>
                  </a:lnTo>
                  <a:lnTo>
                    <a:pt x="100584" y="110313"/>
                  </a:lnTo>
                  <a:lnTo>
                    <a:pt x="100734" y="110163"/>
                  </a:lnTo>
                  <a:lnTo>
                    <a:pt x="102230" y="108517"/>
                  </a:lnTo>
                  <a:lnTo>
                    <a:pt x="102380" y="108367"/>
                  </a:lnTo>
                  <a:lnTo>
                    <a:pt x="104176" y="106421"/>
                  </a:lnTo>
                  <a:lnTo>
                    <a:pt x="104775" y="105972"/>
                  </a:lnTo>
                  <a:close/>
                  <a:moveTo>
                    <a:pt x="103428" y="0"/>
                  </a:moveTo>
                  <a:lnTo>
                    <a:pt x="101632" y="12423"/>
                  </a:lnTo>
                  <a:lnTo>
                    <a:pt x="97141" y="12573"/>
                  </a:lnTo>
                  <a:lnTo>
                    <a:pt x="92651" y="13172"/>
                  </a:lnTo>
                  <a:lnTo>
                    <a:pt x="88161" y="13770"/>
                  </a:lnTo>
                  <a:lnTo>
                    <a:pt x="83820" y="14669"/>
                  </a:lnTo>
                  <a:lnTo>
                    <a:pt x="79629" y="15866"/>
                  </a:lnTo>
                  <a:lnTo>
                    <a:pt x="75288" y="17063"/>
                  </a:lnTo>
                  <a:lnTo>
                    <a:pt x="71247" y="18560"/>
                  </a:lnTo>
                  <a:lnTo>
                    <a:pt x="67206" y="20207"/>
                  </a:lnTo>
                  <a:lnTo>
                    <a:pt x="63314" y="22152"/>
                  </a:lnTo>
                  <a:lnTo>
                    <a:pt x="59572" y="24098"/>
                  </a:lnTo>
                  <a:lnTo>
                    <a:pt x="55830" y="26343"/>
                  </a:lnTo>
                  <a:lnTo>
                    <a:pt x="52238" y="28738"/>
                  </a:lnTo>
                  <a:lnTo>
                    <a:pt x="48795" y="31283"/>
                  </a:lnTo>
                  <a:lnTo>
                    <a:pt x="45353" y="33977"/>
                  </a:lnTo>
                  <a:lnTo>
                    <a:pt x="42209" y="36821"/>
                  </a:lnTo>
                  <a:lnTo>
                    <a:pt x="39066" y="39665"/>
                  </a:lnTo>
                  <a:lnTo>
                    <a:pt x="36072" y="42808"/>
                  </a:lnTo>
                  <a:lnTo>
                    <a:pt x="33378" y="46101"/>
                  </a:lnTo>
                  <a:lnTo>
                    <a:pt x="30684" y="49394"/>
                  </a:lnTo>
                  <a:lnTo>
                    <a:pt x="28140" y="52986"/>
                  </a:lnTo>
                  <a:lnTo>
                    <a:pt x="25894" y="56579"/>
                  </a:lnTo>
                  <a:lnTo>
                    <a:pt x="23649" y="60320"/>
                  </a:lnTo>
                  <a:lnTo>
                    <a:pt x="21703" y="64212"/>
                  </a:lnTo>
                  <a:lnTo>
                    <a:pt x="19907" y="68104"/>
                  </a:lnTo>
                  <a:lnTo>
                    <a:pt x="18261" y="72145"/>
                  </a:lnTo>
                  <a:lnTo>
                    <a:pt x="16764" y="76186"/>
                  </a:lnTo>
                  <a:lnTo>
                    <a:pt x="15567" y="80527"/>
                  </a:lnTo>
                  <a:lnTo>
                    <a:pt x="14519" y="84718"/>
                  </a:lnTo>
                  <a:lnTo>
                    <a:pt x="13621" y="89059"/>
                  </a:lnTo>
                  <a:lnTo>
                    <a:pt x="12872" y="93549"/>
                  </a:lnTo>
                  <a:lnTo>
                    <a:pt x="12573" y="98039"/>
                  </a:lnTo>
                  <a:lnTo>
                    <a:pt x="12274" y="102680"/>
                  </a:lnTo>
                  <a:lnTo>
                    <a:pt x="0" y="104476"/>
                  </a:lnTo>
                  <a:lnTo>
                    <a:pt x="0" y="106122"/>
                  </a:lnTo>
                  <a:lnTo>
                    <a:pt x="12274" y="107769"/>
                  </a:lnTo>
                  <a:lnTo>
                    <a:pt x="12573" y="112409"/>
                  </a:lnTo>
                  <a:lnTo>
                    <a:pt x="13022" y="116899"/>
                  </a:lnTo>
                  <a:lnTo>
                    <a:pt x="13770" y="121240"/>
                  </a:lnTo>
                  <a:lnTo>
                    <a:pt x="14668" y="125580"/>
                  </a:lnTo>
                  <a:lnTo>
                    <a:pt x="15716" y="129921"/>
                  </a:lnTo>
                  <a:lnTo>
                    <a:pt x="17063" y="134112"/>
                  </a:lnTo>
                  <a:lnTo>
                    <a:pt x="18560" y="138153"/>
                  </a:lnTo>
                  <a:lnTo>
                    <a:pt x="20207" y="142195"/>
                  </a:lnTo>
                  <a:lnTo>
                    <a:pt x="22003" y="146086"/>
                  </a:lnTo>
                  <a:lnTo>
                    <a:pt x="24098" y="149978"/>
                  </a:lnTo>
                  <a:lnTo>
                    <a:pt x="26343" y="153720"/>
                  </a:lnTo>
                  <a:lnTo>
                    <a:pt x="28589" y="157312"/>
                  </a:lnTo>
                  <a:lnTo>
                    <a:pt x="31133" y="160755"/>
                  </a:lnTo>
                  <a:lnTo>
                    <a:pt x="33827" y="164048"/>
                  </a:lnTo>
                  <a:lnTo>
                    <a:pt x="36671" y="167341"/>
                  </a:lnTo>
                  <a:lnTo>
                    <a:pt x="39665" y="170334"/>
                  </a:lnTo>
                  <a:lnTo>
                    <a:pt x="42808" y="173328"/>
                  </a:lnTo>
                  <a:lnTo>
                    <a:pt x="46101" y="176172"/>
                  </a:lnTo>
                  <a:lnTo>
                    <a:pt x="49394" y="178716"/>
                  </a:lnTo>
                  <a:lnTo>
                    <a:pt x="52836" y="181261"/>
                  </a:lnTo>
                  <a:lnTo>
                    <a:pt x="56578" y="183656"/>
                  </a:lnTo>
                  <a:lnTo>
                    <a:pt x="60320" y="185751"/>
                  </a:lnTo>
                  <a:lnTo>
                    <a:pt x="64062" y="187847"/>
                  </a:lnTo>
                  <a:lnTo>
                    <a:pt x="68104" y="189643"/>
                  </a:lnTo>
                  <a:lnTo>
                    <a:pt x="71995" y="191289"/>
                  </a:lnTo>
                  <a:lnTo>
                    <a:pt x="76186" y="192636"/>
                  </a:lnTo>
                  <a:lnTo>
                    <a:pt x="80377" y="193983"/>
                  </a:lnTo>
                  <a:lnTo>
                    <a:pt x="84718" y="195031"/>
                  </a:lnTo>
                  <a:lnTo>
                    <a:pt x="89059" y="195929"/>
                  </a:lnTo>
                  <a:lnTo>
                    <a:pt x="93549" y="196528"/>
                  </a:lnTo>
                  <a:lnTo>
                    <a:pt x="98039" y="196977"/>
                  </a:lnTo>
                  <a:lnTo>
                    <a:pt x="102530" y="197127"/>
                  </a:lnTo>
                  <a:lnTo>
                    <a:pt x="104475" y="209550"/>
                  </a:lnTo>
                  <a:lnTo>
                    <a:pt x="105972" y="209550"/>
                  </a:lnTo>
                  <a:lnTo>
                    <a:pt x="107768" y="197127"/>
                  </a:lnTo>
                  <a:lnTo>
                    <a:pt x="112259" y="196827"/>
                  </a:lnTo>
                  <a:lnTo>
                    <a:pt x="116749" y="196378"/>
                  </a:lnTo>
                  <a:lnTo>
                    <a:pt x="121239" y="195630"/>
                  </a:lnTo>
                  <a:lnTo>
                    <a:pt x="125580" y="194732"/>
                  </a:lnTo>
                  <a:lnTo>
                    <a:pt x="129771" y="193684"/>
                  </a:lnTo>
                  <a:lnTo>
                    <a:pt x="133962" y="192337"/>
                  </a:lnTo>
                  <a:lnTo>
                    <a:pt x="138153" y="190990"/>
                  </a:lnTo>
                  <a:lnTo>
                    <a:pt x="142194" y="189194"/>
                  </a:lnTo>
                  <a:lnTo>
                    <a:pt x="146086" y="187398"/>
                  </a:lnTo>
                  <a:lnTo>
                    <a:pt x="149828" y="185302"/>
                  </a:lnTo>
                  <a:lnTo>
                    <a:pt x="153570" y="183207"/>
                  </a:lnTo>
                  <a:lnTo>
                    <a:pt x="157162" y="180812"/>
                  </a:lnTo>
                  <a:lnTo>
                    <a:pt x="160605" y="178267"/>
                  </a:lnTo>
                  <a:lnTo>
                    <a:pt x="164047" y="175573"/>
                  </a:lnTo>
                  <a:lnTo>
                    <a:pt x="167191" y="172729"/>
                  </a:lnTo>
                  <a:lnTo>
                    <a:pt x="170334" y="169736"/>
                  </a:lnTo>
                  <a:lnTo>
                    <a:pt x="173328" y="166592"/>
                  </a:lnTo>
                  <a:lnTo>
                    <a:pt x="176022" y="163449"/>
                  </a:lnTo>
                  <a:lnTo>
                    <a:pt x="178716" y="160006"/>
                  </a:lnTo>
                  <a:lnTo>
                    <a:pt x="181260" y="156564"/>
                  </a:lnTo>
                  <a:lnTo>
                    <a:pt x="183506" y="152972"/>
                  </a:lnTo>
                  <a:lnTo>
                    <a:pt x="185751" y="149230"/>
                  </a:lnTo>
                  <a:lnTo>
                    <a:pt x="187697" y="145338"/>
                  </a:lnTo>
                  <a:lnTo>
                    <a:pt x="189493" y="141446"/>
                  </a:lnTo>
                  <a:lnTo>
                    <a:pt x="191139" y="137405"/>
                  </a:lnTo>
                  <a:lnTo>
                    <a:pt x="192636" y="133214"/>
                  </a:lnTo>
                  <a:lnTo>
                    <a:pt x="193833" y="129023"/>
                  </a:lnTo>
                  <a:lnTo>
                    <a:pt x="194881" y="124682"/>
                  </a:lnTo>
                  <a:lnTo>
                    <a:pt x="195779" y="120342"/>
                  </a:lnTo>
                  <a:lnTo>
                    <a:pt x="196378" y="116001"/>
                  </a:lnTo>
                  <a:lnTo>
                    <a:pt x="196827" y="111511"/>
                  </a:lnTo>
                  <a:lnTo>
                    <a:pt x="197126" y="106871"/>
                  </a:lnTo>
                  <a:lnTo>
                    <a:pt x="209400" y="105074"/>
                  </a:lnTo>
                  <a:lnTo>
                    <a:pt x="209400" y="103428"/>
                  </a:lnTo>
                  <a:lnTo>
                    <a:pt x="197126" y="101781"/>
                  </a:lnTo>
                  <a:lnTo>
                    <a:pt x="196827" y="97141"/>
                  </a:lnTo>
                  <a:lnTo>
                    <a:pt x="196378" y="92651"/>
                  </a:lnTo>
                  <a:lnTo>
                    <a:pt x="195630" y="88310"/>
                  </a:lnTo>
                  <a:lnTo>
                    <a:pt x="194732" y="83820"/>
                  </a:lnTo>
                  <a:lnTo>
                    <a:pt x="193684" y="79629"/>
                  </a:lnTo>
                  <a:lnTo>
                    <a:pt x="192337" y="75438"/>
                  </a:lnTo>
                  <a:lnTo>
                    <a:pt x="190840" y="71247"/>
                  </a:lnTo>
                  <a:lnTo>
                    <a:pt x="189193" y="67355"/>
                  </a:lnTo>
                  <a:lnTo>
                    <a:pt x="187397" y="63314"/>
                  </a:lnTo>
                  <a:lnTo>
                    <a:pt x="185302" y="59572"/>
                  </a:lnTo>
                  <a:lnTo>
                    <a:pt x="183057" y="55830"/>
                  </a:lnTo>
                  <a:lnTo>
                    <a:pt x="180662" y="52238"/>
                  </a:lnTo>
                  <a:lnTo>
                    <a:pt x="178267" y="48795"/>
                  </a:lnTo>
                  <a:lnTo>
                    <a:pt x="175573" y="45502"/>
                  </a:lnTo>
                  <a:lnTo>
                    <a:pt x="172729" y="42209"/>
                  </a:lnTo>
                  <a:lnTo>
                    <a:pt x="169735" y="39066"/>
                  </a:lnTo>
                  <a:lnTo>
                    <a:pt x="166592" y="36222"/>
                  </a:lnTo>
                  <a:lnTo>
                    <a:pt x="163299" y="33378"/>
                  </a:lnTo>
                  <a:lnTo>
                    <a:pt x="160006" y="30684"/>
                  </a:lnTo>
                  <a:lnTo>
                    <a:pt x="156414" y="28289"/>
                  </a:lnTo>
                  <a:lnTo>
                    <a:pt x="152822" y="25894"/>
                  </a:lnTo>
                  <a:lnTo>
                    <a:pt x="149080" y="23799"/>
                  </a:lnTo>
                  <a:lnTo>
                    <a:pt x="145338" y="21703"/>
                  </a:lnTo>
                  <a:lnTo>
                    <a:pt x="141296" y="19907"/>
                  </a:lnTo>
                  <a:lnTo>
                    <a:pt x="137405" y="18261"/>
                  </a:lnTo>
                  <a:lnTo>
                    <a:pt x="133214" y="16764"/>
                  </a:lnTo>
                  <a:lnTo>
                    <a:pt x="129023" y="15567"/>
                  </a:lnTo>
                  <a:lnTo>
                    <a:pt x="124682" y="14519"/>
                  </a:lnTo>
                  <a:lnTo>
                    <a:pt x="120341" y="13621"/>
                  </a:lnTo>
                  <a:lnTo>
                    <a:pt x="115851" y="13022"/>
                  </a:lnTo>
                  <a:lnTo>
                    <a:pt x="111361" y="12573"/>
                  </a:lnTo>
                  <a:lnTo>
                    <a:pt x="106870" y="12423"/>
                  </a:lnTo>
                  <a:lnTo>
                    <a:pt x="104925" y="0"/>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1" name="Google Shape;889;p59"/>
            <p:cNvSpPr/>
            <p:nvPr/>
          </p:nvSpPr>
          <p:spPr>
            <a:xfrm>
              <a:off x="7716960" y="4151160"/>
              <a:ext cx="9000" cy="146160"/>
            </a:xfrm>
            <a:custGeom>
              <a:avLst/>
              <a:gdLst>
                <a:gd name="textAreaLeft" fmla="*/ 0 w 9000"/>
                <a:gd name="textAreaRight" fmla="*/ 9360 w 9000"/>
                <a:gd name="textAreaTop" fmla="*/ 0 h 146160"/>
                <a:gd name="textAreaBottom" fmla="*/ 146520 h 146160"/>
              </a:gdLst>
              <a:ahLst/>
              <a:cxnLst/>
              <a:rect l="textAreaLeft" t="textAreaTop" r="textAreaRight" b="textAreaBottom"/>
              <a:pathLst>
                <a:path w="749" h="11676">
                  <a:moveTo>
                    <a:pt x="299" y="1"/>
                  </a:moveTo>
                  <a:lnTo>
                    <a:pt x="299" y="151"/>
                  </a:lnTo>
                  <a:lnTo>
                    <a:pt x="0" y="4791"/>
                  </a:lnTo>
                  <a:lnTo>
                    <a:pt x="150" y="9281"/>
                  </a:lnTo>
                  <a:lnTo>
                    <a:pt x="150" y="9730"/>
                  </a:lnTo>
                  <a:lnTo>
                    <a:pt x="150" y="9880"/>
                  </a:lnTo>
                  <a:lnTo>
                    <a:pt x="150" y="10329"/>
                  </a:lnTo>
                  <a:lnTo>
                    <a:pt x="150" y="10628"/>
                  </a:lnTo>
                  <a:lnTo>
                    <a:pt x="150" y="11077"/>
                  </a:lnTo>
                  <a:lnTo>
                    <a:pt x="299" y="11526"/>
                  </a:lnTo>
                  <a:lnTo>
                    <a:pt x="299" y="11676"/>
                  </a:lnTo>
                  <a:lnTo>
                    <a:pt x="599" y="11676"/>
                  </a:lnTo>
                  <a:lnTo>
                    <a:pt x="599" y="11526"/>
                  </a:lnTo>
                  <a:lnTo>
                    <a:pt x="599" y="10927"/>
                  </a:lnTo>
                  <a:lnTo>
                    <a:pt x="599" y="10628"/>
                  </a:lnTo>
                  <a:lnTo>
                    <a:pt x="748" y="10329"/>
                  </a:lnTo>
                  <a:lnTo>
                    <a:pt x="748" y="9880"/>
                  </a:lnTo>
                  <a:lnTo>
                    <a:pt x="748" y="9730"/>
                  </a:lnTo>
                  <a:lnTo>
                    <a:pt x="748" y="9281"/>
                  </a:lnTo>
                  <a:lnTo>
                    <a:pt x="748" y="4791"/>
                  </a:lnTo>
                  <a:lnTo>
                    <a:pt x="599" y="151"/>
                  </a:lnTo>
                  <a:lnTo>
                    <a:pt x="599" y="1"/>
                  </a:lnTo>
                  <a:close/>
                </a:path>
              </a:pathLst>
            </a:custGeom>
            <a:solidFill>
              <a:schemeClr val="dk1"/>
            </a:solidFill>
            <a:ln w="0">
              <a:noFill/>
            </a:ln>
          </p:spPr>
          <p:style>
            <a:lnRef idx="0"/>
            <a:fillRef idx="0"/>
            <a:effectRef idx="0"/>
            <a:fontRef idx="minor"/>
          </p:style>
          <p:txBody>
            <a:bodyPr tIns="73080" bIns="730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2" name="Google Shape;890;p59"/>
            <p:cNvSpPr/>
            <p:nvPr/>
          </p:nvSpPr>
          <p:spPr>
            <a:xfrm>
              <a:off x="7799400" y="4147200"/>
              <a:ext cx="7200" cy="138600"/>
            </a:xfrm>
            <a:custGeom>
              <a:avLst/>
              <a:gdLst>
                <a:gd name="textAreaLeft" fmla="*/ 0 w 7200"/>
                <a:gd name="textAreaRight" fmla="*/ 7560 w 7200"/>
                <a:gd name="textAreaTop" fmla="*/ 0 h 138600"/>
                <a:gd name="textAreaBottom" fmla="*/ 138960 h 138600"/>
              </a:gdLst>
              <a:ahLst/>
              <a:cxnLst/>
              <a:rect l="textAreaLeft" t="textAreaTop" r="textAreaRight" b="textAreaBottom"/>
              <a:pathLst>
                <a:path w="600" h="11077">
                  <a:moveTo>
                    <a:pt x="151" y="0"/>
                  </a:moveTo>
                  <a:lnTo>
                    <a:pt x="1" y="2096"/>
                  </a:lnTo>
                  <a:lnTo>
                    <a:pt x="1" y="4341"/>
                  </a:lnTo>
                  <a:lnTo>
                    <a:pt x="1" y="5389"/>
                  </a:lnTo>
                  <a:lnTo>
                    <a:pt x="1" y="6287"/>
                  </a:lnTo>
                  <a:lnTo>
                    <a:pt x="151" y="10927"/>
                  </a:lnTo>
                  <a:lnTo>
                    <a:pt x="151" y="11077"/>
                  </a:lnTo>
                  <a:lnTo>
                    <a:pt x="450" y="11077"/>
                  </a:lnTo>
                  <a:lnTo>
                    <a:pt x="450" y="10927"/>
                  </a:lnTo>
                  <a:lnTo>
                    <a:pt x="600" y="5389"/>
                  </a:lnTo>
                  <a:lnTo>
                    <a:pt x="600" y="4341"/>
                  </a:lnTo>
                  <a:lnTo>
                    <a:pt x="600" y="3293"/>
                  </a:lnTo>
                  <a:lnTo>
                    <a:pt x="600" y="1647"/>
                  </a:lnTo>
                  <a:lnTo>
                    <a:pt x="450" y="0"/>
                  </a:lnTo>
                  <a:close/>
                </a:path>
              </a:pathLst>
            </a:custGeom>
            <a:solidFill>
              <a:schemeClr val="dk1"/>
            </a:solidFill>
            <a:ln w="0">
              <a:noFill/>
            </a:ln>
          </p:spPr>
          <p:style>
            <a:lnRef idx="0"/>
            <a:fillRef idx="0"/>
            <a:effectRef idx="0"/>
            <a:fontRef idx="minor"/>
          </p:style>
          <p:txBody>
            <a:bodyPr tIns="69480" bIns="69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3" name="Google Shape;891;p59"/>
            <p:cNvSpPr/>
            <p:nvPr/>
          </p:nvSpPr>
          <p:spPr>
            <a:xfrm>
              <a:off x="7837200" y="4152960"/>
              <a:ext cx="12960" cy="136800"/>
            </a:xfrm>
            <a:custGeom>
              <a:avLst/>
              <a:gdLst>
                <a:gd name="textAreaLeft" fmla="*/ 0 w 12960"/>
                <a:gd name="textAreaRight" fmla="*/ 13320 w 12960"/>
                <a:gd name="textAreaTop" fmla="*/ 0 h 136800"/>
                <a:gd name="textAreaBottom" fmla="*/ 137160 h 136800"/>
              </a:gdLst>
              <a:ahLst/>
              <a:cxnLst/>
              <a:rect l="textAreaLeft" t="textAreaTop" r="textAreaRight" b="textAreaBottom"/>
              <a:pathLst>
                <a:path w="1049" h="10928">
                  <a:moveTo>
                    <a:pt x="449" y="1"/>
                  </a:moveTo>
                  <a:lnTo>
                    <a:pt x="449" y="150"/>
                  </a:lnTo>
                  <a:lnTo>
                    <a:pt x="300" y="1348"/>
                  </a:lnTo>
                  <a:lnTo>
                    <a:pt x="0" y="3742"/>
                  </a:lnTo>
                  <a:lnTo>
                    <a:pt x="0" y="6137"/>
                  </a:lnTo>
                  <a:lnTo>
                    <a:pt x="150" y="8532"/>
                  </a:lnTo>
                  <a:lnTo>
                    <a:pt x="449" y="10777"/>
                  </a:lnTo>
                  <a:lnTo>
                    <a:pt x="599" y="10927"/>
                  </a:lnTo>
                  <a:lnTo>
                    <a:pt x="599" y="10777"/>
                  </a:lnTo>
                  <a:lnTo>
                    <a:pt x="899" y="8383"/>
                  </a:lnTo>
                  <a:lnTo>
                    <a:pt x="1048" y="5838"/>
                  </a:lnTo>
                  <a:lnTo>
                    <a:pt x="1048" y="3144"/>
                  </a:lnTo>
                  <a:lnTo>
                    <a:pt x="749" y="749"/>
                  </a:lnTo>
                  <a:lnTo>
                    <a:pt x="749" y="1"/>
                  </a:lnTo>
                  <a:close/>
                </a:path>
              </a:pathLst>
            </a:custGeom>
            <a:solidFill>
              <a:schemeClr val="dk1"/>
            </a:solidFill>
            <a:ln w="0">
              <a:noFill/>
            </a:ln>
          </p:spPr>
          <p:style>
            <a:lnRef idx="0"/>
            <a:fillRef idx="0"/>
            <a:effectRef idx="0"/>
            <a:fontRef idx="minor"/>
          </p:style>
          <p:txBody>
            <a:bodyPr tIns="68400" bIns="68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4" name="Google Shape;892;p59"/>
            <p:cNvSpPr/>
            <p:nvPr/>
          </p:nvSpPr>
          <p:spPr>
            <a:xfrm>
              <a:off x="7878240" y="4154760"/>
              <a:ext cx="10800" cy="129240"/>
            </a:xfrm>
            <a:custGeom>
              <a:avLst/>
              <a:gdLst>
                <a:gd name="textAreaLeft" fmla="*/ 0 w 10800"/>
                <a:gd name="textAreaRight" fmla="*/ 11160 w 10800"/>
                <a:gd name="textAreaTop" fmla="*/ 0 h 129240"/>
                <a:gd name="textAreaBottom" fmla="*/ 129600 h 129240"/>
              </a:gdLst>
              <a:ahLst/>
              <a:cxnLst/>
              <a:rect l="textAreaLeft" t="textAreaTop" r="textAreaRight" b="textAreaBottom"/>
              <a:pathLst>
                <a:path w="899" h="10328">
                  <a:moveTo>
                    <a:pt x="300" y="0"/>
                  </a:moveTo>
                  <a:lnTo>
                    <a:pt x="300" y="150"/>
                  </a:lnTo>
                  <a:lnTo>
                    <a:pt x="150" y="2844"/>
                  </a:lnTo>
                  <a:lnTo>
                    <a:pt x="0" y="5538"/>
                  </a:lnTo>
                  <a:lnTo>
                    <a:pt x="0" y="7933"/>
                  </a:lnTo>
                  <a:lnTo>
                    <a:pt x="150" y="9131"/>
                  </a:lnTo>
                  <a:lnTo>
                    <a:pt x="449" y="10328"/>
                  </a:lnTo>
                  <a:lnTo>
                    <a:pt x="599" y="10328"/>
                  </a:lnTo>
                  <a:lnTo>
                    <a:pt x="749" y="9131"/>
                  </a:lnTo>
                  <a:lnTo>
                    <a:pt x="898" y="7933"/>
                  </a:lnTo>
                  <a:lnTo>
                    <a:pt x="898" y="5538"/>
                  </a:lnTo>
                  <a:lnTo>
                    <a:pt x="898" y="2844"/>
                  </a:lnTo>
                  <a:lnTo>
                    <a:pt x="599" y="150"/>
                  </a:lnTo>
                  <a:lnTo>
                    <a:pt x="599" y="0"/>
                  </a:lnTo>
                  <a:close/>
                </a:path>
              </a:pathLst>
            </a:custGeom>
            <a:solidFill>
              <a:schemeClr val="dk1"/>
            </a:solidFill>
            <a:ln w="0">
              <a:noFill/>
            </a:ln>
          </p:spPr>
          <p:style>
            <a:lnRef idx="0"/>
            <a:fillRef idx="0"/>
            <a:effectRef idx="0"/>
            <a:fontRef idx="minor"/>
          </p:style>
          <p:txBody>
            <a:bodyPr tIns="64800" bIns="648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5" name="Google Shape;893;p59"/>
            <p:cNvSpPr/>
            <p:nvPr/>
          </p:nvSpPr>
          <p:spPr>
            <a:xfrm>
              <a:off x="7917840" y="4162320"/>
              <a:ext cx="14760" cy="121680"/>
            </a:xfrm>
            <a:custGeom>
              <a:avLst/>
              <a:gdLst>
                <a:gd name="textAreaLeft" fmla="*/ 0 w 14760"/>
                <a:gd name="textAreaRight" fmla="*/ 15120 w 14760"/>
                <a:gd name="textAreaTop" fmla="*/ 0 h 121680"/>
                <a:gd name="textAreaBottom" fmla="*/ 122040 h 121680"/>
              </a:gdLst>
              <a:ahLst/>
              <a:cxnLst/>
              <a:rect l="textAreaLeft" t="textAreaTop" r="textAreaRight" b="textAreaBottom"/>
              <a:pathLst>
                <a:path w="1199" h="9730">
                  <a:moveTo>
                    <a:pt x="450" y="1"/>
                  </a:moveTo>
                  <a:lnTo>
                    <a:pt x="300" y="2396"/>
                  </a:lnTo>
                  <a:lnTo>
                    <a:pt x="1" y="4940"/>
                  </a:lnTo>
                  <a:lnTo>
                    <a:pt x="1" y="7335"/>
                  </a:lnTo>
                  <a:lnTo>
                    <a:pt x="150" y="8533"/>
                  </a:lnTo>
                  <a:lnTo>
                    <a:pt x="450" y="9580"/>
                  </a:lnTo>
                  <a:lnTo>
                    <a:pt x="599" y="9730"/>
                  </a:lnTo>
                  <a:lnTo>
                    <a:pt x="749" y="9580"/>
                  </a:lnTo>
                  <a:lnTo>
                    <a:pt x="899" y="8533"/>
                  </a:lnTo>
                  <a:lnTo>
                    <a:pt x="1048" y="7335"/>
                  </a:lnTo>
                  <a:lnTo>
                    <a:pt x="1198" y="4940"/>
                  </a:lnTo>
                  <a:lnTo>
                    <a:pt x="899" y="2396"/>
                  </a:lnTo>
                  <a:lnTo>
                    <a:pt x="749" y="1"/>
                  </a:lnTo>
                  <a:close/>
                </a:path>
              </a:pathLst>
            </a:custGeom>
            <a:solidFill>
              <a:schemeClr val="dk1"/>
            </a:solidFill>
            <a:ln w="0">
              <a:noFill/>
            </a:ln>
          </p:spPr>
          <p:style>
            <a:lnRef idx="0"/>
            <a:fillRef idx="0"/>
            <a:effectRef idx="0"/>
            <a:fontRef idx="minor"/>
          </p:style>
          <p:txBody>
            <a:bodyPr tIns="60840" bIns="608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6" name="Google Shape;894;p59"/>
            <p:cNvSpPr/>
            <p:nvPr/>
          </p:nvSpPr>
          <p:spPr>
            <a:xfrm>
              <a:off x="7959240" y="4165920"/>
              <a:ext cx="10800" cy="121680"/>
            </a:xfrm>
            <a:custGeom>
              <a:avLst/>
              <a:gdLst>
                <a:gd name="textAreaLeft" fmla="*/ 0 w 10800"/>
                <a:gd name="textAreaRight" fmla="*/ 11160 w 10800"/>
                <a:gd name="textAreaTop" fmla="*/ 0 h 121680"/>
                <a:gd name="textAreaBottom" fmla="*/ 122040 h 121680"/>
              </a:gdLst>
              <a:ahLst/>
              <a:cxnLst/>
              <a:rect l="textAreaLeft" t="textAreaTop" r="textAreaRight" b="textAreaBottom"/>
              <a:pathLst>
                <a:path w="899" h="9730">
                  <a:moveTo>
                    <a:pt x="450" y="0"/>
                  </a:moveTo>
                  <a:lnTo>
                    <a:pt x="300" y="150"/>
                  </a:lnTo>
                  <a:lnTo>
                    <a:pt x="300" y="300"/>
                  </a:lnTo>
                  <a:lnTo>
                    <a:pt x="150" y="2694"/>
                  </a:lnTo>
                  <a:lnTo>
                    <a:pt x="150" y="5239"/>
                  </a:lnTo>
                  <a:lnTo>
                    <a:pt x="1" y="7484"/>
                  </a:lnTo>
                  <a:lnTo>
                    <a:pt x="150" y="8532"/>
                  </a:lnTo>
                  <a:lnTo>
                    <a:pt x="300" y="9580"/>
                  </a:lnTo>
                  <a:lnTo>
                    <a:pt x="450" y="9729"/>
                  </a:lnTo>
                  <a:lnTo>
                    <a:pt x="599" y="9580"/>
                  </a:lnTo>
                  <a:lnTo>
                    <a:pt x="899" y="8532"/>
                  </a:lnTo>
                  <a:lnTo>
                    <a:pt x="899" y="7484"/>
                  </a:lnTo>
                  <a:lnTo>
                    <a:pt x="899" y="5239"/>
                  </a:lnTo>
                  <a:lnTo>
                    <a:pt x="899" y="2694"/>
                  </a:lnTo>
                  <a:lnTo>
                    <a:pt x="599" y="300"/>
                  </a:lnTo>
                  <a:lnTo>
                    <a:pt x="599" y="150"/>
                  </a:lnTo>
                  <a:lnTo>
                    <a:pt x="450" y="0"/>
                  </a:lnTo>
                  <a:close/>
                </a:path>
              </a:pathLst>
            </a:custGeom>
            <a:solidFill>
              <a:schemeClr val="dk1"/>
            </a:solidFill>
            <a:ln w="0">
              <a:noFill/>
            </a:ln>
          </p:spPr>
          <p:style>
            <a:lnRef idx="0"/>
            <a:fillRef idx="0"/>
            <a:effectRef idx="0"/>
            <a:fontRef idx="minor"/>
          </p:style>
          <p:txBody>
            <a:bodyPr tIns="60840" bIns="608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7" name="Google Shape;895;p59"/>
            <p:cNvSpPr/>
            <p:nvPr/>
          </p:nvSpPr>
          <p:spPr>
            <a:xfrm>
              <a:off x="8000280" y="4173480"/>
              <a:ext cx="10800" cy="115920"/>
            </a:xfrm>
            <a:custGeom>
              <a:avLst/>
              <a:gdLst>
                <a:gd name="textAreaLeft" fmla="*/ 0 w 10800"/>
                <a:gd name="textAreaRight" fmla="*/ 11160 w 10800"/>
                <a:gd name="textAreaTop" fmla="*/ 0 h 115920"/>
                <a:gd name="textAreaBottom" fmla="*/ 116280 h 115920"/>
              </a:gdLst>
              <a:ahLst/>
              <a:cxnLst/>
              <a:rect l="textAreaLeft" t="textAreaTop" r="textAreaRight" b="textAreaBottom"/>
              <a:pathLst>
                <a:path w="899" h="9282">
                  <a:moveTo>
                    <a:pt x="150" y="1"/>
                  </a:moveTo>
                  <a:lnTo>
                    <a:pt x="0" y="2246"/>
                  </a:lnTo>
                  <a:lnTo>
                    <a:pt x="0" y="4641"/>
                  </a:lnTo>
                  <a:lnTo>
                    <a:pt x="150" y="9131"/>
                  </a:lnTo>
                  <a:lnTo>
                    <a:pt x="300" y="9281"/>
                  </a:lnTo>
                  <a:lnTo>
                    <a:pt x="599" y="9281"/>
                  </a:lnTo>
                  <a:lnTo>
                    <a:pt x="599" y="9131"/>
                  </a:lnTo>
                  <a:lnTo>
                    <a:pt x="899" y="4641"/>
                  </a:lnTo>
                  <a:lnTo>
                    <a:pt x="749" y="2246"/>
                  </a:lnTo>
                  <a:lnTo>
                    <a:pt x="450" y="1"/>
                  </a:lnTo>
                  <a:close/>
                </a:path>
              </a:pathLst>
            </a:custGeom>
            <a:solidFill>
              <a:schemeClr val="dk1"/>
            </a:solidFill>
            <a:ln w="0">
              <a:noFill/>
            </a:ln>
          </p:spPr>
          <p:style>
            <a:lnRef idx="0"/>
            <a:fillRef idx="0"/>
            <a:effectRef idx="0"/>
            <a:fontRef idx="minor"/>
          </p:style>
          <p:txBody>
            <a:bodyPr tIns="57960" bIns="57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8" name="Google Shape;896;p59"/>
            <p:cNvSpPr/>
            <p:nvPr/>
          </p:nvSpPr>
          <p:spPr>
            <a:xfrm>
              <a:off x="8041680" y="4175640"/>
              <a:ext cx="10800" cy="117720"/>
            </a:xfrm>
            <a:custGeom>
              <a:avLst/>
              <a:gdLst>
                <a:gd name="textAreaLeft" fmla="*/ 0 w 10800"/>
                <a:gd name="textAreaRight" fmla="*/ 11160 w 10800"/>
                <a:gd name="textAreaTop" fmla="*/ 0 h 117720"/>
                <a:gd name="textAreaBottom" fmla="*/ 118080 h 117720"/>
              </a:gdLst>
              <a:ahLst/>
              <a:cxnLst/>
              <a:rect l="textAreaLeft" t="textAreaTop" r="textAreaRight" b="textAreaBottom"/>
              <a:pathLst>
                <a:path w="899" h="9431">
                  <a:moveTo>
                    <a:pt x="449" y="1"/>
                  </a:moveTo>
                  <a:lnTo>
                    <a:pt x="300" y="150"/>
                  </a:lnTo>
                  <a:lnTo>
                    <a:pt x="150" y="1198"/>
                  </a:lnTo>
                  <a:lnTo>
                    <a:pt x="0" y="2246"/>
                  </a:lnTo>
                  <a:lnTo>
                    <a:pt x="0" y="4491"/>
                  </a:lnTo>
                  <a:lnTo>
                    <a:pt x="0" y="6886"/>
                  </a:lnTo>
                  <a:lnTo>
                    <a:pt x="150" y="9281"/>
                  </a:lnTo>
                  <a:lnTo>
                    <a:pt x="150" y="9430"/>
                  </a:lnTo>
                  <a:lnTo>
                    <a:pt x="449" y="9430"/>
                  </a:lnTo>
                  <a:lnTo>
                    <a:pt x="599" y="9281"/>
                  </a:lnTo>
                  <a:lnTo>
                    <a:pt x="749" y="6886"/>
                  </a:lnTo>
                  <a:lnTo>
                    <a:pt x="898" y="4491"/>
                  </a:lnTo>
                  <a:lnTo>
                    <a:pt x="898" y="2246"/>
                  </a:lnTo>
                  <a:lnTo>
                    <a:pt x="898" y="1198"/>
                  </a:lnTo>
                  <a:lnTo>
                    <a:pt x="749" y="150"/>
                  </a:lnTo>
                  <a:lnTo>
                    <a:pt x="599" y="1"/>
                  </a:lnTo>
                  <a:close/>
                </a:path>
              </a:pathLst>
            </a:custGeom>
            <a:solidFill>
              <a:schemeClr val="dk1"/>
            </a:solidFill>
            <a:ln w="0">
              <a:noFill/>
            </a:ln>
          </p:spPr>
          <p:style>
            <a:lnRef idx="0"/>
            <a:fillRef idx="0"/>
            <a:effectRef idx="0"/>
            <a:fontRef idx="minor"/>
          </p:style>
          <p:txBody>
            <a:bodyPr tIns="59040" bIns="59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9" name="Google Shape;897;p59"/>
            <p:cNvSpPr/>
            <p:nvPr/>
          </p:nvSpPr>
          <p:spPr>
            <a:xfrm>
              <a:off x="8080920" y="4185000"/>
              <a:ext cx="10800" cy="102960"/>
            </a:xfrm>
            <a:custGeom>
              <a:avLst/>
              <a:gdLst>
                <a:gd name="textAreaLeft" fmla="*/ 0 w 10800"/>
                <a:gd name="textAreaRight" fmla="*/ 11160 w 10800"/>
                <a:gd name="textAreaTop" fmla="*/ 0 h 102960"/>
                <a:gd name="textAreaBottom" fmla="*/ 103320 h 102960"/>
              </a:gdLst>
              <a:ahLst/>
              <a:cxnLst/>
              <a:rect l="textAreaLeft" t="textAreaTop" r="textAreaRight" b="textAreaBottom"/>
              <a:pathLst>
                <a:path w="899" h="8233">
                  <a:moveTo>
                    <a:pt x="599" y="0"/>
                  </a:moveTo>
                  <a:lnTo>
                    <a:pt x="450" y="150"/>
                  </a:lnTo>
                  <a:lnTo>
                    <a:pt x="1" y="4041"/>
                  </a:lnTo>
                  <a:lnTo>
                    <a:pt x="1" y="5987"/>
                  </a:lnTo>
                  <a:lnTo>
                    <a:pt x="150" y="7933"/>
                  </a:lnTo>
                  <a:lnTo>
                    <a:pt x="300" y="8083"/>
                  </a:lnTo>
                  <a:lnTo>
                    <a:pt x="450" y="8232"/>
                  </a:lnTo>
                  <a:lnTo>
                    <a:pt x="599" y="8083"/>
                  </a:lnTo>
                  <a:lnTo>
                    <a:pt x="749" y="7933"/>
                  </a:lnTo>
                  <a:lnTo>
                    <a:pt x="899" y="5987"/>
                  </a:lnTo>
                  <a:lnTo>
                    <a:pt x="899" y="4041"/>
                  </a:lnTo>
                  <a:lnTo>
                    <a:pt x="899" y="2096"/>
                  </a:lnTo>
                  <a:lnTo>
                    <a:pt x="599" y="150"/>
                  </a:lnTo>
                  <a:lnTo>
                    <a:pt x="599" y="0"/>
                  </a:lnTo>
                  <a:close/>
                </a:path>
              </a:pathLst>
            </a:custGeom>
            <a:solidFill>
              <a:schemeClr val="dk1"/>
            </a:solidFill>
            <a:ln w="0">
              <a:noFill/>
            </a:ln>
          </p:spPr>
          <p:style>
            <a:lnRef idx="0"/>
            <a:fillRef idx="0"/>
            <a:effectRef idx="0"/>
            <a:fontRef idx="minor"/>
          </p:style>
          <p:txBody>
            <a:bodyPr tIns="51480" bIns="51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10" name="Google Shape;898;p59"/>
            <p:cNvSpPr/>
            <p:nvPr/>
          </p:nvSpPr>
          <p:spPr>
            <a:xfrm>
              <a:off x="8120520" y="4190400"/>
              <a:ext cx="14760" cy="121680"/>
            </a:xfrm>
            <a:custGeom>
              <a:avLst/>
              <a:gdLst>
                <a:gd name="textAreaLeft" fmla="*/ 0 w 14760"/>
                <a:gd name="textAreaRight" fmla="*/ 15120 w 14760"/>
                <a:gd name="textAreaTop" fmla="*/ 0 h 121680"/>
                <a:gd name="textAreaBottom" fmla="*/ 122040 h 121680"/>
              </a:gdLst>
              <a:ahLst/>
              <a:cxnLst/>
              <a:rect l="textAreaLeft" t="textAreaTop" r="textAreaRight" b="textAreaBottom"/>
              <a:pathLst>
                <a:path w="1199" h="9730">
                  <a:moveTo>
                    <a:pt x="600" y="0"/>
                  </a:moveTo>
                  <a:lnTo>
                    <a:pt x="450" y="150"/>
                  </a:lnTo>
                  <a:lnTo>
                    <a:pt x="151" y="2245"/>
                  </a:lnTo>
                  <a:lnTo>
                    <a:pt x="1" y="4041"/>
                  </a:lnTo>
                  <a:lnTo>
                    <a:pt x="1" y="5987"/>
                  </a:lnTo>
                  <a:lnTo>
                    <a:pt x="151" y="7783"/>
                  </a:lnTo>
                  <a:lnTo>
                    <a:pt x="300" y="9580"/>
                  </a:lnTo>
                  <a:lnTo>
                    <a:pt x="450" y="9729"/>
                  </a:lnTo>
                  <a:lnTo>
                    <a:pt x="600" y="9729"/>
                  </a:lnTo>
                  <a:lnTo>
                    <a:pt x="749" y="9580"/>
                  </a:lnTo>
                  <a:lnTo>
                    <a:pt x="1049" y="7334"/>
                  </a:lnTo>
                  <a:lnTo>
                    <a:pt x="1198" y="4939"/>
                  </a:lnTo>
                  <a:lnTo>
                    <a:pt x="1049" y="2395"/>
                  </a:lnTo>
                  <a:lnTo>
                    <a:pt x="749" y="150"/>
                  </a:lnTo>
                  <a:lnTo>
                    <a:pt x="600" y="0"/>
                  </a:lnTo>
                  <a:close/>
                </a:path>
              </a:pathLst>
            </a:custGeom>
            <a:solidFill>
              <a:schemeClr val="dk1"/>
            </a:solidFill>
            <a:ln w="0">
              <a:noFill/>
            </a:ln>
          </p:spPr>
          <p:style>
            <a:lnRef idx="0"/>
            <a:fillRef idx="0"/>
            <a:effectRef idx="0"/>
            <a:fontRef idx="minor"/>
          </p:style>
          <p:txBody>
            <a:bodyPr tIns="60840" bIns="608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11" name="Google Shape;899;p59"/>
            <p:cNvSpPr/>
            <p:nvPr/>
          </p:nvSpPr>
          <p:spPr>
            <a:xfrm>
              <a:off x="8161920" y="4196160"/>
              <a:ext cx="10800" cy="97200"/>
            </a:xfrm>
            <a:custGeom>
              <a:avLst/>
              <a:gdLst>
                <a:gd name="textAreaLeft" fmla="*/ 0 w 10800"/>
                <a:gd name="textAreaRight" fmla="*/ 11160 w 10800"/>
                <a:gd name="textAreaTop" fmla="*/ 0 h 97200"/>
                <a:gd name="textAreaBottom" fmla="*/ 97560 h 97200"/>
              </a:gdLst>
              <a:ahLst/>
              <a:cxnLst/>
              <a:rect l="textAreaLeft" t="textAreaTop" r="textAreaRight" b="textAreaBottom"/>
              <a:pathLst>
                <a:path w="899" h="7784">
                  <a:moveTo>
                    <a:pt x="300" y="0"/>
                  </a:moveTo>
                  <a:lnTo>
                    <a:pt x="150" y="1946"/>
                  </a:lnTo>
                  <a:lnTo>
                    <a:pt x="1" y="3742"/>
                  </a:lnTo>
                  <a:lnTo>
                    <a:pt x="1" y="5688"/>
                  </a:lnTo>
                  <a:lnTo>
                    <a:pt x="300" y="7484"/>
                  </a:lnTo>
                  <a:lnTo>
                    <a:pt x="300" y="7783"/>
                  </a:lnTo>
                  <a:lnTo>
                    <a:pt x="600" y="7783"/>
                  </a:lnTo>
                  <a:lnTo>
                    <a:pt x="749" y="7484"/>
                  </a:lnTo>
                  <a:lnTo>
                    <a:pt x="899" y="5688"/>
                  </a:lnTo>
                  <a:lnTo>
                    <a:pt x="899" y="3742"/>
                  </a:lnTo>
                  <a:lnTo>
                    <a:pt x="899" y="1946"/>
                  </a:lnTo>
                  <a:lnTo>
                    <a:pt x="600" y="0"/>
                  </a:lnTo>
                  <a:close/>
                </a:path>
              </a:pathLst>
            </a:custGeom>
            <a:solidFill>
              <a:schemeClr val="dk1"/>
            </a:solidFill>
            <a:ln w="0">
              <a:noFill/>
            </a:ln>
          </p:spPr>
          <p:style>
            <a:lnRef idx="0"/>
            <a:fillRef idx="0"/>
            <a:effectRef idx="0"/>
            <a:fontRef idx="minor"/>
          </p:style>
          <p:txBody>
            <a:bodyPr tIns="48600" bIns="486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12" name="Google Shape;900;p59"/>
            <p:cNvSpPr/>
            <p:nvPr/>
          </p:nvSpPr>
          <p:spPr>
            <a:xfrm>
              <a:off x="8242560" y="4205520"/>
              <a:ext cx="10800" cy="82080"/>
            </a:xfrm>
            <a:custGeom>
              <a:avLst/>
              <a:gdLst>
                <a:gd name="textAreaLeft" fmla="*/ 0 w 10800"/>
                <a:gd name="textAreaRight" fmla="*/ 11160 w 10800"/>
                <a:gd name="textAreaTop" fmla="*/ 0 h 82080"/>
                <a:gd name="textAreaBottom" fmla="*/ 82440 h 82080"/>
              </a:gdLst>
              <a:ahLst/>
              <a:cxnLst/>
              <a:rect l="textAreaLeft" t="textAreaTop" r="textAreaRight" b="textAreaBottom"/>
              <a:pathLst>
                <a:path w="900" h="6587">
                  <a:moveTo>
                    <a:pt x="300" y="1"/>
                  </a:moveTo>
                  <a:lnTo>
                    <a:pt x="151" y="150"/>
                  </a:lnTo>
                  <a:lnTo>
                    <a:pt x="1" y="1647"/>
                  </a:lnTo>
                  <a:lnTo>
                    <a:pt x="1" y="3293"/>
                  </a:lnTo>
                  <a:lnTo>
                    <a:pt x="1" y="4940"/>
                  </a:lnTo>
                  <a:lnTo>
                    <a:pt x="300" y="6437"/>
                  </a:lnTo>
                  <a:lnTo>
                    <a:pt x="300" y="6586"/>
                  </a:lnTo>
                  <a:lnTo>
                    <a:pt x="600" y="6586"/>
                  </a:lnTo>
                  <a:lnTo>
                    <a:pt x="749" y="6437"/>
                  </a:lnTo>
                  <a:lnTo>
                    <a:pt x="749" y="5838"/>
                  </a:lnTo>
                  <a:lnTo>
                    <a:pt x="899" y="4491"/>
                  </a:lnTo>
                  <a:lnTo>
                    <a:pt x="899" y="2994"/>
                  </a:lnTo>
                  <a:lnTo>
                    <a:pt x="749" y="1497"/>
                  </a:lnTo>
                  <a:lnTo>
                    <a:pt x="600" y="150"/>
                  </a:lnTo>
                  <a:lnTo>
                    <a:pt x="450" y="1"/>
                  </a:lnTo>
                  <a:close/>
                </a:path>
              </a:pathLst>
            </a:custGeom>
            <a:solidFill>
              <a:schemeClr val="dk1"/>
            </a:solidFill>
            <a:ln w="0">
              <a:noFill/>
            </a:ln>
          </p:spPr>
          <p:style>
            <a:lnRef idx="0"/>
            <a:fillRef idx="0"/>
            <a:effectRef idx="0"/>
            <a:fontRef idx="minor"/>
          </p:style>
          <p:txBody>
            <a:bodyPr tIns="41040" bIns="41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13" name="Google Shape;901;p59"/>
            <p:cNvSpPr/>
            <p:nvPr/>
          </p:nvSpPr>
          <p:spPr>
            <a:xfrm>
              <a:off x="8202960" y="4201560"/>
              <a:ext cx="10800" cy="86040"/>
            </a:xfrm>
            <a:custGeom>
              <a:avLst/>
              <a:gdLst>
                <a:gd name="textAreaLeft" fmla="*/ 0 w 10800"/>
                <a:gd name="textAreaRight" fmla="*/ 11160 w 10800"/>
                <a:gd name="textAreaTop" fmla="*/ 0 h 86040"/>
                <a:gd name="textAreaBottom" fmla="*/ 86400 h 86040"/>
              </a:gdLst>
              <a:ahLst/>
              <a:cxnLst/>
              <a:rect l="textAreaLeft" t="textAreaTop" r="textAreaRight" b="textAreaBottom"/>
              <a:pathLst>
                <a:path w="899" h="6886">
                  <a:moveTo>
                    <a:pt x="300" y="0"/>
                  </a:moveTo>
                  <a:lnTo>
                    <a:pt x="300" y="150"/>
                  </a:lnTo>
                  <a:lnTo>
                    <a:pt x="1" y="1647"/>
                  </a:lnTo>
                  <a:lnTo>
                    <a:pt x="1" y="3293"/>
                  </a:lnTo>
                  <a:lnTo>
                    <a:pt x="1" y="4940"/>
                  </a:lnTo>
                  <a:lnTo>
                    <a:pt x="150" y="6586"/>
                  </a:lnTo>
                  <a:lnTo>
                    <a:pt x="300" y="6736"/>
                  </a:lnTo>
                  <a:lnTo>
                    <a:pt x="450" y="6885"/>
                  </a:lnTo>
                  <a:lnTo>
                    <a:pt x="599" y="6736"/>
                  </a:lnTo>
                  <a:lnTo>
                    <a:pt x="599" y="6586"/>
                  </a:lnTo>
                  <a:lnTo>
                    <a:pt x="899" y="4940"/>
                  </a:lnTo>
                  <a:lnTo>
                    <a:pt x="899" y="3293"/>
                  </a:lnTo>
                  <a:lnTo>
                    <a:pt x="749" y="1647"/>
                  </a:lnTo>
                  <a:lnTo>
                    <a:pt x="599" y="150"/>
                  </a:lnTo>
                  <a:lnTo>
                    <a:pt x="450" y="0"/>
                  </a:lnTo>
                  <a:close/>
                </a:path>
              </a:pathLst>
            </a:custGeom>
            <a:solidFill>
              <a:schemeClr val="dk1"/>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14" name="Google Shape;902;p59"/>
            <p:cNvSpPr/>
            <p:nvPr/>
          </p:nvSpPr>
          <p:spPr>
            <a:xfrm>
              <a:off x="8283600" y="4211280"/>
              <a:ext cx="10800" cy="74880"/>
            </a:xfrm>
            <a:custGeom>
              <a:avLst/>
              <a:gdLst>
                <a:gd name="textAreaLeft" fmla="*/ 0 w 10800"/>
                <a:gd name="textAreaRight" fmla="*/ 11160 w 10800"/>
                <a:gd name="textAreaTop" fmla="*/ 0 h 74880"/>
                <a:gd name="textAreaBottom" fmla="*/ 75240 h 74880"/>
              </a:gdLst>
              <a:ahLst/>
              <a:cxnLst/>
              <a:rect l="textAreaLeft" t="textAreaTop" r="textAreaRight" b="textAreaBottom"/>
              <a:pathLst>
                <a:path w="899" h="5988">
                  <a:moveTo>
                    <a:pt x="450" y="1"/>
                  </a:moveTo>
                  <a:lnTo>
                    <a:pt x="300" y="150"/>
                  </a:lnTo>
                  <a:lnTo>
                    <a:pt x="1" y="1497"/>
                  </a:lnTo>
                  <a:lnTo>
                    <a:pt x="1" y="2994"/>
                  </a:lnTo>
                  <a:lnTo>
                    <a:pt x="1" y="4491"/>
                  </a:lnTo>
                  <a:lnTo>
                    <a:pt x="151" y="5838"/>
                  </a:lnTo>
                  <a:lnTo>
                    <a:pt x="300" y="5988"/>
                  </a:lnTo>
                  <a:lnTo>
                    <a:pt x="600" y="5988"/>
                  </a:lnTo>
                  <a:lnTo>
                    <a:pt x="600" y="5838"/>
                  </a:lnTo>
                  <a:lnTo>
                    <a:pt x="899" y="4491"/>
                  </a:lnTo>
                  <a:lnTo>
                    <a:pt x="899" y="2994"/>
                  </a:lnTo>
                  <a:lnTo>
                    <a:pt x="749" y="1497"/>
                  </a:lnTo>
                  <a:lnTo>
                    <a:pt x="600" y="150"/>
                  </a:lnTo>
                  <a:lnTo>
                    <a:pt x="450" y="1"/>
                  </a:lnTo>
                  <a:close/>
                </a:path>
              </a:pathLst>
            </a:custGeom>
            <a:solidFill>
              <a:schemeClr val="dk1"/>
            </a:solidFill>
            <a:ln w="0">
              <a:noFill/>
            </a:ln>
          </p:spPr>
          <p:style>
            <a:lnRef idx="0"/>
            <a:fillRef idx="0"/>
            <a:effectRef idx="0"/>
            <a:fontRef idx="minor"/>
          </p:style>
          <p:txBody>
            <a:bodyPr tIns="37440" bIns="37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15" name="Google Shape;903;p59"/>
            <p:cNvSpPr/>
            <p:nvPr/>
          </p:nvSpPr>
          <p:spPr>
            <a:xfrm>
              <a:off x="8323200" y="4218480"/>
              <a:ext cx="12600" cy="67320"/>
            </a:xfrm>
            <a:custGeom>
              <a:avLst/>
              <a:gdLst>
                <a:gd name="textAreaLeft" fmla="*/ 0 w 12600"/>
                <a:gd name="textAreaRight" fmla="*/ 12960 w 12600"/>
                <a:gd name="textAreaTop" fmla="*/ 0 h 67320"/>
                <a:gd name="textAreaBottom" fmla="*/ 67680 h 67320"/>
              </a:gdLst>
              <a:ahLst/>
              <a:cxnLst/>
              <a:rect l="textAreaLeft" t="textAreaTop" r="textAreaRight" b="textAreaBottom"/>
              <a:pathLst>
                <a:path w="1048" h="5389">
                  <a:moveTo>
                    <a:pt x="300" y="0"/>
                  </a:moveTo>
                  <a:lnTo>
                    <a:pt x="300" y="150"/>
                  </a:lnTo>
                  <a:lnTo>
                    <a:pt x="0" y="1347"/>
                  </a:lnTo>
                  <a:lnTo>
                    <a:pt x="0" y="2694"/>
                  </a:lnTo>
                  <a:lnTo>
                    <a:pt x="0" y="3892"/>
                  </a:lnTo>
                  <a:lnTo>
                    <a:pt x="300" y="5089"/>
                  </a:lnTo>
                  <a:lnTo>
                    <a:pt x="300" y="5239"/>
                  </a:lnTo>
                  <a:lnTo>
                    <a:pt x="449" y="5389"/>
                  </a:lnTo>
                  <a:lnTo>
                    <a:pt x="599" y="5239"/>
                  </a:lnTo>
                  <a:lnTo>
                    <a:pt x="749" y="5089"/>
                  </a:lnTo>
                  <a:lnTo>
                    <a:pt x="898" y="3892"/>
                  </a:lnTo>
                  <a:lnTo>
                    <a:pt x="1048" y="2694"/>
                  </a:lnTo>
                  <a:lnTo>
                    <a:pt x="898" y="1347"/>
                  </a:lnTo>
                  <a:lnTo>
                    <a:pt x="599" y="150"/>
                  </a:lnTo>
                  <a:lnTo>
                    <a:pt x="599" y="0"/>
                  </a:lnTo>
                  <a:close/>
                </a:path>
              </a:pathLst>
            </a:custGeom>
            <a:solidFill>
              <a:schemeClr val="dk1"/>
            </a:solidFill>
            <a:ln w="0">
              <a:noFill/>
            </a:ln>
          </p:spPr>
          <p:style>
            <a:lnRef idx="0"/>
            <a:fillRef idx="0"/>
            <a:effectRef idx="0"/>
            <a:fontRef idx="minor"/>
          </p:style>
          <p:txBody>
            <a:bodyPr tIns="33840" bIns="338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16" name="Google Shape;904;p59"/>
            <p:cNvSpPr/>
            <p:nvPr/>
          </p:nvSpPr>
          <p:spPr>
            <a:xfrm>
              <a:off x="8364600" y="4222440"/>
              <a:ext cx="10800" cy="70920"/>
            </a:xfrm>
            <a:custGeom>
              <a:avLst/>
              <a:gdLst>
                <a:gd name="textAreaLeft" fmla="*/ 0 w 10800"/>
                <a:gd name="textAreaRight" fmla="*/ 11160 w 10800"/>
                <a:gd name="textAreaTop" fmla="*/ 0 h 70920"/>
                <a:gd name="textAreaBottom" fmla="*/ 71280 h 70920"/>
              </a:gdLst>
              <a:ahLst/>
              <a:cxnLst/>
              <a:rect l="textAreaLeft" t="textAreaTop" r="textAreaRight" b="textAreaBottom"/>
              <a:pathLst>
                <a:path w="899" h="5689">
                  <a:moveTo>
                    <a:pt x="449" y="1"/>
                  </a:moveTo>
                  <a:lnTo>
                    <a:pt x="150" y="150"/>
                  </a:lnTo>
                  <a:lnTo>
                    <a:pt x="0" y="1497"/>
                  </a:lnTo>
                  <a:lnTo>
                    <a:pt x="0" y="2994"/>
                  </a:lnTo>
                  <a:lnTo>
                    <a:pt x="0" y="4341"/>
                  </a:lnTo>
                  <a:lnTo>
                    <a:pt x="150" y="4940"/>
                  </a:lnTo>
                  <a:lnTo>
                    <a:pt x="299" y="5539"/>
                  </a:lnTo>
                  <a:lnTo>
                    <a:pt x="449" y="5688"/>
                  </a:lnTo>
                  <a:lnTo>
                    <a:pt x="599" y="5539"/>
                  </a:lnTo>
                  <a:lnTo>
                    <a:pt x="748" y="4940"/>
                  </a:lnTo>
                  <a:lnTo>
                    <a:pt x="898" y="4341"/>
                  </a:lnTo>
                  <a:lnTo>
                    <a:pt x="898" y="2994"/>
                  </a:lnTo>
                  <a:lnTo>
                    <a:pt x="748" y="1497"/>
                  </a:lnTo>
                  <a:lnTo>
                    <a:pt x="599" y="150"/>
                  </a:lnTo>
                  <a:lnTo>
                    <a:pt x="449" y="1"/>
                  </a:lnTo>
                  <a:close/>
                </a:path>
              </a:pathLst>
            </a:custGeom>
            <a:solidFill>
              <a:schemeClr val="dk1"/>
            </a:solidFill>
            <a:ln w="0">
              <a:noFill/>
            </a:ln>
          </p:spPr>
          <p:style>
            <a:lnRef idx="0"/>
            <a:fillRef idx="0"/>
            <a:effectRef idx="0"/>
            <a:fontRef idx="minor"/>
          </p:style>
          <p:txBody>
            <a:bodyPr tIns="35640" bIns="35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17" name="Google Shape;905;p59"/>
            <p:cNvSpPr/>
            <p:nvPr/>
          </p:nvSpPr>
          <p:spPr>
            <a:xfrm>
              <a:off x="8403840" y="4230000"/>
              <a:ext cx="10800" cy="65160"/>
            </a:xfrm>
            <a:custGeom>
              <a:avLst/>
              <a:gdLst>
                <a:gd name="textAreaLeft" fmla="*/ 0 w 10800"/>
                <a:gd name="textAreaRight" fmla="*/ 11160 w 10800"/>
                <a:gd name="textAreaTop" fmla="*/ 0 h 65160"/>
                <a:gd name="textAreaBottom" fmla="*/ 65520 h 65160"/>
              </a:gdLst>
              <a:ahLst/>
              <a:cxnLst/>
              <a:rect l="textAreaLeft" t="textAreaTop" r="textAreaRight" b="textAreaBottom"/>
              <a:pathLst>
                <a:path w="899" h="5240">
                  <a:moveTo>
                    <a:pt x="300" y="0"/>
                  </a:moveTo>
                  <a:lnTo>
                    <a:pt x="300" y="150"/>
                  </a:lnTo>
                  <a:lnTo>
                    <a:pt x="150" y="1347"/>
                  </a:lnTo>
                  <a:lnTo>
                    <a:pt x="0" y="2844"/>
                  </a:lnTo>
                  <a:lnTo>
                    <a:pt x="150" y="4042"/>
                  </a:lnTo>
                  <a:lnTo>
                    <a:pt x="150" y="4640"/>
                  </a:lnTo>
                  <a:lnTo>
                    <a:pt x="449" y="5239"/>
                  </a:lnTo>
                  <a:lnTo>
                    <a:pt x="599" y="5239"/>
                  </a:lnTo>
                  <a:lnTo>
                    <a:pt x="898" y="4640"/>
                  </a:lnTo>
                  <a:lnTo>
                    <a:pt x="898" y="4042"/>
                  </a:lnTo>
                  <a:lnTo>
                    <a:pt x="898" y="2844"/>
                  </a:lnTo>
                  <a:lnTo>
                    <a:pt x="898" y="1347"/>
                  </a:lnTo>
                  <a:lnTo>
                    <a:pt x="599" y="150"/>
                  </a:lnTo>
                  <a:lnTo>
                    <a:pt x="599" y="0"/>
                  </a:lnTo>
                  <a:close/>
                </a:path>
              </a:pathLst>
            </a:custGeom>
            <a:solidFill>
              <a:schemeClr val="dk1"/>
            </a:solidFill>
            <a:ln w="0">
              <a:noFill/>
            </a:ln>
          </p:spPr>
          <p:style>
            <a:lnRef idx="0"/>
            <a:fillRef idx="0"/>
            <a:effectRef idx="0"/>
            <a:fontRef idx="minor"/>
          </p:style>
          <p:txBody>
            <a:bodyPr tIns="32760" bIns="32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18" name="Google Shape;906;p59"/>
            <p:cNvSpPr/>
            <p:nvPr/>
          </p:nvSpPr>
          <p:spPr>
            <a:xfrm>
              <a:off x="8443080" y="4230000"/>
              <a:ext cx="14760" cy="67320"/>
            </a:xfrm>
            <a:custGeom>
              <a:avLst/>
              <a:gdLst>
                <a:gd name="textAreaLeft" fmla="*/ 0 w 14760"/>
                <a:gd name="textAreaRight" fmla="*/ 15120 w 14760"/>
                <a:gd name="textAreaTop" fmla="*/ 0 h 67320"/>
                <a:gd name="textAreaBottom" fmla="*/ 67680 h 67320"/>
              </a:gdLst>
              <a:ahLst/>
              <a:cxnLst/>
              <a:rect l="textAreaLeft" t="textAreaTop" r="textAreaRight" b="textAreaBottom"/>
              <a:pathLst>
                <a:path w="1198" h="5389">
                  <a:moveTo>
                    <a:pt x="450" y="0"/>
                  </a:moveTo>
                  <a:lnTo>
                    <a:pt x="450" y="150"/>
                  </a:lnTo>
                  <a:lnTo>
                    <a:pt x="150" y="1347"/>
                  </a:lnTo>
                  <a:lnTo>
                    <a:pt x="1" y="2695"/>
                  </a:lnTo>
                  <a:lnTo>
                    <a:pt x="150" y="4042"/>
                  </a:lnTo>
                  <a:lnTo>
                    <a:pt x="150" y="4790"/>
                  </a:lnTo>
                  <a:lnTo>
                    <a:pt x="450" y="5389"/>
                  </a:lnTo>
                  <a:lnTo>
                    <a:pt x="749" y="5389"/>
                  </a:lnTo>
                  <a:lnTo>
                    <a:pt x="1048" y="4790"/>
                  </a:lnTo>
                  <a:lnTo>
                    <a:pt x="1198" y="4042"/>
                  </a:lnTo>
                  <a:lnTo>
                    <a:pt x="1198" y="2695"/>
                  </a:lnTo>
                  <a:lnTo>
                    <a:pt x="1048" y="1347"/>
                  </a:lnTo>
                  <a:lnTo>
                    <a:pt x="749" y="150"/>
                  </a:lnTo>
                  <a:lnTo>
                    <a:pt x="749" y="0"/>
                  </a:lnTo>
                  <a:close/>
                </a:path>
              </a:pathLst>
            </a:custGeom>
            <a:solidFill>
              <a:schemeClr val="dk1"/>
            </a:solidFill>
            <a:ln w="0">
              <a:noFill/>
            </a:ln>
          </p:spPr>
          <p:style>
            <a:lnRef idx="0"/>
            <a:fillRef idx="0"/>
            <a:effectRef idx="0"/>
            <a:fontRef idx="minor"/>
          </p:style>
          <p:txBody>
            <a:bodyPr tIns="33840" bIns="338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19" name="Google Shape;907;p59"/>
            <p:cNvSpPr/>
            <p:nvPr/>
          </p:nvSpPr>
          <p:spPr>
            <a:xfrm>
              <a:off x="8484480" y="4239360"/>
              <a:ext cx="12960" cy="67320"/>
            </a:xfrm>
            <a:custGeom>
              <a:avLst/>
              <a:gdLst>
                <a:gd name="textAreaLeft" fmla="*/ 0 w 12960"/>
                <a:gd name="textAreaRight" fmla="*/ 13320 w 12960"/>
                <a:gd name="textAreaTop" fmla="*/ 0 h 67320"/>
                <a:gd name="textAreaBottom" fmla="*/ 67680 h 67320"/>
              </a:gdLst>
              <a:ahLst/>
              <a:cxnLst/>
              <a:rect l="textAreaLeft" t="textAreaTop" r="textAreaRight" b="textAreaBottom"/>
              <a:pathLst>
                <a:path w="1049" h="5390">
                  <a:moveTo>
                    <a:pt x="599" y="1"/>
                  </a:moveTo>
                  <a:lnTo>
                    <a:pt x="450" y="150"/>
                  </a:lnTo>
                  <a:lnTo>
                    <a:pt x="150" y="1348"/>
                  </a:lnTo>
                  <a:lnTo>
                    <a:pt x="0" y="2695"/>
                  </a:lnTo>
                  <a:lnTo>
                    <a:pt x="150" y="4042"/>
                  </a:lnTo>
                  <a:lnTo>
                    <a:pt x="300" y="5239"/>
                  </a:lnTo>
                  <a:lnTo>
                    <a:pt x="599" y="5389"/>
                  </a:lnTo>
                  <a:lnTo>
                    <a:pt x="749" y="5239"/>
                  </a:lnTo>
                  <a:lnTo>
                    <a:pt x="1048" y="4042"/>
                  </a:lnTo>
                  <a:lnTo>
                    <a:pt x="1048" y="2695"/>
                  </a:lnTo>
                  <a:lnTo>
                    <a:pt x="899" y="1348"/>
                  </a:lnTo>
                  <a:lnTo>
                    <a:pt x="749" y="150"/>
                  </a:lnTo>
                  <a:lnTo>
                    <a:pt x="599" y="1"/>
                  </a:lnTo>
                  <a:close/>
                </a:path>
              </a:pathLst>
            </a:custGeom>
            <a:solidFill>
              <a:schemeClr val="dk1"/>
            </a:solidFill>
            <a:ln w="0">
              <a:noFill/>
            </a:ln>
          </p:spPr>
          <p:style>
            <a:lnRef idx="0"/>
            <a:fillRef idx="0"/>
            <a:effectRef idx="0"/>
            <a:fontRef idx="minor"/>
          </p:style>
          <p:txBody>
            <a:bodyPr tIns="33840" bIns="338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0" name="Google Shape;908;p59"/>
            <p:cNvSpPr/>
            <p:nvPr/>
          </p:nvSpPr>
          <p:spPr>
            <a:xfrm>
              <a:off x="8525880" y="4244760"/>
              <a:ext cx="10800" cy="54000"/>
            </a:xfrm>
            <a:custGeom>
              <a:avLst/>
              <a:gdLst>
                <a:gd name="textAreaLeft" fmla="*/ 0 w 10800"/>
                <a:gd name="textAreaRight" fmla="*/ 11160 w 10800"/>
                <a:gd name="textAreaTop" fmla="*/ 0 h 54000"/>
                <a:gd name="textAreaBottom" fmla="*/ 54360 h 54000"/>
              </a:gdLst>
              <a:ahLst/>
              <a:cxnLst/>
              <a:rect l="textAreaLeft" t="textAreaTop" r="textAreaRight" b="textAreaBottom"/>
              <a:pathLst>
                <a:path w="899" h="4342">
                  <a:moveTo>
                    <a:pt x="300" y="1"/>
                  </a:moveTo>
                  <a:lnTo>
                    <a:pt x="0" y="1049"/>
                  </a:lnTo>
                  <a:lnTo>
                    <a:pt x="0" y="2096"/>
                  </a:lnTo>
                  <a:lnTo>
                    <a:pt x="0" y="3144"/>
                  </a:lnTo>
                  <a:lnTo>
                    <a:pt x="150" y="3743"/>
                  </a:lnTo>
                  <a:lnTo>
                    <a:pt x="300" y="4192"/>
                  </a:lnTo>
                  <a:lnTo>
                    <a:pt x="449" y="4341"/>
                  </a:lnTo>
                  <a:lnTo>
                    <a:pt x="749" y="4192"/>
                  </a:lnTo>
                  <a:lnTo>
                    <a:pt x="898" y="3743"/>
                  </a:lnTo>
                  <a:lnTo>
                    <a:pt x="898" y="3144"/>
                  </a:lnTo>
                  <a:lnTo>
                    <a:pt x="898" y="2096"/>
                  </a:lnTo>
                  <a:lnTo>
                    <a:pt x="898" y="1049"/>
                  </a:lnTo>
                  <a:lnTo>
                    <a:pt x="599" y="1"/>
                  </a:lnTo>
                  <a:close/>
                </a:path>
              </a:pathLst>
            </a:custGeom>
            <a:solidFill>
              <a:schemeClr val="dk1"/>
            </a:solidFill>
            <a:ln w="0">
              <a:noFill/>
            </a:ln>
          </p:spPr>
          <p:style>
            <a:lnRef idx="0"/>
            <a:fillRef idx="0"/>
            <a:effectRef idx="0"/>
            <a:fontRef idx="minor"/>
          </p:style>
          <p:txBody>
            <a:bodyPr tIns="27000" bIns="27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1" name="Google Shape;909;p59"/>
            <p:cNvSpPr/>
            <p:nvPr/>
          </p:nvSpPr>
          <p:spPr>
            <a:xfrm>
              <a:off x="8567280" y="4248720"/>
              <a:ext cx="10800" cy="41040"/>
            </a:xfrm>
            <a:custGeom>
              <a:avLst/>
              <a:gdLst>
                <a:gd name="textAreaLeft" fmla="*/ 0 w 10800"/>
                <a:gd name="textAreaRight" fmla="*/ 11160 w 10800"/>
                <a:gd name="textAreaTop" fmla="*/ 0 h 41040"/>
                <a:gd name="textAreaBottom" fmla="*/ 41400 h 41040"/>
              </a:gdLst>
              <a:ahLst/>
              <a:cxnLst/>
              <a:rect l="textAreaLeft" t="textAreaTop" r="textAreaRight" b="textAreaBottom"/>
              <a:pathLst>
                <a:path w="899" h="3294">
                  <a:moveTo>
                    <a:pt x="449" y="0"/>
                  </a:moveTo>
                  <a:lnTo>
                    <a:pt x="300" y="150"/>
                  </a:lnTo>
                  <a:lnTo>
                    <a:pt x="0" y="1647"/>
                  </a:lnTo>
                  <a:lnTo>
                    <a:pt x="0" y="2395"/>
                  </a:lnTo>
                  <a:lnTo>
                    <a:pt x="150" y="3143"/>
                  </a:lnTo>
                  <a:lnTo>
                    <a:pt x="300" y="3293"/>
                  </a:lnTo>
                  <a:lnTo>
                    <a:pt x="599" y="3293"/>
                  </a:lnTo>
                  <a:lnTo>
                    <a:pt x="749" y="3143"/>
                  </a:lnTo>
                  <a:lnTo>
                    <a:pt x="898" y="2395"/>
                  </a:lnTo>
                  <a:lnTo>
                    <a:pt x="749" y="1647"/>
                  </a:lnTo>
                  <a:lnTo>
                    <a:pt x="599" y="150"/>
                  </a:lnTo>
                  <a:lnTo>
                    <a:pt x="449" y="0"/>
                  </a:lnTo>
                  <a:close/>
                </a:path>
              </a:pathLst>
            </a:custGeom>
            <a:solidFill>
              <a:schemeClr val="dk1"/>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2" name="Google Shape;910;p59"/>
            <p:cNvSpPr/>
            <p:nvPr/>
          </p:nvSpPr>
          <p:spPr>
            <a:xfrm>
              <a:off x="8606520" y="4252320"/>
              <a:ext cx="10800" cy="33480"/>
            </a:xfrm>
            <a:custGeom>
              <a:avLst/>
              <a:gdLst>
                <a:gd name="textAreaLeft" fmla="*/ 0 w 10800"/>
                <a:gd name="textAreaRight" fmla="*/ 11160 w 10800"/>
                <a:gd name="textAreaTop" fmla="*/ 0 h 33480"/>
                <a:gd name="textAreaBottom" fmla="*/ 33840 h 33480"/>
              </a:gdLst>
              <a:ahLst/>
              <a:cxnLst/>
              <a:rect l="textAreaLeft" t="textAreaTop" r="textAreaRight" b="textAreaBottom"/>
              <a:pathLst>
                <a:path w="899" h="2695">
                  <a:moveTo>
                    <a:pt x="300" y="0"/>
                  </a:moveTo>
                  <a:lnTo>
                    <a:pt x="150" y="599"/>
                  </a:lnTo>
                  <a:lnTo>
                    <a:pt x="1" y="1348"/>
                  </a:lnTo>
                  <a:lnTo>
                    <a:pt x="150" y="1946"/>
                  </a:lnTo>
                  <a:lnTo>
                    <a:pt x="300" y="2545"/>
                  </a:lnTo>
                  <a:lnTo>
                    <a:pt x="300" y="2695"/>
                  </a:lnTo>
                  <a:lnTo>
                    <a:pt x="599" y="2695"/>
                  </a:lnTo>
                  <a:lnTo>
                    <a:pt x="749" y="2545"/>
                  </a:lnTo>
                  <a:lnTo>
                    <a:pt x="899" y="1946"/>
                  </a:lnTo>
                  <a:lnTo>
                    <a:pt x="899" y="1348"/>
                  </a:lnTo>
                  <a:lnTo>
                    <a:pt x="899" y="599"/>
                  </a:lnTo>
                  <a:lnTo>
                    <a:pt x="599" y="0"/>
                  </a:lnTo>
                  <a:close/>
                </a:path>
              </a:pathLst>
            </a:custGeom>
            <a:solidFill>
              <a:schemeClr val="dk1"/>
            </a:solidFill>
            <a:ln w="0">
              <a:noFill/>
            </a:ln>
          </p:spPr>
          <p:style>
            <a:lnRef idx="0"/>
            <a:fillRef idx="0"/>
            <a:effectRef idx="0"/>
            <a:fontRef idx="minor"/>
          </p:style>
          <p:txBody>
            <a:bodyPr tIns="16920" bIns="16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3" name="Google Shape;911;p59"/>
            <p:cNvSpPr/>
            <p:nvPr/>
          </p:nvSpPr>
          <p:spPr>
            <a:xfrm>
              <a:off x="8647920" y="4259880"/>
              <a:ext cx="10800" cy="33480"/>
            </a:xfrm>
            <a:custGeom>
              <a:avLst/>
              <a:gdLst>
                <a:gd name="textAreaLeft" fmla="*/ 0 w 10800"/>
                <a:gd name="textAreaRight" fmla="*/ 11160 w 10800"/>
                <a:gd name="textAreaTop" fmla="*/ 0 h 33480"/>
                <a:gd name="textAreaBottom" fmla="*/ 33840 h 33480"/>
              </a:gdLst>
              <a:ahLst/>
              <a:cxnLst/>
              <a:rect l="textAreaLeft" t="textAreaTop" r="textAreaRight" b="textAreaBottom"/>
              <a:pathLst>
                <a:path w="899" h="2695">
                  <a:moveTo>
                    <a:pt x="300" y="0"/>
                  </a:moveTo>
                  <a:lnTo>
                    <a:pt x="150" y="599"/>
                  </a:lnTo>
                  <a:lnTo>
                    <a:pt x="1" y="1347"/>
                  </a:lnTo>
                  <a:lnTo>
                    <a:pt x="1" y="2096"/>
                  </a:lnTo>
                  <a:lnTo>
                    <a:pt x="150" y="2395"/>
                  </a:lnTo>
                  <a:lnTo>
                    <a:pt x="300" y="2545"/>
                  </a:lnTo>
                  <a:lnTo>
                    <a:pt x="450" y="2694"/>
                  </a:lnTo>
                  <a:lnTo>
                    <a:pt x="599" y="2545"/>
                  </a:lnTo>
                  <a:lnTo>
                    <a:pt x="749" y="2395"/>
                  </a:lnTo>
                  <a:lnTo>
                    <a:pt x="899" y="2096"/>
                  </a:lnTo>
                  <a:lnTo>
                    <a:pt x="899" y="1347"/>
                  </a:lnTo>
                  <a:lnTo>
                    <a:pt x="599" y="0"/>
                  </a:lnTo>
                  <a:close/>
                </a:path>
              </a:pathLst>
            </a:custGeom>
            <a:solidFill>
              <a:schemeClr val="dk1"/>
            </a:solidFill>
            <a:ln w="0">
              <a:noFill/>
            </a:ln>
          </p:spPr>
          <p:style>
            <a:lnRef idx="0"/>
            <a:fillRef idx="0"/>
            <a:effectRef idx="0"/>
            <a:fontRef idx="minor"/>
          </p:style>
          <p:txBody>
            <a:bodyPr tIns="16920" bIns="16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4" name="Google Shape;912;p59"/>
            <p:cNvSpPr/>
            <p:nvPr/>
          </p:nvSpPr>
          <p:spPr>
            <a:xfrm>
              <a:off x="8688960" y="4261680"/>
              <a:ext cx="9000" cy="29520"/>
            </a:xfrm>
            <a:custGeom>
              <a:avLst/>
              <a:gdLst>
                <a:gd name="textAreaLeft" fmla="*/ 0 w 9000"/>
                <a:gd name="textAreaRight" fmla="*/ 9360 w 9000"/>
                <a:gd name="textAreaTop" fmla="*/ 0 h 29520"/>
                <a:gd name="textAreaBottom" fmla="*/ 29880 h 29520"/>
              </a:gdLst>
              <a:ahLst/>
              <a:cxnLst/>
              <a:rect l="textAreaLeft" t="textAreaTop" r="textAreaRight" b="textAreaBottom"/>
              <a:pathLst>
                <a:path w="749" h="2396">
                  <a:moveTo>
                    <a:pt x="300" y="1"/>
                  </a:moveTo>
                  <a:lnTo>
                    <a:pt x="150" y="151"/>
                  </a:lnTo>
                  <a:lnTo>
                    <a:pt x="0" y="1198"/>
                  </a:lnTo>
                  <a:lnTo>
                    <a:pt x="150" y="2246"/>
                  </a:lnTo>
                  <a:lnTo>
                    <a:pt x="150" y="2396"/>
                  </a:lnTo>
                  <a:lnTo>
                    <a:pt x="449" y="2396"/>
                  </a:lnTo>
                  <a:lnTo>
                    <a:pt x="599" y="2246"/>
                  </a:lnTo>
                  <a:lnTo>
                    <a:pt x="749" y="1198"/>
                  </a:lnTo>
                  <a:lnTo>
                    <a:pt x="599" y="151"/>
                  </a:lnTo>
                  <a:lnTo>
                    <a:pt x="449" y="1"/>
                  </a:lnTo>
                  <a:close/>
                </a:path>
              </a:pathLst>
            </a:custGeom>
            <a:solidFill>
              <a:schemeClr val="dk1"/>
            </a:solidFill>
            <a:ln w="0">
              <a:noFill/>
            </a:ln>
          </p:spPr>
          <p:style>
            <a:lnRef idx="0"/>
            <a:fillRef idx="0"/>
            <a:effectRef idx="0"/>
            <a:fontRef idx="minor"/>
          </p:style>
          <p:txBody>
            <a:bodyPr tIns="14760" bIns="14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225" name=""/>
          <p:cNvSpPr/>
          <p:nvPr/>
        </p:nvSpPr>
        <p:spPr>
          <a:xfrm>
            <a:off x="723960" y="3714840"/>
            <a:ext cx="4343040" cy="100944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600" strike="noStrike" u="none">
                <a:solidFill>
                  <a:srgbClr val="382006"/>
                </a:solidFill>
                <a:effectLst/>
                <a:uFillTx/>
                <a:latin typeface="Work Sans"/>
              </a:rPr>
              <a:t>Core concepts, the rock cycle, and practical field identification</a:t>
            </a:r>
            <a:endParaRPr b="0" lang="en-US" sz="1600" strike="noStrike" u="none">
              <a:solidFill>
                <a:srgbClr val="000000"/>
              </a:solidFill>
              <a:effectLst/>
              <a:uFillTx/>
              <a:latin typeface="OpenSymbol"/>
            </a:endParaRPr>
          </a:p>
        </p:txBody>
      </p:sp>
      <p:sp>
        <p:nvSpPr>
          <p:cNvPr id="226" name=""/>
          <p:cNvSpPr/>
          <p:nvPr/>
        </p:nvSpPr>
        <p:spPr>
          <a:xfrm>
            <a:off x="723960" y="581040"/>
            <a:ext cx="6876720" cy="2866680"/>
          </a:xfrm>
          <a:prstGeom prst="rect">
            <a:avLst/>
          </a:prstGeom>
          <a:noFill/>
          <a:ln w="0">
            <a:noFill/>
          </a:ln>
        </p:spPr>
        <p:style>
          <a:lnRef idx="0"/>
          <a:fillRef idx="0"/>
          <a:effectRef idx="0"/>
          <a:fontRef idx="minor"/>
        </p:style>
        <p:txBody>
          <a:bodyPr anchor="b">
            <a:normAutofit/>
          </a:bodyPr>
          <a:p>
            <a:pPr defTabSz="914400">
              <a:lnSpc>
                <a:spcPct val="100000"/>
              </a:lnSpc>
              <a:tabLst>
                <a:tab algn="l" pos="0"/>
              </a:tabLst>
            </a:pPr>
            <a:r>
              <a:rPr b="1" lang="en-US" sz="4000" strike="noStrike" u="none">
                <a:solidFill>
                  <a:srgbClr val="382006"/>
                </a:solidFill>
                <a:effectLst/>
                <a:uFillTx/>
                <a:latin typeface="Inknut Antiqua"/>
              </a:rPr>
              <a:t>Foundations: Geology</a:t>
            </a:r>
            <a:endParaRPr b="0" lang="en-US" sz="40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
          <p:cNvSpPr/>
          <p:nvPr/>
        </p:nvSpPr>
        <p:spPr>
          <a:xfrm>
            <a:off x="876240" y="1266840"/>
            <a:ext cx="7295760" cy="308592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400" strike="noStrike" u="none">
                <a:solidFill>
                  <a:srgbClr val="382006"/>
                </a:solidFill>
                <a:effectLst/>
                <a:uFillTx/>
                <a:latin typeface="Work Sans"/>
              </a:rPr>
              <a:t>Geology studies Earth’s materials, structures, processes, and history, linking observations to how the planet changes over time. It explains resources, such as granite for building stone, and hazards, like earthquakes along the San Andreas Fault. The Grand Canyon shows landscape evolution, with layered rocks recording environments and relative ages over millions of years.</a:t>
            </a:r>
            <a:endParaRPr b="0" lang="en-US" sz="1400" strike="noStrike" u="none">
              <a:solidFill>
                <a:srgbClr val="000000"/>
              </a:solidFill>
              <a:effectLst/>
              <a:uFillTx/>
              <a:latin typeface="OpenSymbol"/>
            </a:endParaRPr>
          </a:p>
        </p:txBody>
      </p:sp>
      <p:sp>
        <p:nvSpPr>
          <p:cNvPr id="228" name=""/>
          <p:cNvSpPr/>
          <p:nvPr/>
        </p:nvSpPr>
        <p:spPr>
          <a:xfrm>
            <a:off x="723960" y="447840"/>
            <a:ext cx="7705440" cy="571320"/>
          </a:xfrm>
          <a:prstGeom prst="rect">
            <a:avLst/>
          </a:prstGeom>
          <a:noFill/>
          <a:ln w="0">
            <a:noFill/>
          </a:ln>
        </p:spPr>
        <p:style>
          <a:lnRef idx="0"/>
          <a:fillRef idx="0"/>
          <a:effectRef idx="0"/>
          <a:fontRef idx="minor"/>
        </p:style>
        <p:txBody>
          <a:bodyPr anchor="t">
            <a:normAutofit lnSpcReduction="9999"/>
          </a:bodyPr>
          <a:p>
            <a:pPr algn="ctr" defTabSz="914400">
              <a:lnSpc>
                <a:spcPct val="100000"/>
              </a:lnSpc>
              <a:tabLst>
                <a:tab algn="l" pos="0"/>
              </a:tabLst>
            </a:pPr>
            <a:r>
              <a:rPr b="1" lang="en-US" sz="3400" strike="noStrike" u="none">
                <a:solidFill>
                  <a:srgbClr val="553410"/>
                </a:solidFill>
                <a:effectLst/>
                <a:uFillTx/>
                <a:latin typeface="Inknut Antiqua"/>
              </a:rPr>
              <a:t>Geology Connects Time</a:t>
            </a:r>
            <a:endParaRPr b="0" lang="en-US" sz="34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image_0:slide_img_acfCoC.jpg"/>
          <p:cNvSpPr/>
          <p:nvPr/>
        </p:nvSpPr>
        <p:spPr>
          <a:xfrm>
            <a:off x="5562720" y="1085760"/>
            <a:ext cx="2962080" cy="2962080"/>
          </a:xfrm>
          <a:prstGeom prst="ellipse">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OpenSymbol"/>
            </a:endParaRPr>
          </a:p>
        </p:txBody>
      </p:sp>
      <p:sp>
        <p:nvSpPr>
          <p:cNvPr id="230" name="Google Shape;2059;p90"/>
          <p:cNvSpPr/>
          <p:nvPr/>
        </p:nvSpPr>
        <p:spPr>
          <a:xfrm flipH="1">
            <a:off x="4795200" y="110520"/>
            <a:ext cx="192960" cy="74520"/>
          </a:xfrm>
          <a:custGeom>
            <a:avLst/>
            <a:gdLst>
              <a:gd name="textAreaLeft" fmla="*/ 360 w 192960"/>
              <a:gd name="textAreaRight" fmla="*/ 193680 w 192960"/>
              <a:gd name="textAreaTop" fmla="*/ 0 h 74520"/>
              <a:gd name="textAreaBottom" fmla="*/ 74880 h 74520"/>
            </a:gdLst>
            <a:ahLst/>
            <a:cxnLst/>
            <a:rect l="textAreaLeft" t="textAreaTop" r="textAreaRight" b="textAreaBottom"/>
            <a:pathLst>
              <a:path fill="none" w="5191" h="2012">
                <a:moveTo>
                  <a:pt x="1353" y="1"/>
                </a:moveTo>
                <a:lnTo>
                  <a:pt x="1353" y="1"/>
                </a:lnTo>
                <a:lnTo>
                  <a:pt x="1134" y="1"/>
                </a:lnTo>
                <a:lnTo>
                  <a:pt x="878" y="74"/>
                </a:lnTo>
                <a:lnTo>
                  <a:pt x="695" y="147"/>
                </a:lnTo>
                <a:lnTo>
                  <a:pt x="476" y="257"/>
                </a:lnTo>
                <a:lnTo>
                  <a:pt x="476" y="257"/>
                </a:lnTo>
                <a:lnTo>
                  <a:pt x="329" y="330"/>
                </a:lnTo>
                <a:lnTo>
                  <a:pt x="220" y="440"/>
                </a:lnTo>
                <a:lnTo>
                  <a:pt x="0" y="659"/>
                </a:lnTo>
                <a:lnTo>
                  <a:pt x="0" y="659"/>
                </a:lnTo>
                <a:lnTo>
                  <a:pt x="110" y="805"/>
                </a:lnTo>
                <a:lnTo>
                  <a:pt x="110" y="805"/>
                </a:lnTo>
                <a:lnTo>
                  <a:pt x="293" y="769"/>
                </a:lnTo>
                <a:lnTo>
                  <a:pt x="403" y="769"/>
                </a:lnTo>
                <a:lnTo>
                  <a:pt x="476" y="732"/>
                </a:lnTo>
                <a:lnTo>
                  <a:pt x="476" y="732"/>
                </a:lnTo>
                <a:lnTo>
                  <a:pt x="622" y="659"/>
                </a:lnTo>
                <a:lnTo>
                  <a:pt x="805" y="586"/>
                </a:lnTo>
                <a:lnTo>
                  <a:pt x="951" y="549"/>
                </a:lnTo>
                <a:lnTo>
                  <a:pt x="1097" y="513"/>
                </a:lnTo>
                <a:lnTo>
                  <a:pt x="1097" y="513"/>
                </a:lnTo>
                <a:lnTo>
                  <a:pt x="1243" y="549"/>
                </a:lnTo>
                <a:lnTo>
                  <a:pt x="1389" y="586"/>
                </a:lnTo>
                <a:lnTo>
                  <a:pt x="1718" y="732"/>
                </a:lnTo>
                <a:lnTo>
                  <a:pt x="1718" y="732"/>
                </a:lnTo>
                <a:lnTo>
                  <a:pt x="1901" y="805"/>
                </a:lnTo>
                <a:lnTo>
                  <a:pt x="2120" y="842"/>
                </a:lnTo>
                <a:lnTo>
                  <a:pt x="2120" y="842"/>
                </a:lnTo>
                <a:lnTo>
                  <a:pt x="2523" y="915"/>
                </a:lnTo>
                <a:lnTo>
                  <a:pt x="2888" y="1061"/>
                </a:lnTo>
                <a:lnTo>
                  <a:pt x="3034" y="1171"/>
                </a:lnTo>
                <a:lnTo>
                  <a:pt x="3180" y="1280"/>
                </a:lnTo>
                <a:lnTo>
                  <a:pt x="3327" y="1390"/>
                </a:lnTo>
                <a:lnTo>
                  <a:pt x="3436" y="1573"/>
                </a:lnTo>
                <a:lnTo>
                  <a:pt x="3436" y="1573"/>
                </a:lnTo>
                <a:lnTo>
                  <a:pt x="3656" y="1792"/>
                </a:lnTo>
                <a:lnTo>
                  <a:pt x="3875" y="1938"/>
                </a:lnTo>
                <a:lnTo>
                  <a:pt x="4094" y="2011"/>
                </a:lnTo>
                <a:lnTo>
                  <a:pt x="4314" y="2011"/>
                </a:lnTo>
                <a:lnTo>
                  <a:pt x="4314" y="2011"/>
                </a:lnTo>
                <a:lnTo>
                  <a:pt x="4606" y="2011"/>
                </a:lnTo>
                <a:lnTo>
                  <a:pt x="4862" y="1975"/>
                </a:lnTo>
                <a:lnTo>
                  <a:pt x="4862" y="1975"/>
                </a:lnTo>
                <a:lnTo>
                  <a:pt x="4935" y="1938"/>
                </a:lnTo>
                <a:lnTo>
                  <a:pt x="5045" y="1902"/>
                </a:lnTo>
                <a:lnTo>
                  <a:pt x="5191" y="1755"/>
                </a:lnTo>
                <a:lnTo>
                  <a:pt x="5191" y="1755"/>
                </a:lnTo>
                <a:lnTo>
                  <a:pt x="5081" y="1573"/>
                </a:lnTo>
                <a:lnTo>
                  <a:pt x="5008" y="1463"/>
                </a:lnTo>
                <a:lnTo>
                  <a:pt x="4935" y="1427"/>
                </a:lnTo>
                <a:lnTo>
                  <a:pt x="4935" y="1427"/>
                </a:lnTo>
                <a:lnTo>
                  <a:pt x="3327" y="659"/>
                </a:lnTo>
                <a:lnTo>
                  <a:pt x="2523" y="293"/>
                </a:lnTo>
                <a:lnTo>
                  <a:pt x="2084" y="147"/>
                </a:lnTo>
                <a:lnTo>
                  <a:pt x="1682" y="38"/>
                </a:lnTo>
                <a:lnTo>
                  <a:pt x="1682" y="38"/>
                </a:lnTo>
                <a:lnTo>
                  <a:pt x="1353" y="1"/>
                </a:lnTo>
              </a:path>
            </a:pathLst>
          </a:custGeom>
          <a:solidFill>
            <a:schemeClr val="dk1">
              <a:alpha val="47000"/>
            </a:schemeClr>
          </a:solidFill>
          <a:ln w="0">
            <a:noFill/>
          </a:ln>
        </p:spPr>
        <p:style>
          <a:lnRef idx="0"/>
          <a:fillRef idx="0"/>
          <a:effectRef idx="0"/>
          <a:fontRef idx="minor"/>
        </p:style>
        <p:txBody>
          <a:bodyPr tIns="37440" bIns="37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1" name="Google Shape;2060;p90"/>
          <p:cNvSpPr/>
          <p:nvPr/>
        </p:nvSpPr>
        <p:spPr>
          <a:xfrm flipH="1">
            <a:off x="4683600" y="181080"/>
            <a:ext cx="107280" cy="43200"/>
          </a:xfrm>
          <a:custGeom>
            <a:avLst/>
            <a:gdLst>
              <a:gd name="textAreaLeft" fmla="*/ 360 w 107280"/>
              <a:gd name="textAreaRight" fmla="*/ 108000 w 107280"/>
              <a:gd name="textAreaTop" fmla="*/ 0 h 43200"/>
              <a:gd name="textAreaBottom" fmla="*/ 43560 h 43200"/>
            </a:gdLst>
            <a:ahLst/>
            <a:cxnLst/>
            <a:rect l="textAreaLeft" t="textAreaTop" r="textAreaRight" b="textAreaBottom"/>
            <a:pathLst>
              <a:path fill="none" w="2888" h="1171">
                <a:moveTo>
                  <a:pt x="622" y="1"/>
                </a:moveTo>
                <a:lnTo>
                  <a:pt x="622" y="1"/>
                </a:lnTo>
                <a:lnTo>
                  <a:pt x="585" y="622"/>
                </a:lnTo>
                <a:lnTo>
                  <a:pt x="585" y="622"/>
                </a:lnTo>
                <a:lnTo>
                  <a:pt x="0" y="805"/>
                </a:lnTo>
                <a:lnTo>
                  <a:pt x="0" y="805"/>
                </a:lnTo>
                <a:lnTo>
                  <a:pt x="0" y="914"/>
                </a:lnTo>
                <a:lnTo>
                  <a:pt x="0" y="914"/>
                </a:lnTo>
                <a:lnTo>
                  <a:pt x="695" y="1097"/>
                </a:lnTo>
                <a:lnTo>
                  <a:pt x="1024" y="1170"/>
                </a:lnTo>
                <a:lnTo>
                  <a:pt x="1353" y="1170"/>
                </a:lnTo>
                <a:lnTo>
                  <a:pt x="1353" y="1170"/>
                </a:lnTo>
                <a:lnTo>
                  <a:pt x="1426" y="1170"/>
                </a:lnTo>
                <a:lnTo>
                  <a:pt x="1426" y="1170"/>
                </a:lnTo>
                <a:lnTo>
                  <a:pt x="1791" y="1134"/>
                </a:lnTo>
                <a:lnTo>
                  <a:pt x="2157" y="1061"/>
                </a:lnTo>
                <a:lnTo>
                  <a:pt x="2888" y="841"/>
                </a:lnTo>
                <a:lnTo>
                  <a:pt x="2888" y="841"/>
                </a:lnTo>
                <a:lnTo>
                  <a:pt x="2851" y="695"/>
                </a:lnTo>
                <a:lnTo>
                  <a:pt x="2815" y="549"/>
                </a:lnTo>
                <a:lnTo>
                  <a:pt x="2742" y="439"/>
                </a:lnTo>
                <a:lnTo>
                  <a:pt x="2632" y="366"/>
                </a:lnTo>
                <a:lnTo>
                  <a:pt x="2413" y="220"/>
                </a:lnTo>
                <a:lnTo>
                  <a:pt x="2193" y="147"/>
                </a:lnTo>
                <a:lnTo>
                  <a:pt x="2193" y="147"/>
                </a:lnTo>
                <a:lnTo>
                  <a:pt x="1828" y="74"/>
                </a:lnTo>
                <a:lnTo>
                  <a:pt x="1426" y="37"/>
                </a:lnTo>
                <a:lnTo>
                  <a:pt x="622" y="1"/>
                </a:lnTo>
              </a:path>
            </a:pathLst>
          </a:custGeom>
          <a:solidFill>
            <a:schemeClr val="dk1">
              <a:alpha val="47000"/>
            </a:schemeClr>
          </a:solidFill>
          <a:ln w="0">
            <a:noFill/>
          </a:ln>
        </p:spPr>
        <p:style>
          <a:lnRef idx="0"/>
          <a:fillRef idx="0"/>
          <a:effectRef idx="0"/>
          <a:fontRef idx="minor"/>
        </p:style>
        <p:txBody>
          <a:bodyPr tIns="21600" bIns="216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2" name="Google Shape;2061;p90"/>
          <p:cNvSpPr/>
          <p:nvPr/>
        </p:nvSpPr>
        <p:spPr>
          <a:xfrm flipH="1">
            <a:off x="4839480" y="209880"/>
            <a:ext cx="27000" cy="17280"/>
          </a:xfrm>
          <a:custGeom>
            <a:avLst/>
            <a:gdLst>
              <a:gd name="textAreaLeft" fmla="*/ -360 w 27000"/>
              <a:gd name="textAreaRight" fmla="*/ 27000 w 27000"/>
              <a:gd name="textAreaTop" fmla="*/ 0 h 17280"/>
              <a:gd name="textAreaBottom" fmla="*/ 17640 h 17280"/>
            </a:gdLst>
            <a:ahLst/>
            <a:cxnLst/>
            <a:rect l="textAreaLeft" t="textAreaTop" r="textAreaRight" b="textAreaBottom"/>
            <a:pathLst>
              <a:path fill="none" w="732" h="476">
                <a:moveTo>
                  <a:pt x="366" y="0"/>
                </a:moveTo>
                <a:lnTo>
                  <a:pt x="366" y="0"/>
                </a:lnTo>
                <a:lnTo>
                  <a:pt x="220" y="37"/>
                </a:lnTo>
                <a:lnTo>
                  <a:pt x="1" y="73"/>
                </a:lnTo>
                <a:lnTo>
                  <a:pt x="1" y="73"/>
                </a:lnTo>
                <a:lnTo>
                  <a:pt x="110" y="329"/>
                </a:lnTo>
                <a:lnTo>
                  <a:pt x="183" y="402"/>
                </a:lnTo>
                <a:lnTo>
                  <a:pt x="220" y="439"/>
                </a:lnTo>
                <a:lnTo>
                  <a:pt x="220" y="439"/>
                </a:lnTo>
                <a:lnTo>
                  <a:pt x="366" y="475"/>
                </a:lnTo>
                <a:lnTo>
                  <a:pt x="366" y="475"/>
                </a:lnTo>
                <a:lnTo>
                  <a:pt x="512" y="475"/>
                </a:lnTo>
                <a:lnTo>
                  <a:pt x="695" y="402"/>
                </a:lnTo>
                <a:lnTo>
                  <a:pt x="695" y="402"/>
                </a:lnTo>
                <a:lnTo>
                  <a:pt x="732" y="293"/>
                </a:lnTo>
                <a:lnTo>
                  <a:pt x="732" y="220"/>
                </a:lnTo>
                <a:lnTo>
                  <a:pt x="732" y="183"/>
                </a:lnTo>
                <a:lnTo>
                  <a:pt x="732" y="183"/>
                </a:lnTo>
                <a:lnTo>
                  <a:pt x="585" y="73"/>
                </a:lnTo>
                <a:lnTo>
                  <a:pt x="403" y="0"/>
                </a:lnTo>
                <a:lnTo>
                  <a:pt x="403" y="0"/>
                </a:lnTo>
                <a:lnTo>
                  <a:pt x="366" y="0"/>
                </a:lnTo>
              </a:path>
            </a:pathLst>
          </a:custGeom>
          <a:solidFill>
            <a:schemeClr val="dk1">
              <a:alpha val="47000"/>
            </a:schemeClr>
          </a:solidFill>
          <a:ln w="0">
            <a:noFill/>
          </a:ln>
        </p:spPr>
        <p:style>
          <a:lnRef idx="0"/>
          <a:fillRef idx="0"/>
          <a:effectRef idx="0"/>
          <a:fontRef idx="minor"/>
        </p:style>
        <p:txBody>
          <a:bodyPr tIns="8640" bIns="8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3" name="Google Shape;2062;p90"/>
          <p:cNvSpPr/>
          <p:nvPr/>
        </p:nvSpPr>
        <p:spPr>
          <a:xfrm flipH="1">
            <a:off x="4633200" y="207000"/>
            <a:ext cx="17280" cy="18720"/>
          </a:xfrm>
          <a:custGeom>
            <a:avLst/>
            <a:gdLst>
              <a:gd name="textAreaLeft" fmla="*/ 360 w 17280"/>
              <a:gd name="textAreaRight" fmla="*/ 18000 w 17280"/>
              <a:gd name="textAreaTop" fmla="*/ 0 h 18720"/>
              <a:gd name="textAreaBottom" fmla="*/ 19080 h 18720"/>
            </a:gdLst>
            <a:ahLst/>
            <a:cxnLst/>
            <a:rect l="textAreaLeft" t="textAreaTop" r="textAreaRight" b="textAreaBottom"/>
            <a:pathLst>
              <a:path fill="none" w="476" h="512">
                <a:moveTo>
                  <a:pt x="220" y="0"/>
                </a:moveTo>
                <a:lnTo>
                  <a:pt x="220" y="0"/>
                </a:lnTo>
                <a:lnTo>
                  <a:pt x="73" y="219"/>
                </a:lnTo>
                <a:lnTo>
                  <a:pt x="0" y="366"/>
                </a:lnTo>
                <a:lnTo>
                  <a:pt x="0" y="366"/>
                </a:lnTo>
                <a:lnTo>
                  <a:pt x="73" y="475"/>
                </a:lnTo>
                <a:lnTo>
                  <a:pt x="220" y="512"/>
                </a:lnTo>
                <a:lnTo>
                  <a:pt x="220" y="512"/>
                </a:lnTo>
                <a:lnTo>
                  <a:pt x="220" y="512"/>
                </a:lnTo>
                <a:lnTo>
                  <a:pt x="220" y="512"/>
                </a:lnTo>
                <a:lnTo>
                  <a:pt x="366" y="402"/>
                </a:lnTo>
                <a:lnTo>
                  <a:pt x="475" y="256"/>
                </a:lnTo>
                <a:lnTo>
                  <a:pt x="475" y="256"/>
                </a:lnTo>
                <a:lnTo>
                  <a:pt x="220" y="0"/>
                </a:lnTo>
              </a:path>
            </a:pathLst>
          </a:custGeom>
          <a:solidFill>
            <a:schemeClr val="dk1">
              <a:alpha val="47000"/>
            </a:schemeClr>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4" name=""/>
          <p:cNvSpPr/>
          <p:nvPr/>
        </p:nvSpPr>
        <p:spPr>
          <a:xfrm>
            <a:off x="628560" y="533520"/>
            <a:ext cx="4743000" cy="1647360"/>
          </a:xfrm>
          <a:prstGeom prst="rect">
            <a:avLst/>
          </a:prstGeom>
          <a:noFill/>
          <a:ln w="0">
            <a:noFill/>
          </a:ln>
        </p:spPr>
        <p:style>
          <a:lnRef idx="0"/>
          <a:fillRef idx="0"/>
          <a:effectRef idx="0"/>
          <a:fontRef idx="minor"/>
        </p:style>
        <p:txBody>
          <a:bodyPr anchor="b">
            <a:normAutofit/>
          </a:bodyPr>
          <a:p>
            <a:pPr defTabSz="914400">
              <a:lnSpc>
                <a:spcPct val="100000"/>
              </a:lnSpc>
              <a:tabLst>
                <a:tab algn="l" pos="0"/>
              </a:tabLst>
            </a:pPr>
            <a:r>
              <a:rPr b="1" lang="en-US" sz="3400" strike="noStrike" u="none">
                <a:solidFill>
                  <a:srgbClr val="553410"/>
                </a:solidFill>
                <a:effectLst/>
                <a:uFillTx/>
                <a:latin typeface="Inknut Antiqua"/>
              </a:rPr>
              <a:t>Layered Earth</a:t>
            </a:r>
            <a:endParaRPr b="0" lang="en-US" sz="3400" strike="noStrike" u="none">
              <a:solidFill>
                <a:srgbClr val="000000"/>
              </a:solidFill>
              <a:effectLst/>
              <a:uFillTx/>
              <a:latin typeface="OpenSymbol"/>
            </a:endParaRPr>
          </a:p>
        </p:txBody>
      </p:sp>
      <p:sp>
        <p:nvSpPr>
          <p:cNvPr id="235" name=""/>
          <p:cNvSpPr/>
          <p:nvPr/>
        </p:nvSpPr>
        <p:spPr>
          <a:xfrm>
            <a:off x="628560" y="2152800"/>
            <a:ext cx="4743000" cy="238104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400" strike="noStrike" u="none">
                <a:solidFill>
                  <a:srgbClr val="382006"/>
                </a:solidFill>
                <a:effectLst/>
                <a:uFillTx/>
                <a:latin typeface="Work Sans"/>
              </a:rPr>
              <a:t>Earth is organized into crust, mantle, and core, each with distinct composition and state that shape surface geology. Continental crust (~35 km) is silica-rich granite, while oceanic crust (~7 km) is basalt; both sit atop the mantle. The mantle (~2,900 km) is solid but convecting, dominated by peridotite and driving plate motion. The core comprises a liquid outer layer (~2,200 km) generating the</a:t>
            </a:r>
            <a:r>
              <a:rPr b="0" lang="zh-CN" sz="1400" strike="noStrike" u="none">
                <a:solidFill>
                  <a:srgbClr val="382006"/>
                </a:solidFill>
                <a:effectLst/>
                <a:uFillTx/>
                <a:latin typeface="Work Sans"/>
              </a:rPr>
              <a:t>磁</a:t>
            </a:r>
            <a:r>
              <a:rPr b="0" lang="en-US" sz="1400" strike="noStrike" u="none">
                <a:solidFill>
                  <a:srgbClr val="382006"/>
                </a:solidFill>
                <a:effectLst/>
                <a:uFillTx/>
                <a:latin typeface="Work Sans"/>
              </a:rPr>
              <a:t>;</a:t>
            </a:r>
            <a:endParaRPr b="0" lang="en-US" sz="14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
          <p:cNvSpPr/>
          <p:nvPr/>
        </p:nvSpPr>
        <p:spPr>
          <a:xfrm>
            <a:off x="476280" y="380880"/>
            <a:ext cx="8191080" cy="6091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1" lang="en-US" sz="2400" strike="noStrike" u="none">
                <a:solidFill>
                  <a:srgbClr val="553410"/>
                </a:solidFill>
                <a:effectLst/>
                <a:uFillTx/>
                <a:latin typeface="Inknut Antiqua"/>
              </a:rPr>
              <a:t>Origins Separate Rocks</a:t>
            </a:r>
            <a:endParaRPr b="0" lang="en-US" sz="2400" strike="noStrike" u="none">
              <a:solidFill>
                <a:srgbClr val="000000"/>
              </a:solidFill>
              <a:effectLst/>
              <a:uFillTx/>
              <a:latin typeface="OpenSymbol"/>
            </a:endParaRPr>
          </a:p>
        </p:txBody>
      </p:sp>
      <p:sp>
        <p:nvSpPr>
          <p:cNvPr id="237" name=""/>
          <p:cNvSpPr/>
          <p:nvPr/>
        </p:nvSpPr>
        <p:spPr>
          <a:xfrm>
            <a:off x="476280" y="1333440"/>
            <a:ext cx="3904920" cy="28573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382006"/>
                </a:solidFill>
                <a:effectLst/>
                <a:uFillTx/>
                <a:latin typeface="Work Sans"/>
              </a:rPr>
              <a:t>Forms when melt cools and crystallizes. Granite (intrusive, coarse-grained) vs basalt (extrusive, fine-grained) show texture tied to cooling history.</a:t>
            </a:r>
            <a:endParaRPr b="0" lang="en-US" sz="1200" strike="noStrike" u="none">
              <a:solidFill>
                <a:srgbClr val="000000"/>
              </a:solidFill>
              <a:effectLst/>
              <a:uFillTx/>
              <a:latin typeface="OpenSymbol"/>
            </a:endParaRPr>
          </a:p>
        </p:txBody>
      </p:sp>
      <p:sp>
        <p:nvSpPr>
          <p:cNvPr id="238" name=""/>
          <p:cNvSpPr/>
          <p:nvPr/>
        </p:nvSpPr>
        <p:spPr>
          <a:xfrm>
            <a:off x="4762440" y="1333440"/>
            <a:ext cx="3904920" cy="28573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382006"/>
                </a:solidFill>
                <a:effectLst/>
                <a:uFillTx/>
                <a:latin typeface="Work Sans"/>
              </a:rPr>
              <a:t>Sedimentary rocks form by deposition and lithification (e.g., sandstone, shale; fossils in limestone). Metamorphic rocks arise from heat and pressure altering existing rocks (e.g., schist with foliation; marble from limestone).</a:t>
            </a:r>
            <a:endParaRPr b="0" lang="en-US" sz="1200" strike="noStrike" u="none">
              <a:solidFill>
                <a:srgbClr val="000000"/>
              </a:solidFill>
              <a:effectLst/>
              <a:uFillTx/>
              <a:latin typeface="OpenSymbol"/>
            </a:endParaRPr>
          </a:p>
        </p:txBody>
      </p:sp>
      <p:sp>
        <p:nvSpPr>
          <p:cNvPr id="239" name=""/>
          <p:cNvSpPr/>
          <p:nvPr/>
        </p:nvSpPr>
        <p:spPr>
          <a:xfrm>
            <a:off x="476280" y="4381560"/>
            <a:ext cx="8191080" cy="4186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382006"/>
                </a:solidFill>
                <a:effectLst/>
                <a:uFillTx/>
                <a:latin typeface="Work Sans"/>
              </a:rPr>
              <a:t>Rocks are classified by origin: igneous, sedimentary, or metamorphic.</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
          <p:cNvSpPr/>
          <p:nvPr/>
        </p:nvSpPr>
        <p:spPr>
          <a:xfrm>
            <a:off x="476280" y="1866960"/>
            <a:ext cx="1914120" cy="2800080"/>
          </a:xfrm>
          <a:prstGeom prst="roundRect">
            <a:avLst>
              <a:gd name="adj" fmla="val 16667"/>
            </a:avLst>
          </a:prstGeom>
          <a:noFill/>
          <a:ln w="9525">
            <a:solidFill>
              <a:srgbClr val="553410"/>
            </a:solidFill>
            <a:round/>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241" name=""/>
          <p:cNvSpPr/>
          <p:nvPr/>
        </p:nvSpPr>
        <p:spPr>
          <a:xfrm>
            <a:off x="2523960" y="1866960"/>
            <a:ext cx="1914120" cy="2800080"/>
          </a:xfrm>
          <a:prstGeom prst="roundRect">
            <a:avLst>
              <a:gd name="adj" fmla="val 16667"/>
            </a:avLst>
          </a:prstGeom>
          <a:noFill/>
          <a:ln w="9525">
            <a:solidFill>
              <a:srgbClr val="553410"/>
            </a:solidFill>
            <a:round/>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242" name=""/>
          <p:cNvSpPr/>
          <p:nvPr/>
        </p:nvSpPr>
        <p:spPr>
          <a:xfrm>
            <a:off x="4572000" y="1866960"/>
            <a:ext cx="1914120" cy="2800080"/>
          </a:xfrm>
          <a:prstGeom prst="roundRect">
            <a:avLst>
              <a:gd name="adj" fmla="val 16667"/>
            </a:avLst>
          </a:prstGeom>
          <a:noFill/>
          <a:ln w="9525">
            <a:solidFill>
              <a:srgbClr val="553410"/>
            </a:solidFill>
            <a:round/>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243" name=""/>
          <p:cNvSpPr/>
          <p:nvPr/>
        </p:nvSpPr>
        <p:spPr>
          <a:xfrm>
            <a:off x="6620040" y="1866960"/>
            <a:ext cx="1914120" cy="2800080"/>
          </a:xfrm>
          <a:prstGeom prst="roundRect">
            <a:avLst>
              <a:gd name="adj" fmla="val 16667"/>
            </a:avLst>
          </a:prstGeom>
          <a:noFill/>
          <a:ln w="9525">
            <a:solidFill>
              <a:srgbClr val="553410"/>
            </a:solidFill>
            <a:round/>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244" name=""/>
          <p:cNvSpPr/>
          <p:nvPr/>
        </p:nvSpPr>
        <p:spPr>
          <a:xfrm>
            <a:off x="476280" y="380880"/>
            <a:ext cx="8191080" cy="6091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1" lang="en-US" sz="2600" strike="noStrike" u="none">
                <a:solidFill>
                  <a:srgbClr val="553410"/>
                </a:solidFill>
                <a:effectLst/>
                <a:uFillTx/>
                <a:latin typeface="Inknut Antiqua"/>
              </a:rPr>
              <a:t>Rock Cycle Steps</a:t>
            </a:r>
            <a:endParaRPr b="0" lang="en-US" sz="2600" strike="noStrike" u="none">
              <a:solidFill>
                <a:srgbClr val="000000"/>
              </a:solidFill>
              <a:effectLst/>
              <a:uFillTx/>
              <a:latin typeface="OpenSymbol"/>
            </a:endParaRPr>
          </a:p>
        </p:txBody>
      </p:sp>
      <p:sp>
        <p:nvSpPr>
          <p:cNvPr id="245" name=""/>
          <p:cNvSpPr/>
          <p:nvPr/>
        </p:nvSpPr>
        <p:spPr>
          <a:xfrm>
            <a:off x="476280" y="1238400"/>
            <a:ext cx="1914120" cy="418680"/>
          </a:xfrm>
          <a:prstGeom prst="rect">
            <a:avLst/>
          </a:prstGeom>
          <a:noFill/>
          <a:ln w="0">
            <a:noFill/>
          </a:ln>
        </p:spPr>
        <p:style>
          <a:lnRef idx="0"/>
          <a:fillRef idx="0"/>
          <a:effectRef idx="0"/>
          <a:fontRef idx="minor"/>
        </p:style>
        <p:txBody>
          <a:bodyPr anchor="t">
            <a:normAutofit fontScale="92500" lnSpcReduction="9999"/>
          </a:bodyPr>
          <a:p>
            <a:pPr defTabSz="914400">
              <a:lnSpc>
                <a:spcPct val="100000"/>
              </a:lnSpc>
              <a:tabLst>
                <a:tab algn="l" pos="0"/>
              </a:tabLst>
            </a:pPr>
            <a:r>
              <a:rPr b="0" lang="en-US" sz="2400" strike="noStrike" u="none">
                <a:solidFill>
                  <a:srgbClr val="553410"/>
                </a:solidFill>
                <a:effectLst/>
                <a:uFillTx/>
                <a:latin typeface="Inknut Antiqua"/>
              </a:rPr>
              <a:t>01</a:t>
            </a:r>
            <a:endParaRPr b="0" lang="en-US" sz="2400" strike="noStrike" u="none">
              <a:solidFill>
                <a:srgbClr val="000000"/>
              </a:solidFill>
              <a:effectLst/>
              <a:uFillTx/>
              <a:latin typeface="OpenSymbol"/>
            </a:endParaRPr>
          </a:p>
        </p:txBody>
      </p:sp>
      <p:sp>
        <p:nvSpPr>
          <p:cNvPr id="246" name=""/>
          <p:cNvSpPr/>
          <p:nvPr/>
        </p:nvSpPr>
        <p:spPr>
          <a:xfrm>
            <a:off x="666720" y="2133720"/>
            <a:ext cx="1533240" cy="4186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rgbClr val="553410"/>
                </a:solidFill>
                <a:effectLst/>
                <a:uFillTx/>
                <a:latin typeface="Inknut Antiqua"/>
              </a:rPr>
              <a:t>Melting</a:t>
            </a:r>
            <a:endParaRPr b="0" lang="en-US" sz="1800" strike="noStrike" u="none">
              <a:solidFill>
                <a:srgbClr val="000000"/>
              </a:solidFill>
              <a:effectLst/>
              <a:uFillTx/>
              <a:latin typeface="OpenSymbol"/>
            </a:endParaRPr>
          </a:p>
        </p:txBody>
      </p:sp>
      <p:sp>
        <p:nvSpPr>
          <p:cNvPr id="247" name=""/>
          <p:cNvSpPr/>
          <p:nvPr/>
        </p:nvSpPr>
        <p:spPr>
          <a:xfrm>
            <a:off x="666720" y="2666880"/>
            <a:ext cx="1533240" cy="1847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382006"/>
                </a:solidFill>
                <a:effectLst/>
                <a:uFillTx/>
                <a:latin typeface="Work Sans"/>
              </a:rPr>
              <a:t>Rocks melt to magma in subduction zones.</a:t>
            </a:r>
            <a:endParaRPr b="0" lang="en-US" sz="1200" strike="noStrike" u="none">
              <a:solidFill>
                <a:srgbClr val="000000"/>
              </a:solidFill>
              <a:effectLst/>
              <a:uFillTx/>
              <a:latin typeface="OpenSymbol"/>
            </a:endParaRPr>
          </a:p>
        </p:txBody>
      </p:sp>
      <p:sp>
        <p:nvSpPr>
          <p:cNvPr id="248" name=""/>
          <p:cNvSpPr/>
          <p:nvPr/>
        </p:nvSpPr>
        <p:spPr>
          <a:xfrm>
            <a:off x="2523960" y="1238400"/>
            <a:ext cx="1914120" cy="418680"/>
          </a:xfrm>
          <a:prstGeom prst="rect">
            <a:avLst/>
          </a:prstGeom>
          <a:noFill/>
          <a:ln w="0">
            <a:noFill/>
          </a:ln>
        </p:spPr>
        <p:style>
          <a:lnRef idx="0"/>
          <a:fillRef idx="0"/>
          <a:effectRef idx="0"/>
          <a:fontRef idx="minor"/>
        </p:style>
        <p:txBody>
          <a:bodyPr anchor="t">
            <a:normAutofit fontScale="92500" lnSpcReduction="9999"/>
          </a:bodyPr>
          <a:p>
            <a:pPr defTabSz="914400">
              <a:lnSpc>
                <a:spcPct val="100000"/>
              </a:lnSpc>
              <a:tabLst>
                <a:tab algn="l" pos="0"/>
              </a:tabLst>
            </a:pPr>
            <a:r>
              <a:rPr b="0" lang="en-US" sz="2400" strike="noStrike" u="none">
                <a:solidFill>
                  <a:srgbClr val="553410"/>
                </a:solidFill>
                <a:effectLst/>
                <a:uFillTx/>
                <a:latin typeface="Inknut Antiqua"/>
              </a:rPr>
              <a:t>02</a:t>
            </a:r>
            <a:endParaRPr b="0" lang="en-US" sz="2400" strike="noStrike" u="none">
              <a:solidFill>
                <a:srgbClr val="000000"/>
              </a:solidFill>
              <a:effectLst/>
              <a:uFillTx/>
              <a:latin typeface="OpenSymbol"/>
            </a:endParaRPr>
          </a:p>
        </p:txBody>
      </p:sp>
      <p:sp>
        <p:nvSpPr>
          <p:cNvPr id="249" name=""/>
          <p:cNvSpPr/>
          <p:nvPr/>
        </p:nvSpPr>
        <p:spPr>
          <a:xfrm>
            <a:off x="2714760" y="2133720"/>
            <a:ext cx="1533240" cy="418680"/>
          </a:xfrm>
          <a:prstGeom prst="rect">
            <a:avLst/>
          </a:prstGeom>
          <a:noFill/>
          <a:ln w="0">
            <a:noFill/>
          </a:ln>
        </p:spPr>
        <p:style>
          <a:lnRef idx="0"/>
          <a:fillRef idx="0"/>
          <a:effectRef idx="0"/>
          <a:fontRef idx="minor"/>
        </p:style>
        <p:txBody>
          <a:bodyPr anchor="t">
            <a:normAutofit fontScale="70000" lnSpcReduction="19999"/>
          </a:bodyPr>
          <a:p>
            <a:pPr defTabSz="914400">
              <a:lnSpc>
                <a:spcPct val="100000"/>
              </a:lnSpc>
              <a:tabLst>
                <a:tab algn="l" pos="0"/>
              </a:tabLst>
            </a:pPr>
            <a:r>
              <a:rPr b="0" lang="en-US" sz="1800" strike="noStrike" u="none">
                <a:solidFill>
                  <a:srgbClr val="553410"/>
                </a:solidFill>
                <a:effectLst/>
                <a:uFillTx/>
                <a:latin typeface="Inknut Antiqua"/>
              </a:rPr>
              <a:t>Cooling &amp; Crystallization</a:t>
            </a:r>
            <a:endParaRPr b="0" lang="en-US" sz="1800" strike="noStrike" u="none">
              <a:solidFill>
                <a:srgbClr val="000000"/>
              </a:solidFill>
              <a:effectLst/>
              <a:uFillTx/>
              <a:latin typeface="OpenSymbol"/>
            </a:endParaRPr>
          </a:p>
        </p:txBody>
      </p:sp>
      <p:sp>
        <p:nvSpPr>
          <p:cNvPr id="250" name=""/>
          <p:cNvSpPr/>
          <p:nvPr/>
        </p:nvSpPr>
        <p:spPr>
          <a:xfrm>
            <a:off x="2714760" y="2666880"/>
            <a:ext cx="1533240" cy="1847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382006"/>
                </a:solidFill>
                <a:effectLst/>
                <a:uFillTx/>
                <a:latin typeface="Work Sans"/>
              </a:rPr>
              <a:t>Magma solidifies to igneous rocks like granite or basalt.</a:t>
            </a:r>
            <a:endParaRPr b="0" lang="en-US" sz="1200" strike="noStrike" u="none">
              <a:solidFill>
                <a:srgbClr val="000000"/>
              </a:solidFill>
              <a:effectLst/>
              <a:uFillTx/>
              <a:latin typeface="OpenSymbol"/>
            </a:endParaRPr>
          </a:p>
        </p:txBody>
      </p:sp>
      <p:sp>
        <p:nvSpPr>
          <p:cNvPr id="251" name=""/>
          <p:cNvSpPr/>
          <p:nvPr/>
        </p:nvSpPr>
        <p:spPr>
          <a:xfrm>
            <a:off x="4572000" y="1238400"/>
            <a:ext cx="1914120" cy="418680"/>
          </a:xfrm>
          <a:prstGeom prst="rect">
            <a:avLst/>
          </a:prstGeom>
          <a:noFill/>
          <a:ln w="0">
            <a:noFill/>
          </a:ln>
        </p:spPr>
        <p:style>
          <a:lnRef idx="0"/>
          <a:fillRef idx="0"/>
          <a:effectRef idx="0"/>
          <a:fontRef idx="minor"/>
        </p:style>
        <p:txBody>
          <a:bodyPr anchor="t">
            <a:normAutofit fontScale="92500" lnSpcReduction="9999"/>
          </a:bodyPr>
          <a:p>
            <a:pPr defTabSz="914400">
              <a:lnSpc>
                <a:spcPct val="100000"/>
              </a:lnSpc>
              <a:tabLst>
                <a:tab algn="l" pos="0"/>
              </a:tabLst>
            </a:pPr>
            <a:r>
              <a:rPr b="0" lang="en-US" sz="2400" strike="noStrike" u="none">
                <a:solidFill>
                  <a:srgbClr val="553410"/>
                </a:solidFill>
                <a:effectLst/>
                <a:uFillTx/>
                <a:latin typeface="Inknut Antiqua"/>
              </a:rPr>
              <a:t>03</a:t>
            </a:r>
            <a:endParaRPr b="0" lang="en-US" sz="2400" strike="noStrike" u="none">
              <a:solidFill>
                <a:srgbClr val="000000"/>
              </a:solidFill>
              <a:effectLst/>
              <a:uFillTx/>
              <a:latin typeface="OpenSymbol"/>
            </a:endParaRPr>
          </a:p>
        </p:txBody>
      </p:sp>
      <p:sp>
        <p:nvSpPr>
          <p:cNvPr id="252" name=""/>
          <p:cNvSpPr/>
          <p:nvPr/>
        </p:nvSpPr>
        <p:spPr>
          <a:xfrm>
            <a:off x="4762440" y="2133720"/>
            <a:ext cx="1533240" cy="4186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rgbClr val="553410"/>
                </a:solidFill>
                <a:effectLst/>
                <a:uFillTx/>
                <a:latin typeface="Inknut Antiqua"/>
              </a:rPr>
              <a:t>Weathering</a:t>
            </a:r>
            <a:endParaRPr b="0" lang="en-US" sz="1800" strike="noStrike" u="none">
              <a:solidFill>
                <a:srgbClr val="000000"/>
              </a:solidFill>
              <a:effectLst/>
              <a:uFillTx/>
              <a:latin typeface="OpenSymbol"/>
            </a:endParaRPr>
          </a:p>
        </p:txBody>
      </p:sp>
      <p:sp>
        <p:nvSpPr>
          <p:cNvPr id="253" name=""/>
          <p:cNvSpPr/>
          <p:nvPr/>
        </p:nvSpPr>
        <p:spPr>
          <a:xfrm>
            <a:off x="4762440" y="2666880"/>
            <a:ext cx="1533240" cy="1847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382006"/>
                </a:solidFill>
                <a:effectLst/>
                <a:uFillTx/>
                <a:latin typeface="Work Sans"/>
              </a:rPr>
              <a:t>Physical and chemical breakdown at the surface.</a:t>
            </a:r>
            <a:endParaRPr b="0" lang="en-US" sz="1200" strike="noStrike" u="none">
              <a:solidFill>
                <a:srgbClr val="000000"/>
              </a:solidFill>
              <a:effectLst/>
              <a:uFillTx/>
              <a:latin typeface="OpenSymbol"/>
            </a:endParaRPr>
          </a:p>
        </p:txBody>
      </p:sp>
      <p:sp>
        <p:nvSpPr>
          <p:cNvPr id="254" name=""/>
          <p:cNvSpPr/>
          <p:nvPr/>
        </p:nvSpPr>
        <p:spPr>
          <a:xfrm>
            <a:off x="6620040" y="1238400"/>
            <a:ext cx="1914120" cy="418680"/>
          </a:xfrm>
          <a:prstGeom prst="rect">
            <a:avLst/>
          </a:prstGeom>
          <a:noFill/>
          <a:ln w="0">
            <a:noFill/>
          </a:ln>
        </p:spPr>
        <p:style>
          <a:lnRef idx="0"/>
          <a:fillRef idx="0"/>
          <a:effectRef idx="0"/>
          <a:fontRef idx="minor"/>
        </p:style>
        <p:txBody>
          <a:bodyPr anchor="t">
            <a:normAutofit fontScale="92500" lnSpcReduction="9999"/>
          </a:bodyPr>
          <a:p>
            <a:pPr defTabSz="914400">
              <a:lnSpc>
                <a:spcPct val="100000"/>
              </a:lnSpc>
              <a:tabLst>
                <a:tab algn="l" pos="0"/>
              </a:tabLst>
            </a:pPr>
            <a:r>
              <a:rPr b="0" lang="en-US" sz="2400" strike="noStrike" u="none">
                <a:solidFill>
                  <a:srgbClr val="553410"/>
                </a:solidFill>
                <a:effectLst/>
                <a:uFillTx/>
                <a:latin typeface="Inknut Antiqua"/>
              </a:rPr>
              <a:t>04</a:t>
            </a:r>
            <a:endParaRPr b="0" lang="en-US" sz="2400" strike="noStrike" u="none">
              <a:solidFill>
                <a:srgbClr val="000000"/>
              </a:solidFill>
              <a:effectLst/>
              <a:uFillTx/>
              <a:latin typeface="OpenSymbol"/>
            </a:endParaRPr>
          </a:p>
        </p:txBody>
      </p:sp>
      <p:sp>
        <p:nvSpPr>
          <p:cNvPr id="255" name=""/>
          <p:cNvSpPr/>
          <p:nvPr/>
        </p:nvSpPr>
        <p:spPr>
          <a:xfrm>
            <a:off x="6810480" y="2133720"/>
            <a:ext cx="1533240" cy="418680"/>
          </a:xfrm>
          <a:prstGeom prst="rect">
            <a:avLst/>
          </a:prstGeom>
          <a:noFill/>
          <a:ln w="0">
            <a:noFill/>
          </a:ln>
        </p:spPr>
        <p:style>
          <a:lnRef idx="0"/>
          <a:fillRef idx="0"/>
          <a:effectRef idx="0"/>
          <a:fontRef idx="minor"/>
        </p:style>
        <p:txBody>
          <a:bodyPr anchor="t">
            <a:normAutofit fontScale="70000" lnSpcReduction="19999"/>
          </a:bodyPr>
          <a:p>
            <a:pPr defTabSz="914400">
              <a:lnSpc>
                <a:spcPct val="100000"/>
              </a:lnSpc>
              <a:tabLst>
                <a:tab algn="l" pos="0"/>
              </a:tabLst>
            </a:pPr>
            <a:r>
              <a:rPr b="0" lang="en-US" sz="1800" strike="noStrike" u="none">
                <a:solidFill>
                  <a:srgbClr val="553410"/>
                </a:solidFill>
                <a:effectLst/>
                <a:uFillTx/>
                <a:latin typeface="Inknut Antiqua"/>
              </a:rPr>
              <a:t>Erosion &amp; Transport</a:t>
            </a:r>
            <a:endParaRPr b="0" lang="en-US" sz="1800" strike="noStrike" u="none">
              <a:solidFill>
                <a:srgbClr val="000000"/>
              </a:solidFill>
              <a:effectLst/>
              <a:uFillTx/>
              <a:latin typeface="OpenSymbol"/>
            </a:endParaRPr>
          </a:p>
        </p:txBody>
      </p:sp>
      <p:sp>
        <p:nvSpPr>
          <p:cNvPr id="256" name=""/>
          <p:cNvSpPr/>
          <p:nvPr/>
        </p:nvSpPr>
        <p:spPr>
          <a:xfrm>
            <a:off x="6810480" y="2666880"/>
            <a:ext cx="1533240" cy="1847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382006"/>
                </a:solidFill>
                <a:effectLst/>
                <a:uFillTx/>
                <a:latin typeface="Work Sans"/>
              </a:rPr>
              <a:t>Water, wind, and ice move sediments to new sites.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
          <p:cNvSpPr/>
          <p:nvPr/>
        </p:nvSpPr>
        <p:spPr>
          <a:xfrm>
            <a:off x="3610080" y="628560"/>
            <a:ext cx="9000" cy="3885840"/>
          </a:xfrm>
          <a:prstGeom prst="roundRect">
            <a:avLst>
              <a:gd name="adj" fmla="val 16667"/>
            </a:avLst>
          </a:prstGeom>
          <a:solidFill>
            <a:srgbClr val="382006"/>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258" name=""/>
          <p:cNvSpPr/>
          <p:nvPr/>
        </p:nvSpPr>
        <p:spPr>
          <a:xfrm>
            <a:off x="3143160" y="324000"/>
            <a:ext cx="952200" cy="304560"/>
          </a:xfrm>
          <a:prstGeom prst="roundRect">
            <a:avLst>
              <a:gd name="adj" fmla="val 16667"/>
            </a:avLst>
          </a:prstGeom>
          <a:noFill/>
          <a:ln w="9525">
            <a:solidFill>
              <a:srgbClr val="553410"/>
            </a:solidFill>
            <a:round/>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259" name=""/>
          <p:cNvSpPr/>
          <p:nvPr/>
        </p:nvSpPr>
        <p:spPr>
          <a:xfrm>
            <a:off x="3143160" y="4514760"/>
            <a:ext cx="952200" cy="304560"/>
          </a:xfrm>
          <a:prstGeom prst="roundRect">
            <a:avLst>
              <a:gd name="adj" fmla="val 16667"/>
            </a:avLst>
          </a:prstGeom>
          <a:noFill/>
          <a:ln w="9525">
            <a:solidFill>
              <a:srgbClr val="553410"/>
            </a:solidFill>
            <a:round/>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260" name=""/>
          <p:cNvSpPr/>
          <p:nvPr/>
        </p:nvSpPr>
        <p:spPr>
          <a:xfrm>
            <a:off x="3610080" y="1000080"/>
            <a:ext cx="561600" cy="9000"/>
          </a:xfrm>
          <a:prstGeom prst="rect">
            <a:avLst/>
          </a:prstGeom>
          <a:solidFill>
            <a:srgbClr val="382006"/>
          </a:solidFill>
          <a:ln w="0">
            <a:noFill/>
          </a:ln>
        </p:spPr>
        <p:style>
          <a:lnRef idx="0"/>
          <a:fillRef idx="0"/>
          <a:effectRef idx="0"/>
          <a:fontRef idx="minor"/>
        </p:style>
        <p:txBody>
          <a:bodyPr vertOverflow="clip" lIns="90000" rIns="90000" tIns="-35640" bIns="-3564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261" name=""/>
          <p:cNvSpPr/>
          <p:nvPr/>
        </p:nvSpPr>
        <p:spPr>
          <a:xfrm rot="5400000">
            <a:off x="4172040" y="961920"/>
            <a:ext cx="75960" cy="75960"/>
          </a:xfrm>
          <a:prstGeom prst="triangle">
            <a:avLst>
              <a:gd name="adj" fmla="val 50000"/>
            </a:avLst>
          </a:prstGeom>
          <a:solidFill>
            <a:srgbClr val="382006"/>
          </a:solidFill>
          <a:ln w="0">
            <a:noFill/>
          </a:ln>
        </p:spPr>
        <p:style>
          <a:lnRef idx="0"/>
          <a:fillRef idx="0"/>
          <a:effectRef idx="0"/>
          <a:fontRef idx="minor"/>
        </p:style>
        <p:txBody>
          <a:bodyPr vertOverflow="clip" lIns="90000" rIns="90000" tIns="-6840" bIns="-684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262" name=""/>
          <p:cNvSpPr/>
          <p:nvPr/>
        </p:nvSpPr>
        <p:spPr>
          <a:xfrm>
            <a:off x="3610080" y="2048040"/>
            <a:ext cx="561600" cy="9000"/>
          </a:xfrm>
          <a:prstGeom prst="rect">
            <a:avLst/>
          </a:prstGeom>
          <a:solidFill>
            <a:srgbClr val="382006"/>
          </a:solidFill>
          <a:ln w="0">
            <a:noFill/>
          </a:ln>
        </p:spPr>
        <p:style>
          <a:lnRef idx="0"/>
          <a:fillRef idx="0"/>
          <a:effectRef idx="0"/>
          <a:fontRef idx="minor"/>
        </p:style>
        <p:txBody>
          <a:bodyPr vertOverflow="clip" lIns="90000" rIns="90000" tIns="-35640" bIns="-3564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263" name=""/>
          <p:cNvSpPr/>
          <p:nvPr/>
        </p:nvSpPr>
        <p:spPr>
          <a:xfrm rot="5400000">
            <a:off x="4172040" y="2009880"/>
            <a:ext cx="75960" cy="75960"/>
          </a:xfrm>
          <a:prstGeom prst="triangle">
            <a:avLst>
              <a:gd name="adj" fmla="val 50000"/>
            </a:avLst>
          </a:prstGeom>
          <a:solidFill>
            <a:srgbClr val="382006"/>
          </a:solidFill>
          <a:ln w="0">
            <a:noFill/>
          </a:ln>
        </p:spPr>
        <p:style>
          <a:lnRef idx="0"/>
          <a:fillRef idx="0"/>
          <a:effectRef idx="0"/>
          <a:fontRef idx="minor"/>
        </p:style>
        <p:txBody>
          <a:bodyPr vertOverflow="clip" lIns="90000" rIns="90000" tIns="-6840" bIns="-684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264" name=""/>
          <p:cNvSpPr/>
          <p:nvPr/>
        </p:nvSpPr>
        <p:spPr>
          <a:xfrm>
            <a:off x="3610080" y="3095640"/>
            <a:ext cx="561600" cy="9000"/>
          </a:xfrm>
          <a:prstGeom prst="rect">
            <a:avLst/>
          </a:prstGeom>
          <a:solidFill>
            <a:srgbClr val="382006"/>
          </a:solidFill>
          <a:ln w="0">
            <a:noFill/>
          </a:ln>
        </p:spPr>
        <p:style>
          <a:lnRef idx="0"/>
          <a:fillRef idx="0"/>
          <a:effectRef idx="0"/>
          <a:fontRef idx="minor"/>
        </p:style>
        <p:txBody>
          <a:bodyPr vertOverflow="clip" lIns="90000" rIns="90000" tIns="-35640" bIns="-3564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265" name=""/>
          <p:cNvSpPr/>
          <p:nvPr/>
        </p:nvSpPr>
        <p:spPr>
          <a:xfrm rot="5400000">
            <a:off x="4172040" y="3057480"/>
            <a:ext cx="75960" cy="75960"/>
          </a:xfrm>
          <a:prstGeom prst="triangle">
            <a:avLst>
              <a:gd name="adj" fmla="val 50000"/>
            </a:avLst>
          </a:prstGeom>
          <a:solidFill>
            <a:srgbClr val="382006"/>
          </a:solidFill>
          <a:ln w="0">
            <a:noFill/>
          </a:ln>
        </p:spPr>
        <p:style>
          <a:lnRef idx="0"/>
          <a:fillRef idx="0"/>
          <a:effectRef idx="0"/>
          <a:fontRef idx="minor"/>
        </p:style>
        <p:txBody>
          <a:bodyPr vertOverflow="clip" lIns="90000" rIns="90000" tIns="-6840" bIns="-684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266" name=""/>
          <p:cNvSpPr/>
          <p:nvPr/>
        </p:nvSpPr>
        <p:spPr>
          <a:xfrm>
            <a:off x="3610080" y="4143240"/>
            <a:ext cx="561600" cy="9000"/>
          </a:xfrm>
          <a:prstGeom prst="rect">
            <a:avLst/>
          </a:prstGeom>
          <a:solidFill>
            <a:srgbClr val="382006"/>
          </a:solidFill>
          <a:ln w="0">
            <a:noFill/>
          </a:ln>
        </p:spPr>
        <p:style>
          <a:lnRef idx="0"/>
          <a:fillRef idx="0"/>
          <a:effectRef idx="0"/>
          <a:fontRef idx="minor"/>
        </p:style>
        <p:txBody>
          <a:bodyPr vertOverflow="clip" lIns="90000" rIns="90000" tIns="-35640" bIns="-3564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267" name=""/>
          <p:cNvSpPr/>
          <p:nvPr/>
        </p:nvSpPr>
        <p:spPr>
          <a:xfrm rot="5400000">
            <a:off x="4172040" y="4105440"/>
            <a:ext cx="75960" cy="75960"/>
          </a:xfrm>
          <a:prstGeom prst="triangle">
            <a:avLst>
              <a:gd name="adj" fmla="val 50000"/>
            </a:avLst>
          </a:prstGeom>
          <a:solidFill>
            <a:srgbClr val="382006"/>
          </a:solidFill>
          <a:ln w="0">
            <a:noFill/>
          </a:ln>
        </p:spPr>
        <p:style>
          <a:lnRef idx="0"/>
          <a:fillRef idx="0"/>
          <a:effectRef idx="0"/>
          <a:fontRef idx="minor"/>
        </p:style>
        <p:txBody>
          <a:bodyPr vertOverflow="clip" lIns="90000" rIns="90000" tIns="-6840" bIns="-684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268" name=""/>
          <p:cNvSpPr/>
          <p:nvPr/>
        </p:nvSpPr>
        <p:spPr>
          <a:xfrm>
            <a:off x="476280" y="324000"/>
            <a:ext cx="2285640" cy="190476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1" lang="en-US" sz="2600" strike="noStrike" u="none">
                <a:solidFill>
                  <a:srgbClr val="553410"/>
                </a:solidFill>
                <a:effectLst/>
                <a:uFillTx/>
                <a:latin typeface="Inknut Antiqua"/>
              </a:rPr>
              <a:t>Cycle Steps</a:t>
            </a:r>
            <a:endParaRPr b="0" lang="en-US" sz="2600" strike="noStrike" u="none">
              <a:solidFill>
                <a:srgbClr val="000000"/>
              </a:solidFill>
              <a:effectLst/>
              <a:uFillTx/>
              <a:latin typeface="OpenSymbol"/>
            </a:endParaRPr>
          </a:p>
        </p:txBody>
      </p:sp>
      <p:sp>
        <p:nvSpPr>
          <p:cNvPr id="269" name=""/>
          <p:cNvSpPr/>
          <p:nvPr/>
        </p:nvSpPr>
        <p:spPr>
          <a:xfrm>
            <a:off x="4476600" y="714240"/>
            <a:ext cx="1523520" cy="57132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553410"/>
                </a:solidFill>
                <a:effectLst/>
                <a:uFillTx/>
                <a:latin typeface="Inknut Antiqua"/>
              </a:rPr>
              <a:t>Melting</a:t>
            </a:r>
            <a:endParaRPr b="0" lang="en-US" sz="1400" strike="noStrike" u="none">
              <a:solidFill>
                <a:srgbClr val="000000"/>
              </a:solidFill>
              <a:effectLst/>
              <a:uFillTx/>
              <a:latin typeface="OpenSymbol"/>
            </a:endParaRPr>
          </a:p>
        </p:txBody>
      </p:sp>
      <p:sp>
        <p:nvSpPr>
          <p:cNvPr id="270" name=""/>
          <p:cNvSpPr/>
          <p:nvPr/>
        </p:nvSpPr>
        <p:spPr>
          <a:xfrm>
            <a:off x="6191280" y="542880"/>
            <a:ext cx="2476080" cy="9140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200" strike="noStrike" u="none">
                <a:solidFill>
                  <a:srgbClr val="382006"/>
                </a:solidFill>
                <a:effectLst/>
                <a:uFillTx/>
                <a:latin typeface="Work Sans"/>
              </a:rPr>
              <a:t>Rocks melt to magma, typically in subduction zones or hot spots.</a:t>
            </a:r>
            <a:endParaRPr b="0" lang="en-US" sz="1200" strike="noStrike" u="none">
              <a:solidFill>
                <a:srgbClr val="000000"/>
              </a:solidFill>
              <a:effectLst/>
              <a:uFillTx/>
              <a:latin typeface="OpenSymbol"/>
            </a:endParaRPr>
          </a:p>
        </p:txBody>
      </p:sp>
      <p:sp>
        <p:nvSpPr>
          <p:cNvPr id="271" name=""/>
          <p:cNvSpPr/>
          <p:nvPr/>
        </p:nvSpPr>
        <p:spPr>
          <a:xfrm>
            <a:off x="4476600" y="1762200"/>
            <a:ext cx="1523520" cy="57132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553410"/>
                </a:solidFill>
                <a:effectLst/>
                <a:uFillTx/>
                <a:latin typeface="Inknut Antiqua"/>
              </a:rPr>
              <a:t>Cooling &amp; Crystallization</a:t>
            </a:r>
            <a:endParaRPr b="0" lang="en-US" sz="1400" strike="noStrike" u="none">
              <a:solidFill>
                <a:srgbClr val="000000"/>
              </a:solidFill>
              <a:effectLst/>
              <a:uFillTx/>
              <a:latin typeface="OpenSymbol"/>
            </a:endParaRPr>
          </a:p>
        </p:txBody>
      </p:sp>
      <p:sp>
        <p:nvSpPr>
          <p:cNvPr id="272" name=""/>
          <p:cNvSpPr/>
          <p:nvPr/>
        </p:nvSpPr>
        <p:spPr>
          <a:xfrm>
            <a:off x="6191280" y="1590840"/>
            <a:ext cx="2476080" cy="9140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200" strike="noStrike" u="none">
                <a:solidFill>
                  <a:srgbClr val="382006"/>
                </a:solidFill>
                <a:effectLst/>
                <a:uFillTx/>
                <a:latin typeface="Work Sans"/>
              </a:rPr>
              <a:t>Magma cools and crystallizes into igneous rock (granite, basalt).</a:t>
            </a:r>
            <a:endParaRPr b="0" lang="en-US" sz="1200" strike="noStrike" u="none">
              <a:solidFill>
                <a:srgbClr val="000000"/>
              </a:solidFill>
              <a:effectLst/>
              <a:uFillTx/>
              <a:latin typeface="OpenSymbol"/>
            </a:endParaRPr>
          </a:p>
        </p:txBody>
      </p:sp>
      <p:sp>
        <p:nvSpPr>
          <p:cNvPr id="273" name=""/>
          <p:cNvSpPr/>
          <p:nvPr/>
        </p:nvSpPr>
        <p:spPr>
          <a:xfrm>
            <a:off x="4476600" y="2809800"/>
            <a:ext cx="1523520" cy="57132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553410"/>
                </a:solidFill>
                <a:effectLst/>
                <a:uFillTx/>
                <a:latin typeface="Inknut Antiqua"/>
              </a:rPr>
              <a:t>Weathering</a:t>
            </a:r>
            <a:endParaRPr b="0" lang="en-US" sz="1400" strike="noStrike" u="none">
              <a:solidFill>
                <a:srgbClr val="000000"/>
              </a:solidFill>
              <a:effectLst/>
              <a:uFillTx/>
              <a:latin typeface="OpenSymbol"/>
            </a:endParaRPr>
          </a:p>
        </p:txBody>
      </p:sp>
      <p:sp>
        <p:nvSpPr>
          <p:cNvPr id="274" name=""/>
          <p:cNvSpPr/>
          <p:nvPr/>
        </p:nvSpPr>
        <p:spPr>
          <a:xfrm>
            <a:off x="6191280" y="2638440"/>
            <a:ext cx="2476080" cy="9140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200" strike="noStrike" u="none">
                <a:solidFill>
                  <a:srgbClr val="382006"/>
                </a:solidFill>
                <a:effectLst/>
                <a:uFillTx/>
                <a:latin typeface="Work Sans"/>
              </a:rPr>
              <a:t>Physical and chemical breakdown at the surface (freeze–thaw, dissolution).</a:t>
            </a:r>
            <a:endParaRPr b="0" lang="en-US" sz="1200" strike="noStrike" u="none">
              <a:solidFill>
                <a:srgbClr val="000000"/>
              </a:solidFill>
              <a:effectLst/>
              <a:uFillTx/>
              <a:latin typeface="OpenSymbol"/>
            </a:endParaRPr>
          </a:p>
        </p:txBody>
      </p:sp>
      <p:sp>
        <p:nvSpPr>
          <p:cNvPr id="275" name=""/>
          <p:cNvSpPr/>
          <p:nvPr/>
        </p:nvSpPr>
        <p:spPr>
          <a:xfrm>
            <a:off x="4476600" y="3857760"/>
            <a:ext cx="1523520" cy="57132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553410"/>
                </a:solidFill>
                <a:effectLst/>
                <a:uFillTx/>
                <a:latin typeface="Inknut Antiqua"/>
              </a:rPr>
              <a:t>Erosion &amp; Transport</a:t>
            </a:r>
            <a:endParaRPr b="0" lang="en-US" sz="1400" strike="noStrike" u="none">
              <a:solidFill>
                <a:srgbClr val="000000"/>
              </a:solidFill>
              <a:effectLst/>
              <a:uFillTx/>
              <a:latin typeface="OpenSymbol"/>
            </a:endParaRPr>
          </a:p>
        </p:txBody>
      </p:sp>
      <p:sp>
        <p:nvSpPr>
          <p:cNvPr id="276" name=""/>
          <p:cNvSpPr/>
          <p:nvPr/>
        </p:nvSpPr>
        <p:spPr>
          <a:xfrm>
            <a:off x="6191280" y="3686040"/>
            <a:ext cx="2476080" cy="9140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200" strike="noStrike" u="none">
                <a:solidFill>
                  <a:srgbClr val="382006"/>
                </a:solidFill>
                <a:effectLst/>
                <a:uFillTx/>
                <a:latin typeface="Work Sans"/>
              </a:rPr>
              <a:t>Water, wind, or ice move debris to new locations (rivers to deltas).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
          <p:cNvSpPr/>
          <p:nvPr/>
        </p:nvSpPr>
        <p:spPr>
          <a:xfrm>
            <a:off x="876240" y="1266840"/>
            <a:ext cx="7295760" cy="308592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400" strike="noStrike" u="none">
                <a:solidFill>
                  <a:srgbClr val="382006"/>
                </a:solidFill>
                <a:effectLst/>
                <a:uFillTx/>
                <a:latin typeface="Work Sans"/>
              </a:rPr>
              <a:t>Plate tectonics orders crustal processes: convergence, divergence, and transform motion sculpt mountains, basins, volcanic arcs, and new oceanic crust. Convergent boundaries collide, producing orogens and regional metamorphism (Himalayas). Divergent margins form mid-ocean ridges and basaltic crust, while transform zones (San Andreas) accommodate lateral slip and earthquakes. Subduction zones share</a:t>
            </a:r>
            <a:endParaRPr b="0" lang="en-US" sz="1400" strike="noStrike" u="none">
              <a:solidFill>
                <a:srgbClr val="000000"/>
              </a:solidFill>
              <a:effectLst/>
              <a:uFillTx/>
              <a:latin typeface="OpenSymbol"/>
            </a:endParaRPr>
          </a:p>
        </p:txBody>
      </p:sp>
      <p:sp>
        <p:nvSpPr>
          <p:cNvPr id="278" name=""/>
          <p:cNvSpPr/>
          <p:nvPr/>
        </p:nvSpPr>
        <p:spPr>
          <a:xfrm>
            <a:off x="723960" y="447840"/>
            <a:ext cx="7705440" cy="571320"/>
          </a:xfrm>
          <a:prstGeom prst="rect">
            <a:avLst/>
          </a:prstGeom>
          <a:noFill/>
          <a:ln w="0">
            <a:noFill/>
          </a:ln>
        </p:spPr>
        <p:style>
          <a:lnRef idx="0"/>
          <a:fillRef idx="0"/>
          <a:effectRef idx="0"/>
          <a:fontRef idx="minor"/>
        </p:style>
        <p:txBody>
          <a:bodyPr anchor="t">
            <a:normAutofit lnSpcReduction="9999"/>
          </a:bodyPr>
          <a:p>
            <a:pPr algn="ctr" defTabSz="914400">
              <a:lnSpc>
                <a:spcPct val="100000"/>
              </a:lnSpc>
              <a:tabLst>
                <a:tab algn="l" pos="0"/>
              </a:tabLst>
            </a:pPr>
            <a:r>
              <a:rPr b="1" lang="en-US" sz="3400" strike="noStrike" u="none">
                <a:solidFill>
                  <a:srgbClr val="553410"/>
                </a:solidFill>
                <a:effectLst/>
                <a:uFillTx/>
                <a:latin typeface="Inknut Antiqua"/>
              </a:rPr>
              <a:t>Tectonic Drive</a:t>
            </a:r>
            <a:endParaRPr b="0" lang="en-US" sz="34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
          <p:cNvSpPr/>
          <p:nvPr/>
        </p:nvSpPr>
        <p:spPr>
          <a:xfrm>
            <a:off x="2000160" y="2104920"/>
            <a:ext cx="114120" cy="9000"/>
          </a:xfrm>
          <a:prstGeom prst="roundRect">
            <a:avLst>
              <a:gd name="adj" fmla="val 16667"/>
            </a:avLst>
          </a:prstGeom>
          <a:solidFill>
            <a:srgbClr val="382006"/>
          </a:solidFill>
          <a:ln w="0">
            <a:noFill/>
          </a:ln>
        </p:spPr>
        <p:style>
          <a:lnRef idx="0"/>
          <a:fillRef idx="0"/>
          <a:effectRef idx="0"/>
          <a:fontRef idx="minor"/>
        </p:style>
        <p:txBody>
          <a:bodyPr vertOverflow="clip" lIns="90000" rIns="90000" tIns="-36720" bIns="-367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280" name=""/>
          <p:cNvSpPr/>
          <p:nvPr/>
        </p:nvSpPr>
        <p:spPr>
          <a:xfrm>
            <a:off x="3638520" y="2104920"/>
            <a:ext cx="114120" cy="9000"/>
          </a:xfrm>
          <a:prstGeom prst="roundRect">
            <a:avLst>
              <a:gd name="adj" fmla="val 16667"/>
            </a:avLst>
          </a:prstGeom>
          <a:solidFill>
            <a:srgbClr val="382006"/>
          </a:solidFill>
          <a:ln w="0">
            <a:noFill/>
          </a:ln>
        </p:spPr>
        <p:style>
          <a:lnRef idx="0"/>
          <a:fillRef idx="0"/>
          <a:effectRef idx="0"/>
          <a:fontRef idx="minor"/>
        </p:style>
        <p:txBody>
          <a:bodyPr vertOverflow="clip" lIns="90000" rIns="90000" tIns="-36720" bIns="-367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281" name=""/>
          <p:cNvSpPr/>
          <p:nvPr/>
        </p:nvSpPr>
        <p:spPr>
          <a:xfrm>
            <a:off x="5276880" y="2104920"/>
            <a:ext cx="114120" cy="9000"/>
          </a:xfrm>
          <a:prstGeom prst="roundRect">
            <a:avLst>
              <a:gd name="adj" fmla="val 16667"/>
            </a:avLst>
          </a:prstGeom>
          <a:solidFill>
            <a:srgbClr val="382006"/>
          </a:solidFill>
          <a:ln w="0">
            <a:noFill/>
          </a:ln>
        </p:spPr>
        <p:style>
          <a:lnRef idx="0"/>
          <a:fillRef idx="0"/>
          <a:effectRef idx="0"/>
          <a:fontRef idx="minor"/>
        </p:style>
        <p:txBody>
          <a:bodyPr vertOverflow="clip" lIns="90000" rIns="90000" tIns="-36720" bIns="-367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282" name=""/>
          <p:cNvSpPr/>
          <p:nvPr/>
        </p:nvSpPr>
        <p:spPr>
          <a:xfrm>
            <a:off x="6915240" y="2104920"/>
            <a:ext cx="114120" cy="9000"/>
          </a:xfrm>
          <a:prstGeom prst="roundRect">
            <a:avLst>
              <a:gd name="adj" fmla="val 16667"/>
            </a:avLst>
          </a:prstGeom>
          <a:solidFill>
            <a:srgbClr val="382006"/>
          </a:solidFill>
          <a:ln w="0">
            <a:noFill/>
          </a:ln>
        </p:spPr>
        <p:style>
          <a:lnRef idx="0"/>
          <a:fillRef idx="0"/>
          <a:effectRef idx="0"/>
          <a:fontRef idx="minor"/>
        </p:style>
        <p:txBody>
          <a:bodyPr vertOverflow="clip" lIns="90000" rIns="90000" tIns="-36720" bIns="-367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283" name=""/>
          <p:cNvSpPr/>
          <p:nvPr/>
        </p:nvSpPr>
        <p:spPr>
          <a:xfrm>
            <a:off x="476280" y="2000160"/>
            <a:ext cx="1523520" cy="209160"/>
          </a:xfrm>
          <a:prstGeom prst="roundRect">
            <a:avLst>
              <a:gd name="adj" fmla="val 16667"/>
            </a:avLst>
          </a:prstGeom>
          <a:noFill/>
          <a:ln w="9525">
            <a:solidFill>
              <a:srgbClr val="553410"/>
            </a:solidFill>
            <a:round/>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284" name=""/>
          <p:cNvSpPr/>
          <p:nvPr/>
        </p:nvSpPr>
        <p:spPr>
          <a:xfrm>
            <a:off x="1238400" y="2209680"/>
            <a:ext cx="9000" cy="323640"/>
          </a:xfrm>
          <a:prstGeom prst="roundRect">
            <a:avLst>
              <a:gd name="adj" fmla="val 16667"/>
            </a:avLst>
          </a:prstGeom>
          <a:solidFill>
            <a:srgbClr val="382006"/>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285" name=""/>
          <p:cNvSpPr/>
          <p:nvPr/>
        </p:nvSpPr>
        <p:spPr>
          <a:xfrm>
            <a:off x="2114640" y="2000160"/>
            <a:ext cx="1523520" cy="209160"/>
          </a:xfrm>
          <a:prstGeom prst="roundRect">
            <a:avLst>
              <a:gd name="adj" fmla="val 16667"/>
            </a:avLst>
          </a:prstGeom>
          <a:noFill/>
          <a:ln w="9525">
            <a:solidFill>
              <a:srgbClr val="553410"/>
            </a:solidFill>
            <a:round/>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286" name=""/>
          <p:cNvSpPr/>
          <p:nvPr/>
        </p:nvSpPr>
        <p:spPr>
          <a:xfrm>
            <a:off x="2876400" y="2209680"/>
            <a:ext cx="9000" cy="323640"/>
          </a:xfrm>
          <a:prstGeom prst="roundRect">
            <a:avLst>
              <a:gd name="adj" fmla="val 16667"/>
            </a:avLst>
          </a:prstGeom>
          <a:solidFill>
            <a:srgbClr val="382006"/>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287" name=""/>
          <p:cNvSpPr/>
          <p:nvPr/>
        </p:nvSpPr>
        <p:spPr>
          <a:xfrm>
            <a:off x="3753000" y="2000160"/>
            <a:ext cx="1523520" cy="209160"/>
          </a:xfrm>
          <a:prstGeom prst="roundRect">
            <a:avLst>
              <a:gd name="adj" fmla="val 16667"/>
            </a:avLst>
          </a:prstGeom>
          <a:noFill/>
          <a:ln w="9525">
            <a:solidFill>
              <a:srgbClr val="553410"/>
            </a:solidFill>
            <a:round/>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288" name=""/>
          <p:cNvSpPr/>
          <p:nvPr/>
        </p:nvSpPr>
        <p:spPr>
          <a:xfrm>
            <a:off x="4514760" y="2209680"/>
            <a:ext cx="9000" cy="323640"/>
          </a:xfrm>
          <a:prstGeom prst="roundRect">
            <a:avLst>
              <a:gd name="adj" fmla="val 16667"/>
            </a:avLst>
          </a:prstGeom>
          <a:solidFill>
            <a:srgbClr val="382006"/>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289" name=""/>
          <p:cNvSpPr/>
          <p:nvPr/>
        </p:nvSpPr>
        <p:spPr>
          <a:xfrm>
            <a:off x="5391000" y="2000160"/>
            <a:ext cx="1523520" cy="209160"/>
          </a:xfrm>
          <a:prstGeom prst="roundRect">
            <a:avLst>
              <a:gd name="adj" fmla="val 16667"/>
            </a:avLst>
          </a:prstGeom>
          <a:noFill/>
          <a:ln w="9525">
            <a:solidFill>
              <a:srgbClr val="553410"/>
            </a:solidFill>
            <a:round/>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290" name=""/>
          <p:cNvSpPr/>
          <p:nvPr/>
        </p:nvSpPr>
        <p:spPr>
          <a:xfrm>
            <a:off x="6153120" y="2209680"/>
            <a:ext cx="9000" cy="323640"/>
          </a:xfrm>
          <a:prstGeom prst="roundRect">
            <a:avLst>
              <a:gd name="adj" fmla="val 16667"/>
            </a:avLst>
          </a:prstGeom>
          <a:solidFill>
            <a:srgbClr val="382006"/>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291" name=""/>
          <p:cNvSpPr/>
          <p:nvPr/>
        </p:nvSpPr>
        <p:spPr>
          <a:xfrm>
            <a:off x="7029360" y="2000160"/>
            <a:ext cx="1523520" cy="209160"/>
          </a:xfrm>
          <a:prstGeom prst="roundRect">
            <a:avLst>
              <a:gd name="adj" fmla="val 16667"/>
            </a:avLst>
          </a:prstGeom>
          <a:noFill/>
          <a:ln w="9525">
            <a:solidFill>
              <a:srgbClr val="553410"/>
            </a:solidFill>
            <a:round/>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292" name=""/>
          <p:cNvSpPr/>
          <p:nvPr/>
        </p:nvSpPr>
        <p:spPr>
          <a:xfrm>
            <a:off x="7791480" y="2209680"/>
            <a:ext cx="9000" cy="323640"/>
          </a:xfrm>
          <a:prstGeom prst="roundRect">
            <a:avLst>
              <a:gd name="adj" fmla="val 16667"/>
            </a:avLst>
          </a:prstGeom>
          <a:solidFill>
            <a:srgbClr val="382006"/>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293" name=""/>
          <p:cNvSpPr/>
          <p:nvPr/>
        </p:nvSpPr>
        <p:spPr>
          <a:xfrm>
            <a:off x="476280" y="380880"/>
            <a:ext cx="8191080" cy="6091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1" lang="en-US" sz="2600" strike="noStrike" u="none">
                <a:solidFill>
                  <a:srgbClr val="553410"/>
                </a:solidFill>
                <a:effectLst/>
                <a:uFillTx/>
                <a:latin typeface="Inknut Antiqua"/>
              </a:rPr>
              <a:t>Field Workflow</a:t>
            </a:r>
            <a:endParaRPr b="0" lang="en-US" sz="2600" strike="noStrike" u="none">
              <a:solidFill>
                <a:srgbClr val="000000"/>
              </a:solidFill>
              <a:effectLst/>
              <a:uFillTx/>
              <a:latin typeface="OpenSymbol"/>
            </a:endParaRPr>
          </a:p>
        </p:txBody>
      </p:sp>
      <p:sp>
        <p:nvSpPr>
          <p:cNvPr id="294" name=""/>
          <p:cNvSpPr/>
          <p:nvPr/>
        </p:nvSpPr>
        <p:spPr>
          <a:xfrm>
            <a:off x="476280" y="1219320"/>
            <a:ext cx="1523520" cy="418680"/>
          </a:xfrm>
          <a:prstGeom prst="rect">
            <a:avLst/>
          </a:prstGeom>
          <a:noFill/>
          <a:ln w="0">
            <a:noFill/>
          </a:ln>
        </p:spPr>
        <p:style>
          <a:lnRef idx="0"/>
          <a:fillRef idx="0"/>
          <a:effectRef idx="0"/>
          <a:fontRef idx="minor"/>
        </p:style>
        <p:txBody>
          <a:bodyPr anchor="t">
            <a:normAutofit fontScale="85000" lnSpcReduction="9999"/>
          </a:bodyPr>
          <a:p>
            <a:pPr algn="ctr" defTabSz="914400">
              <a:lnSpc>
                <a:spcPct val="100000"/>
              </a:lnSpc>
              <a:tabLst>
                <a:tab algn="l" pos="0"/>
              </a:tabLst>
            </a:pPr>
            <a:r>
              <a:rPr b="0" lang="en-US" sz="1400" strike="noStrike" u="none">
                <a:solidFill>
                  <a:srgbClr val="553410"/>
                </a:solidFill>
                <a:effectLst/>
                <a:uFillTx/>
                <a:latin typeface="Inknut Antiqua"/>
              </a:rPr>
              <a:t>Contextual observation</a:t>
            </a:r>
            <a:endParaRPr b="0" lang="en-US" sz="1400" strike="noStrike" u="none">
              <a:solidFill>
                <a:srgbClr val="000000"/>
              </a:solidFill>
              <a:effectLst/>
              <a:uFillTx/>
              <a:latin typeface="OpenSymbol"/>
            </a:endParaRPr>
          </a:p>
        </p:txBody>
      </p:sp>
      <p:sp>
        <p:nvSpPr>
          <p:cNvPr id="295" name=""/>
          <p:cNvSpPr/>
          <p:nvPr/>
        </p:nvSpPr>
        <p:spPr>
          <a:xfrm>
            <a:off x="476280" y="2619360"/>
            <a:ext cx="1523520" cy="190476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200" strike="noStrike" u="none">
                <a:solidFill>
                  <a:srgbClr val="382006"/>
                </a:solidFill>
                <a:effectLst/>
                <a:uFillTx/>
                <a:latin typeface="Work Sans"/>
              </a:rPr>
              <a:t>Note location, outcrop orientation, layering, and how the unit relates to nearby rocks.</a:t>
            </a:r>
            <a:endParaRPr b="0" lang="en-US" sz="1200" strike="noStrike" u="none">
              <a:solidFill>
                <a:srgbClr val="000000"/>
              </a:solidFill>
              <a:effectLst/>
              <a:uFillTx/>
              <a:latin typeface="OpenSymbol"/>
            </a:endParaRPr>
          </a:p>
        </p:txBody>
      </p:sp>
      <p:sp>
        <p:nvSpPr>
          <p:cNvPr id="296" name=""/>
          <p:cNvSpPr/>
          <p:nvPr/>
        </p:nvSpPr>
        <p:spPr>
          <a:xfrm>
            <a:off x="2114640" y="1219320"/>
            <a:ext cx="1523520" cy="418680"/>
          </a:xfrm>
          <a:prstGeom prst="rect">
            <a:avLst/>
          </a:prstGeom>
          <a:noFill/>
          <a:ln w="0">
            <a:noFill/>
          </a:ln>
        </p:spPr>
        <p:style>
          <a:lnRef idx="0"/>
          <a:fillRef idx="0"/>
          <a:effectRef idx="0"/>
          <a:fontRef idx="minor"/>
        </p:style>
        <p:txBody>
          <a:bodyPr anchor="t">
            <a:normAutofit fontScale="85000" lnSpcReduction="9999"/>
          </a:bodyPr>
          <a:p>
            <a:pPr algn="ctr" defTabSz="914400">
              <a:lnSpc>
                <a:spcPct val="100000"/>
              </a:lnSpc>
              <a:tabLst>
                <a:tab algn="l" pos="0"/>
              </a:tabLst>
            </a:pPr>
            <a:r>
              <a:rPr b="0" lang="en-US" sz="1400" strike="noStrike" u="none">
                <a:solidFill>
                  <a:srgbClr val="553410"/>
                </a:solidFill>
                <a:effectLst/>
                <a:uFillTx/>
                <a:latin typeface="Inknut Antiqua"/>
              </a:rPr>
              <a:t>Macroscopic description</a:t>
            </a:r>
            <a:endParaRPr b="0" lang="en-US" sz="1400" strike="noStrike" u="none">
              <a:solidFill>
                <a:srgbClr val="000000"/>
              </a:solidFill>
              <a:effectLst/>
              <a:uFillTx/>
              <a:latin typeface="OpenSymbol"/>
            </a:endParaRPr>
          </a:p>
        </p:txBody>
      </p:sp>
      <p:sp>
        <p:nvSpPr>
          <p:cNvPr id="297" name=""/>
          <p:cNvSpPr/>
          <p:nvPr/>
        </p:nvSpPr>
        <p:spPr>
          <a:xfrm>
            <a:off x="2114640" y="2619360"/>
            <a:ext cx="1523520" cy="190476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200" strike="noStrike" u="none">
                <a:solidFill>
                  <a:srgbClr val="382006"/>
                </a:solidFill>
                <a:effectLst/>
                <a:uFillTx/>
                <a:latin typeface="Work Sans"/>
              </a:rPr>
              <a:t>Record color, grain size, texture (coarse vs fine), and presence of fossils or foliation.</a:t>
            </a:r>
            <a:endParaRPr b="0" lang="en-US" sz="1200" strike="noStrike" u="none">
              <a:solidFill>
                <a:srgbClr val="000000"/>
              </a:solidFill>
              <a:effectLst/>
              <a:uFillTx/>
              <a:latin typeface="OpenSymbol"/>
            </a:endParaRPr>
          </a:p>
        </p:txBody>
      </p:sp>
      <p:sp>
        <p:nvSpPr>
          <p:cNvPr id="298" name=""/>
          <p:cNvSpPr/>
          <p:nvPr/>
        </p:nvSpPr>
        <p:spPr>
          <a:xfrm>
            <a:off x="3753000" y="1219320"/>
            <a:ext cx="1523520" cy="41868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400" strike="noStrike" u="none">
                <a:solidFill>
                  <a:srgbClr val="553410"/>
                </a:solidFill>
                <a:effectLst/>
                <a:uFillTx/>
                <a:latin typeface="Inknut Antiqua"/>
              </a:rPr>
              <a:t>Simple tests</a:t>
            </a:r>
            <a:endParaRPr b="0" lang="en-US" sz="1400" strike="noStrike" u="none">
              <a:solidFill>
                <a:srgbClr val="000000"/>
              </a:solidFill>
              <a:effectLst/>
              <a:uFillTx/>
              <a:latin typeface="OpenSymbol"/>
            </a:endParaRPr>
          </a:p>
        </p:txBody>
      </p:sp>
      <p:sp>
        <p:nvSpPr>
          <p:cNvPr id="299" name=""/>
          <p:cNvSpPr/>
          <p:nvPr/>
        </p:nvSpPr>
        <p:spPr>
          <a:xfrm>
            <a:off x="3753000" y="2619360"/>
            <a:ext cx="1523520" cy="190476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200" strike="noStrike" u="none">
                <a:solidFill>
                  <a:srgbClr val="382006"/>
                </a:solidFill>
                <a:effectLst/>
                <a:uFillTx/>
                <a:latin typeface="Work Sans"/>
              </a:rPr>
              <a:t>Hardness (scratch with knife), carbonate reaction (drop dilute HCl), magnetism (magnet), and streak.</a:t>
            </a:r>
            <a:endParaRPr b="0" lang="en-US" sz="1200" strike="noStrike" u="none">
              <a:solidFill>
                <a:srgbClr val="000000"/>
              </a:solidFill>
              <a:effectLst/>
              <a:uFillTx/>
              <a:latin typeface="OpenSymbol"/>
            </a:endParaRPr>
          </a:p>
        </p:txBody>
      </p:sp>
      <p:sp>
        <p:nvSpPr>
          <p:cNvPr id="300" name=""/>
          <p:cNvSpPr/>
          <p:nvPr/>
        </p:nvSpPr>
        <p:spPr>
          <a:xfrm>
            <a:off x="5391000" y="1219320"/>
            <a:ext cx="1523520" cy="418680"/>
          </a:xfrm>
          <a:prstGeom prst="rect">
            <a:avLst/>
          </a:prstGeom>
          <a:noFill/>
          <a:ln w="0">
            <a:noFill/>
          </a:ln>
        </p:spPr>
        <p:style>
          <a:lnRef idx="0"/>
          <a:fillRef idx="0"/>
          <a:effectRef idx="0"/>
          <a:fontRef idx="minor"/>
        </p:style>
        <p:txBody>
          <a:bodyPr anchor="t">
            <a:normAutofit fontScale="85000" lnSpcReduction="19999"/>
          </a:bodyPr>
          <a:p>
            <a:pPr algn="ctr" defTabSz="914400">
              <a:lnSpc>
                <a:spcPct val="100000"/>
              </a:lnSpc>
              <a:tabLst>
                <a:tab algn="l" pos="0"/>
              </a:tabLst>
            </a:pPr>
            <a:r>
              <a:rPr b="0" lang="en-US" sz="1400" strike="noStrike" u="none">
                <a:solidFill>
                  <a:srgbClr val="553410"/>
                </a:solidFill>
                <a:effectLst/>
                <a:uFillTx/>
                <a:latin typeface="Inknut Antiqua"/>
              </a:rPr>
              <a:t>Preliminary classification</a:t>
            </a:r>
            <a:endParaRPr b="0" lang="en-US" sz="1400" strike="noStrike" u="none">
              <a:solidFill>
                <a:srgbClr val="000000"/>
              </a:solidFill>
              <a:effectLst/>
              <a:uFillTx/>
              <a:latin typeface="OpenSymbol"/>
            </a:endParaRPr>
          </a:p>
        </p:txBody>
      </p:sp>
      <p:sp>
        <p:nvSpPr>
          <p:cNvPr id="301" name=""/>
          <p:cNvSpPr/>
          <p:nvPr/>
        </p:nvSpPr>
        <p:spPr>
          <a:xfrm>
            <a:off x="5391000" y="2619360"/>
            <a:ext cx="1523520" cy="190476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200" strike="noStrike" u="none">
                <a:solidFill>
                  <a:srgbClr val="382006"/>
                </a:solidFill>
                <a:effectLst/>
                <a:uFillTx/>
                <a:latin typeface="Work Sans"/>
              </a:rPr>
              <a:t>Assign to igneous, sedimentary, or metamorphic using traits and tests (e.g., carbonate reaction + granular texture → limestone).</a:t>
            </a:r>
            <a:endParaRPr b="0" lang="en-US" sz="1200" strike="noStrike" u="none">
              <a:solidFill>
                <a:srgbClr val="000000"/>
              </a:solidFill>
              <a:effectLst/>
              <a:uFillTx/>
              <a:latin typeface="OpenSymbol"/>
            </a:endParaRPr>
          </a:p>
        </p:txBody>
      </p:sp>
      <p:sp>
        <p:nvSpPr>
          <p:cNvPr id="302" name=""/>
          <p:cNvSpPr/>
          <p:nvPr/>
        </p:nvSpPr>
        <p:spPr>
          <a:xfrm>
            <a:off x="7029360" y="1219320"/>
            <a:ext cx="1523520" cy="41868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400" strike="noStrike" u="none">
                <a:solidFill>
                  <a:srgbClr val="553410"/>
                </a:solidFill>
                <a:effectLst/>
                <a:uFillTx/>
                <a:latin typeface="Inknut Antiqua"/>
              </a:rPr>
              <a:t>Record &amp; sample</a:t>
            </a:r>
            <a:endParaRPr b="0" lang="en-US" sz="1400" strike="noStrike" u="none">
              <a:solidFill>
                <a:srgbClr val="000000"/>
              </a:solidFill>
              <a:effectLst/>
              <a:uFillTx/>
              <a:latin typeface="OpenSymbol"/>
            </a:endParaRPr>
          </a:p>
        </p:txBody>
      </p:sp>
      <p:sp>
        <p:nvSpPr>
          <p:cNvPr id="303" name=""/>
          <p:cNvSpPr/>
          <p:nvPr/>
        </p:nvSpPr>
        <p:spPr>
          <a:xfrm>
            <a:off x="7029360" y="2619360"/>
            <a:ext cx="1523520" cy="1904760"/>
          </a:xfrm>
          <a:prstGeom prst="rect">
            <a:avLst/>
          </a:prstGeom>
          <a:noFill/>
          <a:ln w="0">
            <a:noFill/>
          </a:ln>
        </p:spPr>
        <p:style>
          <a:lnRef idx="0"/>
          <a:fillRef idx="0"/>
          <a:effectRef idx="0"/>
          <a:fontRef idx="minor"/>
        </p:style>
        <p:txBody>
          <a:bodyPr anchor="t">
            <a:normAutofit lnSpcReduction="9999"/>
          </a:bodyPr>
          <a:p>
            <a:pPr algn="ctr" defTabSz="914400">
              <a:lnSpc>
                <a:spcPct val="100000"/>
              </a:lnSpc>
              <a:tabLst>
                <a:tab algn="l" pos="0"/>
              </a:tabLst>
            </a:pPr>
            <a:r>
              <a:rPr b="0" lang="en-US" sz="1200" strike="noStrike" u="none">
                <a:solidFill>
                  <a:srgbClr val="382006"/>
                </a:solidFill>
                <a:effectLst/>
                <a:uFillTx/>
                <a:latin typeface="Work Sans"/>
              </a:rPr>
              <a:t>Photograph with scale, label samples with GPS and stratigraphic position, and note interpretation (e.g., “shallow marine limestone, fossil-rich, likely Paleozoic”). Worked example: coarse-grained, in-</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
          <p:cNvSpPr/>
          <p:nvPr/>
        </p:nvSpPr>
        <p:spPr>
          <a:xfrm>
            <a:off x="876240" y="1266840"/>
            <a:ext cx="7295760" cy="308592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400" strike="noStrike" u="none">
                <a:solidFill>
                  <a:srgbClr val="382006"/>
                </a:solidFill>
                <a:effectLst/>
                <a:uFillTx/>
                <a:latin typeface="Work Sans"/>
              </a:rPr>
              <a:t>You can describe Earth’s internal layers and their physical properties. You can distinguish igneous, sedimentary, and metamorphic rocks with concrete examples. You can trace the rock cycle and follow a reproducible field workflow to observe, test, and identify samples.</a:t>
            </a:r>
            <a:endParaRPr b="0" lang="en-US" sz="1400" strike="noStrike" u="none">
              <a:solidFill>
                <a:srgbClr val="000000"/>
              </a:solidFill>
              <a:effectLst/>
              <a:uFillTx/>
              <a:latin typeface="OpenSymbol"/>
            </a:endParaRPr>
          </a:p>
        </p:txBody>
      </p:sp>
      <p:sp>
        <p:nvSpPr>
          <p:cNvPr id="305" name=""/>
          <p:cNvSpPr/>
          <p:nvPr/>
        </p:nvSpPr>
        <p:spPr>
          <a:xfrm>
            <a:off x="723960" y="447840"/>
            <a:ext cx="7705440" cy="571320"/>
          </a:xfrm>
          <a:prstGeom prst="rect">
            <a:avLst/>
          </a:prstGeom>
          <a:noFill/>
          <a:ln w="0">
            <a:noFill/>
          </a:ln>
        </p:spPr>
        <p:style>
          <a:lnRef idx="0"/>
          <a:fillRef idx="0"/>
          <a:effectRef idx="0"/>
          <a:fontRef idx="minor"/>
        </p:style>
        <p:txBody>
          <a:bodyPr anchor="t">
            <a:normAutofit lnSpcReduction="9999"/>
          </a:bodyPr>
          <a:p>
            <a:pPr algn="ctr" defTabSz="914400">
              <a:lnSpc>
                <a:spcPct val="100000"/>
              </a:lnSpc>
              <a:tabLst>
                <a:tab algn="l" pos="0"/>
              </a:tabLst>
            </a:pPr>
            <a:r>
              <a:rPr b="1" lang="en-US" sz="3400" strike="noStrike" u="none">
                <a:solidFill>
                  <a:srgbClr val="553410"/>
                </a:solidFill>
                <a:effectLst/>
                <a:uFillTx/>
                <a:latin typeface="Inknut Antiqua"/>
              </a:rPr>
              <a:t>Foundations Solidified</a:t>
            </a:r>
            <a:endParaRPr b="0" lang="en-US" sz="34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Google Shape;2845;p119"/>
          <p:cNvSpPr/>
          <p:nvPr/>
        </p:nvSpPr>
        <p:spPr>
          <a:xfrm>
            <a:off x="1695600" y="2657520"/>
            <a:ext cx="618840" cy="618840"/>
          </a:xfrm>
          <a:prstGeom prst="rect">
            <a:avLst/>
          </a:prstGeom>
          <a:noFill/>
          <a:ln w="0">
            <a:noFill/>
          </a:ln>
        </p:spPr>
        <p:style>
          <a:lnRef idx="0"/>
          <a:fillRef idx="0"/>
          <a:effectRef idx="0"/>
          <a:fontRef idx="minor"/>
        </p:style>
        <p:txBody>
          <a:bodyPr lIns="870823080" rIns="870823080" tIns="309600" bIns="309600" anchor="ctr">
            <a:spAutoFit/>
          </a:bodyPr>
          <a:p>
            <a:pPr defTabSz="914400">
              <a:lnSpc>
                <a:spcPct val="100000"/>
              </a:lnSpc>
              <a:tabLst>
                <a:tab algn="l" pos="0"/>
              </a:tabLst>
            </a:pPr>
            <a:endParaRPr b="0" lang="fr-FR" sz="1800" strike="noStrike" u="none">
              <a:solidFill>
                <a:schemeClr val="dk1"/>
              </a:solidFill>
              <a:effectLst/>
              <a:uFillTx/>
              <a:latin typeface="Arial"/>
            </a:endParaRPr>
          </a:p>
        </p:txBody>
      </p:sp>
      <p:sp>
        <p:nvSpPr>
          <p:cNvPr id="307" name="Google Shape;2846;p119"/>
          <p:cNvSpPr/>
          <p:nvPr/>
        </p:nvSpPr>
        <p:spPr>
          <a:xfrm>
            <a:off x="2419200" y="2657520"/>
            <a:ext cx="618840" cy="618840"/>
          </a:xfrm>
          <a:prstGeom prst="rect">
            <a:avLst/>
          </a:prstGeom>
          <a:noFill/>
          <a:ln w="0">
            <a:noFill/>
          </a:ln>
        </p:spPr>
        <p:style>
          <a:lnRef idx="0"/>
          <a:fillRef idx="0"/>
          <a:effectRef idx="0"/>
          <a:fontRef idx="minor"/>
        </p:style>
        <p:txBody>
          <a:bodyPr lIns="870823080" rIns="870823080" tIns="309600" bIns="309600" anchor="ctr">
            <a:spAutoFit/>
          </a:bodyPr>
          <a:p>
            <a:pPr defTabSz="914400">
              <a:lnSpc>
                <a:spcPct val="100000"/>
              </a:lnSpc>
              <a:tabLst>
                <a:tab algn="l" pos="0"/>
              </a:tabLst>
            </a:pPr>
            <a:endParaRPr b="0" lang="fr-FR" sz="1800" strike="noStrike" u="none">
              <a:solidFill>
                <a:schemeClr val="dk1"/>
              </a:solidFill>
              <a:effectLst/>
              <a:uFillTx/>
              <a:latin typeface="Arial"/>
            </a:endParaRPr>
          </a:p>
        </p:txBody>
      </p:sp>
      <p:sp>
        <p:nvSpPr>
          <p:cNvPr id="308" name="PlaceHolder 1"/>
          <p:cNvSpPr>
            <a:spLocks noGrp="1"/>
          </p:cNvSpPr>
          <p:nvPr>
            <p:ph type="title"/>
          </p:nvPr>
        </p:nvSpPr>
        <p:spPr>
          <a:xfrm>
            <a:off x="876240" y="619200"/>
            <a:ext cx="5152680" cy="945360"/>
          </a:xfrm>
          <a:prstGeom prst="rect">
            <a:avLst/>
          </a:prstGeom>
          <a:noFill/>
          <a:ln w="0">
            <a:noFill/>
          </a:ln>
        </p:spPr>
        <p:txBody>
          <a:bodyPr lIns="91440" rIns="91440" tIns="91440" bIns="91440" anchor="t">
            <a:spAutoFit/>
          </a:bodyPr>
          <a:p>
            <a:pPr indent="0">
              <a:lnSpc>
                <a:spcPct val="100000"/>
              </a:lnSpc>
              <a:buNone/>
              <a:tabLst>
                <a:tab algn="l" pos="0"/>
              </a:tabLst>
            </a:pPr>
            <a:r>
              <a:rPr b="1" lang="en" sz="5000" strike="noStrike" u="none">
                <a:solidFill>
                  <a:schemeClr val="accent1"/>
                </a:solidFill>
                <a:effectLst/>
                <a:uFillTx/>
                <a:latin typeface="Inknut Antiqua"/>
                <a:ea typeface="Inknut Antiqua"/>
              </a:rPr>
              <a:t>Thanks!</a:t>
            </a:r>
            <a:endParaRPr b="0" lang="fr-FR" sz="5000" strike="noStrike" u="none">
              <a:solidFill>
                <a:schemeClr val="dk1"/>
              </a:solidFill>
              <a:effectLst/>
              <a:uFillTx/>
              <a:latin typeface="Arial"/>
            </a:endParaRPr>
          </a:p>
        </p:txBody>
      </p:sp>
      <p:sp>
        <p:nvSpPr>
          <p:cNvPr id="309" name="PlaceHolder 2"/>
          <p:cNvSpPr>
            <a:spLocks noGrp="1"/>
          </p:cNvSpPr>
          <p:nvPr>
            <p:ph type="subTitle"/>
          </p:nvPr>
        </p:nvSpPr>
        <p:spPr>
          <a:xfrm>
            <a:off x="876240" y="1590840"/>
            <a:ext cx="4209840" cy="952560"/>
          </a:xfrm>
          <a:prstGeom prst="rect">
            <a:avLst/>
          </a:prstGeom>
          <a:noFill/>
          <a:ln w="0">
            <a:noFill/>
          </a:ln>
        </p:spPr>
        <p:txBody>
          <a:bodyPr lIns="91440" rIns="91440" tIns="91440" bIns="91440" anchor="t">
            <a:spAutoFit/>
          </a:bodyPr>
          <a:p>
            <a:pPr indent="0">
              <a:lnSpc>
                <a:spcPct val="100000"/>
              </a:lnSpc>
              <a:buNone/>
              <a:tabLst>
                <a:tab algn="l" pos="0"/>
              </a:tabLst>
            </a:pPr>
            <a:r>
              <a:rPr b="0" lang="en" sz="1400" strike="noStrike" u="none">
                <a:solidFill>
                  <a:schemeClr val="accent1"/>
                </a:solidFill>
                <a:effectLst/>
                <a:uFillTx/>
                <a:latin typeface="Work Sans"/>
                <a:ea typeface="Work Sans"/>
              </a:rPr>
              <a:t>Does anyone have any questions?</a:t>
            </a:r>
            <a:endParaRPr b="0" lang="en-US" sz="1400" strike="noStrike" u="none">
              <a:solidFill>
                <a:srgbClr val="000000"/>
              </a:solidFill>
              <a:effectLst/>
              <a:uFillTx/>
              <a:latin typeface="OpenSymbol"/>
            </a:endParaRPr>
          </a:p>
          <a:p>
            <a:pPr indent="0">
              <a:lnSpc>
                <a:spcPct val="100000"/>
              </a:lnSpc>
              <a:spcBef>
                <a:spcPts val="1001"/>
              </a:spcBef>
              <a:buNone/>
              <a:tabLst>
                <a:tab algn="l" pos="0"/>
              </a:tabLst>
            </a:pPr>
            <a:r>
              <a:rPr b="0" lang="en" sz="1400" strike="noStrike" u="none">
                <a:solidFill>
                  <a:schemeClr val="accent1"/>
                </a:solidFill>
                <a:effectLst/>
                <a:uFillTx/>
                <a:latin typeface="Work Sans"/>
                <a:ea typeface="Work Sans"/>
              </a:rPr>
              <a:t>addyouremail@freepik.com | +91 620 421 838 yourwebsite.com</a:t>
            </a:r>
            <a:endParaRPr b="0" lang="en-US" sz="1400" strike="noStrike" u="none">
              <a:solidFill>
                <a:srgbClr val="000000"/>
              </a:solidFill>
              <a:effectLst/>
              <a:uFillTx/>
              <a:latin typeface="OpenSymbol"/>
            </a:endParaRPr>
          </a:p>
          <a:p>
            <a:pPr indent="0">
              <a:lnSpc>
                <a:spcPct val="100000"/>
              </a:lnSpc>
              <a:buNone/>
              <a:tabLst>
                <a:tab algn="l" pos="0"/>
              </a:tabLst>
            </a:pPr>
            <a:endParaRPr b="0" lang="en-US" sz="1400" strike="noStrike" u="none">
              <a:solidFill>
                <a:srgbClr val="000000"/>
              </a:solidFill>
              <a:effectLst/>
              <a:uFillTx/>
              <a:latin typeface="OpenSymbol"/>
            </a:endParaRPr>
          </a:p>
        </p:txBody>
      </p:sp>
      <p:sp>
        <p:nvSpPr>
          <p:cNvPr id="310" name="Google Shape;2849;p119"/>
          <p:cNvSpPr/>
          <p:nvPr/>
        </p:nvSpPr>
        <p:spPr>
          <a:xfrm>
            <a:off x="876240" y="4105440"/>
            <a:ext cx="3200040" cy="371160"/>
          </a:xfrm>
          <a:prstGeom prst="rect">
            <a:avLst/>
          </a:prstGeom>
          <a:noFill/>
          <a:ln w="0">
            <a:noFill/>
          </a:ln>
        </p:spPr>
        <p:style>
          <a:lnRef idx="0"/>
          <a:fillRef idx="0"/>
          <a:effectRef idx="0"/>
          <a:fontRef idx="minor"/>
        </p:style>
        <p:txBody>
          <a:bodyPr lIns="870823080" rIns="870823080" tIns="-3103560" bIns="-3103560" anchor="t">
            <a:spAutoFit/>
          </a:bodyPr>
          <a:p>
            <a:pPr defTabSz="914400">
              <a:lnSpc>
                <a:spcPct val="100000"/>
              </a:lnSpc>
              <a:tabLst>
                <a:tab algn="l" pos="0"/>
              </a:tabLst>
            </a:pPr>
            <a:r>
              <a:rPr b="0" lang="en" sz="1200" strike="noStrike" u="none">
                <a:solidFill>
                  <a:schemeClr val="accent1"/>
                </a:solidFill>
                <a:effectLst/>
                <a:uFillTx/>
                <a:latin typeface="Arial"/>
              </a:rPr>
              <a:t>Please keep this slide for attribution</a:t>
            </a:r>
            <a:endParaRPr b="0" lang="en-US" sz="1200" strike="noStrike" u="none">
              <a:solidFill>
                <a:srgbClr val="000000"/>
              </a:solidFill>
              <a:effectLst/>
              <a:uFillTx/>
              <a:latin typeface="OpenSymbol"/>
            </a:endParaRPr>
          </a:p>
        </p:txBody>
      </p:sp>
      <p:grpSp>
        <p:nvGrpSpPr>
          <p:cNvPr id="311" name="Google Shape;2850;p119"/>
          <p:cNvGrpSpPr/>
          <p:nvPr/>
        </p:nvGrpSpPr>
        <p:grpSpPr>
          <a:xfrm>
            <a:off x="2580480" y="2822400"/>
            <a:ext cx="292320" cy="292320"/>
            <a:chOff x="2580480" y="2822400"/>
            <a:chExt cx="292320" cy="292320"/>
          </a:xfrm>
        </p:grpSpPr>
        <p:sp>
          <p:nvSpPr>
            <p:cNvPr id="312" name="Google Shape;2851;p119"/>
            <p:cNvSpPr/>
            <p:nvPr/>
          </p:nvSpPr>
          <p:spPr>
            <a:xfrm>
              <a:off x="2640960" y="2874240"/>
              <a:ext cx="16920" cy="16920"/>
            </a:xfrm>
            <a:custGeom>
              <a:avLst/>
              <a:gdLst>
                <a:gd name="textAreaLeft" fmla="*/ 0 w 16920"/>
                <a:gd name="textAreaRight" fmla="*/ 17280 w 16920"/>
                <a:gd name="textAreaTop" fmla="*/ 0 h 16920"/>
                <a:gd name="textAreaBottom" fmla="*/ 17280 h 16920"/>
              </a:gdLst>
              <a:ahLst/>
              <a:cxnLst/>
              <a:rect l="textAreaLeft" t="textAreaTop" r="textAreaRight" b="textAreaBottom"/>
              <a:pathLst>
                <a:path w="1119" h="1117">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accent1"/>
            </a:solidFill>
            <a:ln w="0">
              <a:noFill/>
            </a:ln>
          </p:spPr>
          <p:style>
            <a:lnRef idx="0"/>
            <a:fillRef idx="0"/>
            <a:effectRef idx="0"/>
            <a:fontRef idx="minor"/>
          </p:style>
          <p:txBody>
            <a:bodyPr tIns="8640" bIns="8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3" name="Google Shape;2852;p119"/>
            <p:cNvSpPr/>
            <p:nvPr/>
          </p:nvSpPr>
          <p:spPr>
            <a:xfrm>
              <a:off x="2580480" y="2822400"/>
              <a:ext cx="292320" cy="292320"/>
            </a:xfrm>
            <a:custGeom>
              <a:avLst/>
              <a:gdLst>
                <a:gd name="textAreaLeft" fmla="*/ 0 w 292320"/>
                <a:gd name="textAreaRight" fmla="*/ 292680 w 292320"/>
                <a:gd name="textAreaTop" fmla="*/ 0 h 292320"/>
                <a:gd name="textAreaBottom" fmla="*/ 292680 h 292320"/>
              </a:gdLst>
              <a:ahLst/>
              <a:cxnLst/>
              <a:rect l="textAreaLeft" t="textAreaTop" r="textAreaRight" b="textAreaBottom"/>
              <a:pathLst>
                <a:path w="19065" h="19065">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4" name="Google Shape;2853;p119"/>
            <p:cNvSpPr/>
            <p:nvPr/>
          </p:nvSpPr>
          <p:spPr>
            <a:xfrm>
              <a:off x="2709720" y="2942640"/>
              <a:ext cx="102600" cy="119880"/>
            </a:xfrm>
            <a:custGeom>
              <a:avLst/>
              <a:gdLst>
                <a:gd name="textAreaLeft" fmla="*/ 0 w 102600"/>
                <a:gd name="textAreaRight" fmla="*/ 102960 w 102600"/>
                <a:gd name="textAreaTop" fmla="*/ 0 h 119880"/>
                <a:gd name="textAreaBottom" fmla="*/ 120240 h 119880"/>
              </a:gdLst>
              <a:ahLst/>
              <a:cxnLst/>
              <a:rect l="textAreaLeft" t="textAreaTop" r="textAreaRight" b="textAreaBottom"/>
              <a:pathLst>
                <a:path w="6704" h="7837">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accent1"/>
            </a:solidFill>
            <a:ln w="0">
              <a:noFill/>
            </a:ln>
          </p:spPr>
          <p:style>
            <a:lnRef idx="0"/>
            <a:fillRef idx="0"/>
            <a:effectRef idx="0"/>
            <a:fontRef idx="minor"/>
          </p:style>
          <p:txBody>
            <a:bodyPr tIns="60120" bIns="601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5" name="Google Shape;2854;p119"/>
            <p:cNvSpPr/>
            <p:nvPr/>
          </p:nvSpPr>
          <p:spPr>
            <a:xfrm>
              <a:off x="2640960" y="2943000"/>
              <a:ext cx="16920" cy="119880"/>
            </a:xfrm>
            <a:custGeom>
              <a:avLst/>
              <a:gdLst>
                <a:gd name="textAreaLeft" fmla="*/ 0 w 16920"/>
                <a:gd name="textAreaRight" fmla="*/ 17280 w 16920"/>
                <a:gd name="textAreaTop" fmla="*/ 0 h 119880"/>
                <a:gd name="textAreaBottom" fmla="*/ 120240 h 119880"/>
              </a:gdLst>
              <a:ahLst/>
              <a:cxnLst/>
              <a:rect l="textAreaLeft" t="textAreaTop" r="textAreaRight" b="textAreaBottom"/>
              <a:pathLst>
                <a:path w="1119" h="7820">
                  <a:moveTo>
                    <a:pt x="0" y="0"/>
                  </a:moveTo>
                  <a:lnTo>
                    <a:pt x="0" y="7819"/>
                  </a:lnTo>
                  <a:lnTo>
                    <a:pt x="1118" y="7819"/>
                  </a:lnTo>
                  <a:lnTo>
                    <a:pt x="1118" y="0"/>
                  </a:lnTo>
                  <a:close/>
                </a:path>
              </a:pathLst>
            </a:custGeom>
            <a:solidFill>
              <a:schemeClr val="accent1"/>
            </a:solidFill>
            <a:ln w="0">
              <a:noFill/>
            </a:ln>
          </p:spPr>
          <p:style>
            <a:lnRef idx="0"/>
            <a:fillRef idx="0"/>
            <a:effectRef idx="0"/>
            <a:fontRef idx="minor"/>
          </p:style>
          <p:txBody>
            <a:bodyPr tIns="60120" bIns="601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316" name="Google Shape;2855;p119"/>
          <p:cNvGrpSpPr/>
          <p:nvPr/>
        </p:nvGrpSpPr>
        <p:grpSpPr>
          <a:xfrm>
            <a:off x="1135800" y="2822400"/>
            <a:ext cx="292320" cy="292320"/>
            <a:chOff x="1135800" y="2822400"/>
            <a:chExt cx="292320" cy="292320"/>
          </a:xfrm>
        </p:grpSpPr>
        <p:sp>
          <p:nvSpPr>
            <p:cNvPr id="317" name="Google Shape;2856;p119"/>
            <p:cNvSpPr/>
            <p:nvPr/>
          </p:nvSpPr>
          <p:spPr>
            <a:xfrm>
              <a:off x="1274040" y="2873520"/>
              <a:ext cx="99720" cy="241200"/>
            </a:xfrm>
            <a:custGeom>
              <a:avLst/>
              <a:gdLst>
                <a:gd name="textAreaLeft" fmla="*/ 0 w 99720"/>
                <a:gd name="textAreaRight" fmla="*/ 100080 w 99720"/>
                <a:gd name="textAreaTop" fmla="*/ 0 h 241200"/>
                <a:gd name="textAreaBottom" fmla="*/ 241560 h 241200"/>
              </a:gdLst>
              <a:ahLst/>
              <a:cxnLst/>
              <a:rect l="textAreaLeft" t="textAreaTop" r="textAreaRight" b="textAreaBottom"/>
              <a:pathLst>
                <a:path w="6527" h="15727">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8" name="Google Shape;2857;p119"/>
            <p:cNvSpPr/>
            <p:nvPr/>
          </p:nvSpPr>
          <p:spPr>
            <a:xfrm>
              <a:off x="1135800" y="2822400"/>
              <a:ext cx="292320" cy="292320"/>
            </a:xfrm>
            <a:custGeom>
              <a:avLst/>
              <a:gdLst>
                <a:gd name="textAreaLeft" fmla="*/ 0 w 292320"/>
                <a:gd name="textAreaRight" fmla="*/ 292680 w 292320"/>
                <a:gd name="textAreaTop" fmla="*/ 0 h 292320"/>
                <a:gd name="textAreaBottom" fmla="*/ 292680 h 292320"/>
              </a:gdLst>
              <a:ahLst/>
              <a:cxnLst/>
              <a:rect l="textAreaLeft" t="textAreaTop" r="textAreaRight" b="textAreaBottom"/>
              <a:pathLst>
                <a:path w="19066" h="19065">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319" name="Google Shape;2858;p119"/>
          <p:cNvGrpSpPr/>
          <p:nvPr/>
        </p:nvGrpSpPr>
        <p:grpSpPr>
          <a:xfrm>
            <a:off x="1857960" y="2822400"/>
            <a:ext cx="292320" cy="292320"/>
            <a:chOff x="1857960" y="2822400"/>
            <a:chExt cx="292320" cy="292320"/>
          </a:xfrm>
        </p:grpSpPr>
        <p:sp>
          <p:nvSpPr>
            <p:cNvPr id="320" name="Google Shape;2859;p119"/>
            <p:cNvSpPr/>
            <p:nvPr/>
          </p:nvSpPr>
          <p:spPr>
            <a:xfrm>
              <a:off x="1910160" y="2874240"/>
              <a:ext cx="188280" cy="188280"/>
            </a:xfrm>
            <a:custGeom>
              <a:avLst/>
              <a:gdLst>
                <a:gd name="textAreaLeft" fmla="*/ 0 w 188280"/>
                <a:gd name="textAreaRight" fmla="*/ 188640 w 188280"/>
                <a:gd name="textAreaTop" fmla="*/ 0 h 188280"/>
                <a:gd name="textAreaBottom" fmla="*/ 188640 h 188280"/>
              </a:gdLst>
              <a:ahLst/>
              <a:cxnLst/>
              <a:rect l="textAreaLeft" t="textAreaTop" r="textAreaRight" b="textAreaBottom"/>
              <a:pathLst>
                <a:path w="12288" h="12287">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21" name="Google Shape;2860;p119"/>
            <p:cNvSpPr/>
            <p:nvPr/>
          </p:nvSpPr>
          <p:spPr>
            <a:xfrm>
              <a:off x="1961640" y="2925720"/>
              <a:ext cx="85320" cy="85320"/>
            </a:xfrm>
            <a:custGeom>
              <a:avLst/>
              <a:gdLst>
                <a:gd name="textAreaLeft" fmla="*/ 0 w 85320"/>
                <a:gd name="textAreaRight" fmla="*/ 85680 w 85320"/>
                <a:gd name="textAreaTop" fmla="*/ 0 h 85320"/>
                <a:gd name="textAreaBottom" fmla="*/ 85680 h 85320"/>
              </a:gdLst>
              <a:ahLst/>
              <a:cxnLst/>
              <a:rect l="textAreaLeft" t="textAreaTop" r="textAreaRight" b="textAreaBottom"/>
              <a:pathLst>
                <a:path w="5588" h="5585">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accent1"/>
            </a:solidFill>
            <a:ln w="0">
              <a:noFill/>
            </a:ln>
          </p:spPr>
          <p:style>
            <a:lnRef idx="0"/>
            <a:fillRef idx="0"/>
            <a:effectRef idx="0"/>
            <a:fontRef idx="minor"/>
          </p:style>
          <p:txBody>
            <a:bodyPr tIns="42840" bIns="428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22" name="Google Shape;2861;p119"/>
            <p:cNvSpPr/>
            <p:nvPr/>
          </p:nvSpPr>
          <p:spPr>
            <a:xfrm>
              <a:off x="1857960" y="2822400"/>
              <a:ext cx="292320" cy="292320"/>
            </a:xfrm>
            <a:custGeom>
              <a:avLst/>
              <a:gdLst>
                <a:gd name="textAreaLeft" fmla="*/ 0 w 292320"/>
                <a:gd name="textAreaRight" fmla="*/ 292680 w 292320"/>
                <a:gd name="textAreaTop" fmla="*/ 0 h 292320"/>
                <a:gd name="textAreaBottom" fmla="*/ 292680 h 292320"/>
              </a:gdLst>
              <a:ahLst/>
              <a:cxnLst/>
              <a:rect l="textAreaLeft" t="textAreaTop" r="textAreaRight" b="textAreaBottom"/>
              <a:pathLst>
                <a:path w="19064" h="19065">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323" name="Google Shape;2862;p119"/>
          <p:cNvSpPr/>
          <p:nvPr/>
        </p:nvSpPr>
        <p:spPr>
          <a:xfrm>
            <a:off x="971640" y="2657520"/>
            <a:ext cx="618840" cy="618840"/>
          </a:xfrm>
          <a:prstGeom prst="rect">
            <a:avLst/>
          </a:prstGeom>
          <a:noFill/>
          <a:ln w="0">
            <a:noFill/>
          </a:ln>
        </p:spPr>
        <p:style>
          <a:lnRef idx="0"/>
          <a:fillRef idx="0"/>
          <a:effectRef idx="0"/>
          <a:fontRef idx="minor"/>
        </p:style>
        <p:txBody>
          <a:bodyPr lIns="870823080" rIns="870823080" tIns="309600" bIns="309600" anchor="ctr">
            <a:spAutoFit/>
          </a:bodyPr>
          <a:p>
            <a:pPr defTabSz="914400">
              <a:lnSpc>
                <a:spcPct val="100000"/>
              </a:lnSpc>
              <a:tabLst>
                <a:tab algn="l" pos="0"/>
              </a:tabLst>
            </a:pPr>
            <a:endParaRPr b="0" lang="fr-FR" sz="1800" strike="noStrike" u="none">
              <a:solidFill>
                <a:schemeClr val="dk1"/>
              </a:solidFill>
              <a:effectLst/>
              <a:uFillTx/>
              <a:latin typeface="Arial"/>
            </a:endParaRPr>
          </a:p>
        </p:txBody>
      </p:sp>
      <p:grpSp>
        <p:nvGrpSpPr>
          <p:cNvPr id="324" name="Google Shape;2863;p119"/>
          <p:cNvGrpSpPr/>
          <p:nvPr/>
        </p:nvGrpSpPr>
        <p:grpSpPr>
          <a:xfrm>
            <a:off x="6027120" y="1005840"/>
            <a:ext cx="2287440" cy="2288880"/>
            <a:chOff x="6027120" y="1005840"/>
            <a:chExt cx="2287440" cy="2288880"/>
          </a:xfrm>
        </p:grpSpPr>
        <p:sp>
          <p:nvSpPr>
            <p:cNvPr id="325" name="Google Shape;2864;p119"/>
            <p:cNvSpPr/>
            <p:nvPr/>
          </p:nvSpPr>
          <p:spPr>
            <a:xfrm>
              <a:off x="7315560" y="1892160"/>
              <a:ext cx="53640" cy="53640"/>
            </a:xfrm>
            <a:custGeom>
              <a:avLst/>
              <a:gdLst>
                <a:gd name="textAreaLeft" fmla="*/ 0 w 53640"/>
                <a:gd name="textAreaRight" fmla="*/ 54000 w 53640"/>
                <a:gd name="textAreaTop" fmla="*/ 0 h 53640"/>
                <a:gd name="textAreaBottom" fmla="*/ 54000 h 53640"/>
              </a:gdLst>
              <a:ahLst/>
              <a:cxnLst/>
              <a:rect l="textAreaLeft" t="textAreaTop" r="textAreaRight" b="textAreaBottom"/>
              <a:pathLst>
                <a:path w="4940" h="4941">
                  <a:moveTo>
                    <a:pt x="1" y="1"/>
                  </a:moveTo>
                  <a:lnTo>
                    <a:pt x="1" y="150"/>
                  </a:lnTo>
                  <a:lnTo>
                    <a:pt x="1048" y="1348"/>
                  </a:lnTo>
                  <a:lnTo>
                    <a:pt x="2246" y="2545"/>
                  </a:lnTo>
                  <a:lnTo>
                    <a:pt x="4790" y="4940"/>
                  </a:lnTo>
                  <a:lnTo>
                    <a:pt x="4940" y="4940"/>
                  </a:lnTo>
                  <a:lnTo>
                    <a:pt x="4940" y="4791"/>
                  </a:lnTo>
                  <a:lnTo>
                    <a:pt x="2545" y="2396"/>
                  </a:lnTo>
                  <a:lnTo>
                    <a:pt x="1" y="1"/>
                  </a:lnTo>
                  <a:close/>
                </a:path>
              </a:pathLst>
            </a:custGeom>
            <a:solidFill>
              <a:schemeClr val="dk1"/>
            </a:solidFill>
            <a:ln w="0">
              <a:noFill/>
            </a:ln>
          </p:spPr>
          <p:style>
            <a:lnRef idx="0"/>
            <a:fillRef idx="0"/>
            <a:effectRef idx="0"/>
            <a:fontRef idx="minor"/>
          </p:style>
          <p:txBody>
            <a:bodyPr tIns="27000" bIns="27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26" name="Google Shape;2865;p119"/>
            <p:cNvSpPr/>
            <p:nvPr/>
          </p:nvSpPr>
          <p:spPr>
            <a:xfrm>
              <a:off x="7336800" y="1872360"/>
              <a:ext cx="53640" cy="56880"/>
            </a:xfrm>
            <a:custGeom>
              <a:avLst/>
              <a:gdLst>
                <a:gd name="textAreaLeft" fmla="*/ 0 w 53640"/>
                <a:gd name="textAreaRight" fmla="*/ 54000 w 53640"/>
                <a:gd name="textAreaTop" fmla="*/ 0 h 56880"/>
                <a:gd name="textAreaBottom" fmla="*/ 57240 h 56880"/>
              </a:gdLst>
              <a:ahLst/>
              <a:cxnLst/>
              <a:rect l="textAreaLeft" t="textAreaTop" r="textAreaRight" b="textAreaBottom"/>
              <a:pathLst>
                <a:path w="4940" h="5240">
                  <a:moveTo>
                    <a:pt x="150" y="1"/>
                  </a:moveTo>
                  <a:lnTo>
                    <a:pt x="0" y="150"/>
                  </a:lnTo>
                  <a:lnTo>
                    <a:pt x="1048" y="1497"/>
                  </a:lnTo>
                  <a:lnTo>
                    <a:pt x="2246" y="2695"/>
                  </a:lnTo>
                  <a:lnTo>
                    <a:pt x="3443" y="3892"/>
                  </a:lnTo>
                  <a:lnTo>
                    <a:pt x="4790" y="5239"/>
                  </a:lnTo>
                  <a:lnTo>
                    <a:pt x="4940" y="5239"/>
                  </a:lnTo>
                  <a:lnTo>
                    <a:pt x="4940" y="5090"/>
                  </a:lnTo>
                  <a:lnTo>
                    <a:pt x="2545" y="2396"/>
                  </a:lnTo>
                  <a:lnTo>
                    <a:pt x="1347" y="1198"/>
                  </a:lnTo>
                  <a:lnTo>
                    <a:pt x="749" y="599"/>
                  </a:lnTo>
                  <a:lnTo>
                    <a:pt x="150" y="1"/>
                  </a:lnTo>
                  <a:close/>
                </a:path>
              </a:pathLst>
            </a:custGeom>
            <a:solidFill>
              <a:schemeClr val="dk1"/>
            </a:solidFill>
            <a:ln w="0">
              <a:noFill/>
            </a:ln>
          </p:spPr>
          <p:style>
            <a:lnRef idx="0"/>
            <a:fillRef idx="0"/>
            <a:effectRef idx="0"/>
            <a:fontRef idx="minor"/>
          </p:style>
          <p:txBody>
            <a:bodyPr tIns="28440" bIns="28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27" name="Google Shape;2866;p119"/>
            <p:cNvSpPr/>
            <p:nvPr/>
          </p:nvSpPr>
          <p:spPr>
            <a:xfrm>
              <a:off x="7359840" y="1857600"/>
              <a:ext cx="47160" cy="48600"/>
            </a:xfrm>
            <a:custGeom>
              <a:avLst/>
              <a:gdLst>
                <a:gd name="textAreaLeft" fmla="*/ 0 w 47160"/>
                <a:gd name="textAreaRight" fmla="*/ 47520 w 47160"/>
                <a:gd name="textAreaTop" fmla="*/ 0 h 48600"/>
                <a:gd name="textAreaBottom" fmla="*/ 48960 h 48600"/>
              </a:gdLst>
              <a:ahLst/>
              <a:cxnLst/>
              <a:rect l="textAreaLeft" t="textAreaTop" r="textAreaRight" b="textAreaBottom"/>
              <a:pathLst>
                <a:path w="4342" h="4491">
                  <a:moveTo>
                    <a:pt x="1" y="1"/>
                  </a:moveTo>
                  <a:lnTo>
                    <a:pt x="1" y="150"/>
                  </a:lnTo>
                  <a:lnTo>
                    <a:pt x="1947" y="2395"/>
                  </a:lnTo>
                  <a:lnTo>
                    <a:pt x="4042" y="4491"/>
                  </a:lnTo>
                  <a:lnTo>
                    <a:pt x="4342" y="4491"/>
                  </a:lnTo>
                  <a:lnTo>
                    <a:pt x="4342" y="4341"/>
                  </a:lnTo>
                  <a:lnTo>
                    <a:pt x="2246" y="2096"/>
                  </a:lnTo>
                  <a:lnTo>
                    <a:pt x="1" y="1"/>
                  </a:lnTo>
                  <a:close/>
                </a:path>
              </a:pathLst>
            </a:custGeom>
            <a:solidFill>
              <a:schemeClr val="dk1"/>
            </a:solidFill>
            <a:ln w="0">
              <a:noFill/>
            </a:ln>
          </p:spPr>
          <p:style>
            <a:lnRef idx="0"/>
            <a:fillRef idx="0"/>
            <a:effectRef idx="0"/>
            <a:fontRef idx="minor"/>
          </p:style>
          <p:txBody>
            <a:bodyPr tIns="24480" bIns="24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28" name="Google Shape;2867;p119"/>
            <p:cNvSpPr/>
            <p:nvPr/>
          </p:nvSpPr>
          <p:spPr>
            <a:xfrm>
              <a:off x="7381080" y="1842840"/>
              <a:ext cx="56880" cy="56880"/>
            </a:xfrm>
            <a:custGeom>
              <a:avLst/>
              <a:gdLst>
                <a:gd name="textAreaLeft" fmla="*/ 0 w 56880"/>
                <a:gd name="textAreaRight" fmla="*/ 57240 w 56880"/>
                <a:gd name="textAreaTop" fmla="*/ 0 h 56880"/>
                <a:gd name="textAreaBottom" fmla="*/ 57240 h 56880"/>
              </a:gdLst>
              <a:ahLst/>
              <a:cxnLst/>
              <a:rect l="textAreaLeft" t="textAreaTop" r="textAreaRight" b="textAreaBottom"/>
              <a:pathLst>
                <a:path w="5240" h="5240">
                  <a:moveTo>
                    <a:pt x="1" y="0"/>
                  </a:moveTo>
                  <a:lnTo>
                    <a:pt x="1" y="150"/>
                  </a:lnTo>
                  <a:lnTo>
                    <a:pt x="1198" y="1348"/>
                  </a:lnTo>
                  <a:lnTo>
                    <a:pt x="2396" y="2695"/>
                  </a:lnTo>
                  <a:lnTo>
                    <a:pt x="3743" y="4042"/>
                  </a:lnTo>
                  <a:lnTo>
                    <a:pt x="5090" y="5239"/>
                  </a:lnTo>
                  <a:lnTo>
                    <a:pt x="5239" y="5239"/>
                  </a:lnTo>
                  <a:lnTo>
                    <a:pt x="5239" y="5090"/>
                  </a:lnTo>
                  <a:lnTo>
                    <a:pt x="4042" y="3742"/>
                  </a:lnTo>
                  <a:lnTo>
                    <a:pt x="2695" y="2395"/>
                  </a:lnTo>
                  <a:lnTo>
                    <a:pt x="1497" y="1198"/>
                  </a:lnTo>
                  <a:lnTo>
                    <a:pt x="150" y="0"/>
                  </a:lnTo>
                  <a:close/>
                </a:path>
              </a:pathLst>
            </a:custGeom>
            <a:solidFill>
              <a:schemeClr val="dk1"/>
            </a:solidFill>
            <a:ln w="0">
              <a:noFill/>
            </a:ln>
          </p:spPr>
          <p:style>
            <a:lnRef idx="0"/>
            <a:fillRef idx="0"/>
            <a:effectRef idx="0"/>
            <a:fontRef idx="minor"/>
          </p:style>
          <p:txBody>
            <a:bodyPr tIns="28440" bIns="28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29" name="Google Shape;2868;p119"/>
            <p:cNvSpPr/>
            <p:nvPr/>
          </p:nvSpPr>
          <p:spPr>
            <a:xfrm>
              <a:off x="7402320" y="1824840"/>
              <a:ext cx="45360" cy="45360"/>
            </a:xfrm>
            <a:custGeom>
              <a:avLst/>
              <a:gdLst>
                <a:gd name="textAreaLeft" fmla="*/ 0 w 45360"/>
                <a:gd name="textAreaRight" fmla="*/ 45720 w 45360"/>
                <a:gd name="textAreaTop" fmla="*/ 0 h 45360"/>
                <a:gd name="textAreaBottom" fmla="*/ 45720 h 45360"/>
              </a:gdLst>
              <a:ahLst/>
              <a:cxnLst/>
              <a:rect l="textAreaLeft" t="textAreaTop" r="textAreaRight" b="textAreaBottom"/>
              <a:pathLst>
                <a:path w="4192" h="4192">
                  <a:moveTo>
                    <a:pt x="0" y="1"/>
                  </a:moveTo>
                  <a:lnTo>
                    <a:pt x="0" y="151"/>
                  </a:lnTo>
                  <a:lnTo>
                    <a:pt x="899" y="1198"/>
                  </a:lnTo>
                  <a:lnTo>
                    <a:pt x="1946" y="2246"/>
                  </a:lnTo>
                  <a:lnTo>
                    <a:pt x="4042" y="4192"/>
                  </a:lnTo>
                  <a:lnTo>
                    <a:pt x="4191" y="4192"/>
                  </a:lnTo>
                  <a:lnTo>
                    <a:pt x="4191" y="4042"/>
                  </a:lnTo>
                  <a:lnTo>
                    <a:pt x="2246" y="1947"/>
                  </a:lnTo>
                  <a:lnTo>
                    <a:pt x="1198" y="1049"/>
                  </a:lnTo>
                  <a:lnTo>
                    <a:pt x="150" y="1"/>
                  </a:lnTo>
                  <a:close/>
                </a:path>
              </a:pathLst>
            </a:custGeom>
            <a:solidFill>
              <a:schemeClr val="dk1"/>
            </a:solidFill>
            <a:ln w="0">
              <a:noFill/>
            </a:ln>
          </p:spPr>
          <p:style>
            <a:lnRef idx="0"/>
            <a:fillRef idx="0"/>
            <a:effectRef idx="0"/>
            <a:fontRef idx="minor"/>
          </p:style>
          <p:txBody>
            <a:bodyPr tIns="22680" bIns="22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0" name="Google Shape;2869;p119"/>
            <p:cNvSpPr/>
            <p:nvPr/>
          </p:nvSpPr>
          <p:spPr>
            <a:xfrm>
              <a:off x="7444800" y="1793880"/>
              <a:ext cx="38880" cy="37080"/>
            </a:xfrm>
            <a:custGeom>
              <a:avLst/>
              <a:gdLst>
                <a:gd name="textAreaLeft" fmla="*/ 0 w 38880"/>
                <a:gd name="textAreaRight" fmla="*/ 39240 w 38880"/>
                <a:gd name="textAreaTop" fmla="*/ 0 h 37080"/>
                <a:gd name="textAreaBottom" fmla="*/ 37440 h 37080"/>
              </a:gdLst>
              <a:ahLst/>
              <a:cxnLst/>
              <a:rect l="textAreaLeft" t="textAreaTop" r="textAreaRight" b="textAreaBottom"/>
              <a:pathLst>
                <a:path w="3593" h="3443">
                  <a:moveTo>
                    <a:pt x="0" y="0"/>
                  </a:moveTo>
                  <a:lnTo>
                    <a:pt x="1647" y="1796"/>
                  </a:lnTo>
                  <a:lnTo>
                    <a:pt x="3443" y="3443"/>
                  </a:lnTo>
                  <a:lnTo>
                    <a:pt x="3592" y="3443"/>
                  </a:lnTo>
                  <a:lnTo>
                    <a:pt x="3592" y="3293"/>
                  </a:lnTo>
                  <a:lnTo>
                    <a:pt x="2844" y="2395"/>
                  </a:lnTo>
                  <a:lnTo>
                    <a:pt x="1946" y="1497"/>
                  </a:lnTo>
                  <a:lnTo>
                    <a:pt x="150" y="0"/>
                  </a:lnTo>
                  <a:close/>
                </a:path>
              </a:pathLst>
            </a:custGeom>
            <a:solidFill>
              <a:schemeClr val="dk1"/>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1" name="Google Shape;2870;p119"/>
            <p:cNvSpPr/>
            <p:nvPr/>
          </p:nvSpPr>
          <p:spPr>
            <a:xfrm>
              <a:off x="7423560" y="1810440"/>
              <a:ext cx="40680" cy="38880"/>
            </a:xfrm>
            <a:custGeom>
              <a:avLst/>
              <a:gdLst>
                <a:gd name="textAreaLeft" fmla="*/ 0 w 40680"/>
                <a:gd name="textAreaRight" fmla="*/ 41040 w 40680"/>
                <a:gd name="textAreaTop" fmla="*/ 0 h 38880"/>
                <a:gd name="textAreaBottom" fmla="*/ 39240 h 38880"/>
              </a:gdLst>
              <a:ahLst/>
              <a:cxnLst/>
              <a:rect l="textAreaLeft" t="textAreaTop" r="textAreaRight" b="textAreaBottom"/>
              <a:pathLst>
                <a:path w="3743" h="3594">
                  <a:moveTo>
                    <a:pt x="0" y="1"/>
                  </a:moveTo>
                  <a:lnTo>
                    <a:pt x="1647" y="1947"/>
                  </a:lnTo>
                  <a:lnTo>
                    <a:pt x="3443" y="3593"/>
                  </a:lnTo>
                  <a:lnTo>
                    <a:pt x="3742" y="3593"/>
                  </a:lnTo>
                  <a:lnTo>
                    <a:pt x="3742" y="3443"/>
                  </a:lnTo>
                  <a:lnTo>
                    <a:pt x="1946" y="1647"/>
                  </a:lnTo>
                  <a:lnTo>
                    <a:pt x="150" y="1"/>
                  </a:lnTo>
                  <a:close/>
                </a:path>
              </a:pathLst>
            </a:custGeom>
            <a:solidFill>
              <a:schemeClr val="dk1"/>
            </a:solidFill>
            <a:ln w="0">
              <a:noFill/>
            </a:ln>
          </p:spPr>
          <p:style>
            <a:lnRef idx="0"/>
            <a:fillRef idx="0"/>
            <a:effectRef idx="0"/>
            <a:fontRef idx="minor"/>
          </p:style>
          <p:txBody>
            <a:bodyPr tIns="19440" bIns="19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2" name="Google Shape;2871;p119"/>
            <p:cNvSpPr/>
            <p:nvPr/>
          </p:nvSpPr>
          <p:spPr>
            <a:xfrm>
              <a:off x="7466040" y="1775880"/>
              <a:ext cx="35640" cy="33840"/>
            </a:xfrm>
            <a:custGeom>
              <a:avLst/>
              <a:gdLst>
                <a:gd name="textAreaLeft" fmla="*/ 0 w 35640"/>
                <a:gd name="textAreaRight" fmla="*/ 36000 w 35640"/>
                <a:gd name="textAreaTop" fmla="*/ 0 h 33840"/>
                <a:gd name="textAreaBottom" fmla="*/ 34200 h 33840"/>
              </a:gdLst>
              <a:ahLst/>
              <a:cxnLst/>
              <a:rect l="textAreaLeft" t="textAreaTop" r="textAreaRight" b="textAreaBottom"/>
              <a:pathLst>
                <a:path w="3294" h="3144">
                  <a:moveTo>
                    <a:pt x="1" y="1"/>
                  </a:moveTo>
                  <a:lnTo>
                    <a:pt x="1" y="150"/>
                  </a:lnTo>
                  <a:lnTo>
                    <a:pt x="1498" y="1797"/>
                  </a:lnTo>
                  <a:lnTo>
                    <a:pt x="2246" y="2545"/>
                  </a:lnTo>
                  <a:lnTo>
                    <a:pt x="3144" y="3144"/>
                  </a:lnTo>
                  <a:lnTo>
                    <a:pt x="3294" y="3144"/>
                  </a:lnTo>
                  <a:lnTo>
                    <a:pt x="3294" y="2994"/>
                  </a:lnTo>
                  <a:lnTo>
                    <a:pt x="2545" y="2246"/>
                  </a:lnTo>
                  <a:lnTo>
                    <a:pt x="1797" y="1497"/>
                  </a:lnTo>
                  <a:lnTo>
                    <a:pt x="151" y="1"/>
                  </a:lnTo>
                  <a:close/>
                </a:path>
              </a:pathLst>
            </a:custGeom>
            <a:solidFill>
              <a:schemeClr val="dk1"/>
            </a:solidFill>
            <a:ln w="0">
              <a:noFill/>
            </a:ln>
          </p:spPr>
          <p:style>
            <a:lnRef idx="0"/>
            <a:fillRef idx="0"/>
            <a:effectRef idx="0"/>
            <a:fontRef idx="minor"/>
          </p:style>
          <p:txBody>
            <a:bodyPr tIns="16920" bIns="16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3" name="Google Shape;2872;p119"/>
            <p:cNvSpPr/>
            <p:nvPr/>
          </p:nvSpPr>
          <p:spPr>
            <a:xfrm>
              <a:off x="7489080" y="1761120"/>
              <a:ext cx="30600" cy="29160"/>
            </a:xfrm>
            <a:custGeom>
              <a:avLst/>
              <a:gdLst>
                <a:gd name="textAreaLeft" fmla="*/ 0 w 30600"/>
                <a:gd name="textAreaRight" fmla="*/ 30960 w 30600"/>
                <a:gd name="textAreaTop" fmla="*/ 0 h 29160"/>
                <a:gd name="textAreaBottom" fmla="*/ 29520 h 29160"/>
              </a:gdLst>
              <a:ahLst/>
              <a:cxnLst/>
              <a:rect l="textAreaLeft" t="textAreaTop" r="textAreaRight" b="textAreaBottom"/>
              <a:pathLst>
                <a:path w="2845" h="2695">
                  <a:moveTo>
                    <a:pt x="0" y="1"/>
                  </a:moveTo>
                  <a:lnTo>
                    <a:pt x="0" y="150"/>
                  </a:lnTo>
                  <a:lnTo>
                    <a:pt x="1198" y="1497"/>
                  </a:lnTo>
                  <a:lnTo>
                    <a:pt x="2695" y="2695"/>
                  </a:lnTo>
                  <a:lnTo>
                    <a:pt x="2844" y="2695"/>
                  </a:lnTo>
                  <a:lnTo>
                    <a:pt x="2844" y="2545"/>
                  </a:lnTo>
                  <a:lnTo>
                    <a:pt x="1497" y="1198"/>
                  </a:lnTo>
                  <a:lnTo>
                    <a:pt x="150" y="1"/>
                  </a:lnTo>
                  <a:close/>
                </a:path>
              </a:pathLst>
            </a:custGeom>
            <a:solidFill>
              <a:schemeClr val="dk1"/>
            </a:solidFill>
            <a:ln w="0">
              <a:noFill/>
            </a:ln>
          </p:spPr>
          <p:style>
            <a:lnRef idx="0"/>
            <a:fillRef idx="0"/>
            <a:effectRef idx="0"/>
            <a:fontRef idx="minor"/>
          </p:style>
          <p:txBody>
            <a:bodyPr tIns="14760" bIns="14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4" name="Google Shape;2873;p119"/>
            <p:cNvSpPr/>
            <p:nvPr/>
          </p:nvSpPr>
          <p:spPr>
            <a:xfrm>
              <a:off x="7510320" y="1743120"/>
              <a:ext cx="32400" cy="32400"/>
            </a:xfrm>
            <a:custGeom>
              <a:avLst/>
              <a:gdLst>
                <a:gd name="textAreaLeft" fmla="*/ 0 w 32400"/>
                <a:gd name="textAreaRight" fmla="*/ 32760 w 32400"/>
                <a:gd name="textAreaTop" fmla="*/ 0 h 32400"/>
                <a:gd name="textAreaBottom" fmla="*/ 32760 h 32400"/>
              </a:gdLst>
              <a:ahLst/>
              <a:cxnLst/>
              <a:rect l="textAreaLeft" t="textAreaTop" r="textAreaRight" b="textAreaBottom"/>
              <a:pathLst>
                <a:path w="2994" h="2994">
                  <a:moveTo>
                    <a:pt x="0" y="0"/>
                  </a:moveTo>
                  <a:lnTo>
                    <a:pt x="0" y="150"/>
                  </a:lnTo>
                  <a:lnTo>
                    <a:pt x="1347" y="1796"/>
                  </a:lnTo>
                  <a:lnTo>
                    <a:pt x="2096" y="2395"/>
                  </a:lnTo>
                  <a:lnTo>
                    <a:pt x="2994" y="2994"/>
                  </a:lnTo>
                  <a:lnTo>
                    <a:pt x="2994" y="2994"/>
                  </a:lnTo>
                  <a:lnTo>
                    <a:pt x="2395" y="2096"/>
                  </a:lnTo>
                  <a:lnTo>
                    <a:pt x="1647" y="1497"/>
                  </a:lnTo>
                  <a:lnTo>
                    <a:pt x="150" y="0"/>
                  </a:lnTo>
                  <a:close/>
                </a:path>
              </a:pathLst>
            </a:custGeom>
            <a:solidFill>
              <a:schemeClr val="dk1"/>
            </a:solidFill>
            <a:ln w="0">
              <a:noFill/>
            </a:ln>
          </p:spPr>
          <p:style>
            <a:lnRef idx="0"/>
            <a:fillRef idx="0"/>
            <a:effectRef idx="0"/>
            <a:fontRef idx="minor"/>
          </p:style>
          <p:txBody>
            <a:bodyPr tIns="16200" bIns="16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5" name="Google Shape;2874;p119"/>
            <p:cNvSpPr/>
            <p:nvPr/>
          </p:nvSpPr>
          <p:spPr>
            <a:xfrm>
              <a:off x="7531560" y="1726920"/>
              <a:ext cx="32400" cy="30600"/>
            </a:xfrm>
            <a:custGeom>
              <a:avLst/>
              <a:gdLst>
                <a:gd name="textAreaLeft" fmla="*/ 0 w 32400"/>
                <a:gd name="textAreaRight" fmla="*/ 32760 w 32400"/>
                <a:gd name="textAreaTop" fmla="*/ 0 h 30600"/>
                <a:gd name="textAreaBottom" fmla="*/ 30960 h 30600"/>
              </a:gdLst>
              <a:ahLst/>
              <a:cxnLst/>
              <a:rect l="textAreaLeft" t="textAreaTop" r="textAreaRight" b="textAreaBottom"/>
              <a:pathLst>
                <a:path w="2994" h="2845">
                  <a:moveTo>
                    <a:pt x="150" y="0"/>
                  </a:moveTo>
                  <a:lnTo>
                    <a:pt x="150" y="150"/>
                  </a:lnTo>
                  <a:lnTo>
                    <a:pt x="0" y="150"/>
                  </a:lnTo>
                  <a:lnTo>
                    <a:pt x="1347" y="1647"/>
                  </a:lnTo>
                  <a:lnTo>
                    <a:pt x="2096" y="2245"/>
                  </a:lnTo>
                  <a:lnTo>
                    <a:pt x="2844" y="2844"/>
                  </a:lnTo>
                  <a:lnTo>
                    <a:pt x="2994" y="2844"/>
                  </a:lnTo>
                  <a:lnTo>
                    <a:pt x="2395" y="1946"/>
                  </a:lnTo>
                  <a:lnTo>
                    <a:pt x="1647" y="1347"/>
                  </a:lnTo>
                  <a:lnTo>
                    <a:pt x="150" y="0"/>
                  </a:lnTo>
                  <a:close/>
                </a:path>
              </a:pathLst>
            </a:custGeom>
            <a:solidFill>
              <a:schemeClr val="dk1"/>
            </a:solidFill>
            <a:ln w="0">
              <a:noFill/>
            </a:ln>
          </p:spPr>
          <p:style>
            <a:lnRef idx="0"/>
            <a:fillRef idx="0"/>
            <a:effectRef idx="0"/>
            <a:fontRef idx="minor"/>
          </p:style>
          <p:txBody>
            <a:bodyPr tIns="15480" bIns="15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6" name="Google Shape;2875;p119"/>
            <p:cNvSpPr/>
            <p:nvPr/>
          </p:nvSpPr>
          <p:spPr>
            <a:xfrm>
              <a:off x="7552800" y="1708920"/>
              <a:ext cx="30600" cy="30600"/>
            </a:xfrm>
            <a:custGeom>
              <a:avLst/>
              <a:gdLst>
                <a:gd name="textAreaLeft" fmla="*/ 0 w 30600"/>
                <a:gd name="textAreaRight" fmla="*/ 30960 w 30600"/>
                <a:gd name="textAreaTop" fmla="*/ 0 h 30600"/>
                <a:gd name="textAreaBottom" fmla="*/ 30960 h 30600"/>
              </a:gdLst>
              <a:ahLst/>
              <a:cxnLst/>
              <a:rect l="textAreaLeft" t="textAreaTop" r="textAreaRight" b="textAreaBottom"/>
              <a:pathLst>
                <a:path w="2845" h="2845">
                  <a:moveTo>
                    <a:pt x="1" y="1"/>
                  </a:moveTo>
                  <a:lnTo>
                    <a:pt x="1" y="150"/>
                  </a:lnTo>
                  <a:lnTo>
                    <a:pt x="1348" y="1647"/>
                  </a:lnTo>
                  <a:lnTo>
                    <a:pt x="1947" y="2246"/>
                  </a:lnTo>
                  <a:lnTo>
                    <a:pt x="2695" y="2845"/>
                  </a:lnTo>
                  <a:lnTo>
                    <a:pt x="2845" y="2845"/>
                  </a:lnTo>
                  <a:lnTo>
                    <a:pt x="2845" y="2695"/>
                  </a:lnTo>
                  <a:lnTo>
                    <a:pt x="2246" y="1947"/>
                  </a:lnTo>
                  <a:lnTo>
                    <a:pt x="1647" y="1348"/>
                  </a:lnTo>
                  <a:lnTo>
                    <a:pt x="151" y="1"/>
                  </a:lnTo>
                  <a:close/>
                </a:path>
              </a:pathLst>
            </a:custGeom>
            <a:solidFill>
              <a:schemeClr val="dk1"/>
            </a:solidFill>
            <a:ln w="0">
              <a:noFill/>
            </a:ln>
          </p:spPr>
          <p:style>
            <a:lnRef idx="0"/>
            <a:fillRef idx="0"/>
            <a:effectRef idx="0"/>
            <a:fontRef idx="minor"/>
          </p:style>
          <p:txBody>
            <a:bodyPr tIns="15480" bIns="15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7" name="Google Shape;2876;p119"/>
            <p:cNvSpPr/>
            <p:nvPr/>
          </p:nvSpPr>
          <p:spPr>
            <a:xfrm>
              <a:off x="7575480" y="1694160"/>
              <a:ext cx="30600" cy="30600"/>
            </a:xfrm>
            <a:custGeom>
              <a:avLst/>
              <a:gdLst>
                <a:gd name="textAreaLeft" fmla="*/ 0 w 30600"/>
                <a:gd name="textAreaRight" fmla="*/ 30960 w 30600"/>
                <a:gd name="textAreaTop" fmla="*/ 0 h 30600"/>
                <a:gd name="textAreaBottom" fmla="*/ 30960 h 30600"/>
              </a:gdLst>
              <a:ahLst/>
              <a:cxnLst/>
              <a:rect l="textAreaLeft" t="textAreaTop" r="textAreaRight" b="textAreaBottom"/>
              <a:pathLst>
                <a:path w="2845" h="2845">
                  <a:moveTo>
                    <a:pt x="0" y="1"/>
                  </a:moveTo>
                  <a:lnTo>
                    <a:pt x="1348" y="1497"/>
                  </a:lnTo>
                  <a:lnTo>
                    <a:pt x="1946" y="2246"/>
                  </a:lnTo>
                  <a:lnTo>
                    <a:pt x="2695" y="2845"/>
                  </a:lnTo>
                  <a:lnTo>
                    <a:pt x="2844" y="2845"/>
                  </a:lnTo>
                  <a:lnTo>
                    <a:pt x="2844" y="2695"/>
                  </a:lnTo>
                  <a:lnTo>
                    <a:pt x="2246" y="1947"/>
                  </a:lnTo>
                  <a:lnTo>
                    <a:pt x="1647" y="1348"/>
                  </a:lnTo>
                  <a:lnTo>
                    <a:pt x="150" y="1"/>
                  </a:lnTo>
                  <a:close/>
                </a:path>
              </a:pathLst>
            </a:custGeom>
            <a:solidFill>
              <a:schemeClr val="dk1"/>
            </a:solidFill>
            <a:ln w="0">
              <a:noFill/>
            </a:ln>
          </p:spPr>
          <p:style>
            <a:lnRef idx="0"/>
            <a:fillRef idx="0"/>
            <a:effectRef idx="0"/>
            <a:fontRef idx="minor"/>
          </p:style>
          <p:txBody>
            <a:bodyPr tIns="15480" bIns="15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8" name="Google Shape;2877;p119"/>
            <p:cNvSpPr/>
            <p:nvPr/>
          </p:nvSpPr>
          <p:spPr>
            <a:xfrm>
              <a:off x="7596720" y="1677960"/>
              <a:ext cx="24120" cy="24120"/>
            </a:xfrm>
            <a:custGeom>
              <a:avLst/>
              <a:gdLst>
                <a:gd name="textAreaLeft" fmla="*/ 0 w 24120"/>
                <a:gd name="textAreaRight" fmla="*/ 24480 w 24120"/>
                <a:gd name="textAreaTop" fmla="*/ 0 h 24120"/>
                <a:gd name="textAreaBottom" fmla="*/ 24480 h 24120"/>
              </a:gdLst>
              <a:ahLst/>
              <a:cxnLst/>
              <a:rect l="textAreaLeft" t="textAreaTop" r="textAreaRight" b="textAreaBottom"/>
              <a:pathLst>
                <a:path w="2246" h="2247">
                  <a:moveTo>
                    <a:pt x="0" y="1"/>
                  </a:moveTo>
                  <a:lnTo>
                    <a:pt x="898" y="1198"/>
                  </a:lnTo>
                  <a:lnTo>
                    <a:pt x="1497" y="1797"/>
                  </a:lnTo>
                  <a:lnTo>
                    <a:pt x="2096" y="2246"/>
                  </a:lnTo>
                  <a:lnTo>
                    <a:pt x="2245" y="2246"/>
                  </a:lnTo>
                  <a:lnTo>
                    <a:pt x="2245" y="2096"/>
                  </a:lnTo>
                  <a:lnTo>
                    <a:pt x="1796" y="1498"/>
                  </a:lnTo>
                  <a:lnTo>
                    <a:pt x="1198" y="899"/>
                  </a:lnTo>
                  <a:lnTo>
                    <a:pt x="0" y="1"/>
                  </a:lnTo>
                  <a:close/>
                </a:path>
              </a:pathLst>
            </a:custGeom>
            <a:solidFill>
              <a:schemeClr val="dk1"/>
            </a:solidFill>
            <a:ln w="0">
              <a:noFill/>
            </a:ln>
          </p:spPr>
          <p:style>
            <a:lnRef idx="0"/>
            <a:fillRef idx="0"/>
            <a:effectRef idx="0"/>
            <a:fontRef idx="minor"/>
          </p:style>
          <p:txBody>
            <a:bodyPr tIns="12240" bIns="122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9" name="Google Shape;2878;p119"/>
            <p:cNvSpPr/>
            <p:nvPr/>
          </p:nvSpPr>
          <p:spPr>
            <a:xfrm>
              <a:off x="7617960" y="1661400"/>
              <a:ext cx="17640" cy="17640"/>
            </a:xfrm>
            <a:custGeom>
              <a:avLst/>
              <a:gdLst>
                <a:gd name="textAreaLeft" fmla="*/ 0 w 17640"/>
                <a:gd name="textAreaRight" fmla="*/ 18000 w 17640"/>
                <a:gd name="textAreaTop" fmla="*/ 0 h 17640"/>
                <a:gd name="textAreaBottom" fmla="*/ 18000 h 17640"/>
              </a:gdLst>
              <a:ahLst/>
              <a:cxnLst/>
              <a:rect l="textAreaLeft" t="textAreaTop" r="textAreaRight" b="textAreaBottom"/>
              <a:pathLst>
                <a:path w="1647" h="1647">
                  <a:moveTo>
                    <a:pt x="0" y="0"/>
                  </a:moveTo>
                  <a:lnTo>
                    <a:pt x="748" y="898"/>
                  </a:lnTo>
                  <a:lnTo>
                    <a:pt x="1497" y="1647"/>
                  </a:lnTo>
                  <a:lnTo>
                    <a:pt x="1646" y="1647"/>
                  </a:lnTo>
                  <a:lnTo>
                    <a:pt x="1646" y="1497"/>
                  </a:lnTo>
                  <a:lnTo>
                    <a:pt x="898" y="599"/>
                  </a:lnTo>
                  <a:lnTo>
                    <a:pt x="150" y="0"/>
                  </a:lnTo>
                  <a:close/>
                </a:path>
              </a:pathLst>
            </a:custGeom>
            <a:solidFill>
              <a:schemeClr val="dk1"/>
            </a:solidFill>
            <a:ln w="0">
              <a:noFill/>
            </a:ln>
          </p:spPr>
          <p:style>
            <a:lnRef idx="0"/>
            <a:fillRef idx="0"/>
            <a:effectRef idx="0"/>
            <a:fontRef idx="minor"/>
          </p:style>
          <p:txBody>
            <a:bodyPr tIns="9000" bIns="9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40" name="Google Shape;2879;p119"/>
            <p:cNvSpPr/>
            <p:nvPr/>
          </p:nvSpPr>
          <p:spPr>
            <a:xfrm>
              <a:off x="7639200" y="1643400"/>
              <a:ext cx="14400" cy="14400"/>
            </a:xfrm>
            <a:custGeom>
              <a:avLst/>
              <a:gdLst>
                <a:gd name="textAreaLeft" fmla="*/ 0 w 14400"/>
                <a:gd name="textAreaRight" fmla="*/ 14760 w 14400"/>
                <a:gd name="textAreaTop" fmla="*/ 0 h 14400"/>
                <a:gd name="textAreaBottom" fmla="*/ 14760 h 14400"/>
              </a:gdLst>
              <a:ahLst/>
              <a:cxnLst/>
              <a:rect l="textAreaLeft" t="textAreaTop" r="textAreaRight" b="textAreaBottom"/>
              <a:pathLst>
                <a:path w="1348" h="1348">
                  <a:moveTo>
                    <a:pt x="1" y="1"/>
                  </a:moveTo>
                  <a:lnTo>
                    <a:pt x="450" y="749"/>
                  </a:lnTo>
                  <a:lnTo>
                    <a:pt x="1198" y="1348"/>
                  </a:lnTo>
                  <a:lnTo>
                    <a:pt x="1348" y="1348"/>
                  </a:lnTo>
                  <a:lnTo>
                    <a:pt x="1348" y="1198"/>
                  </a:lnTo>
                  <a:lnTo>
                    <a:pt x="749" y="450"/>
                  </a:lnTo>
                  <a:lnTo>
                    <a:pt x="1" y="1"/>
                  </a:lnTo>
                  <a:close/>
                </a:path>
              </a:pathLst>
            </a:custGeom>
            <a:solidFill>
              <a:schemeClr val="dk1"/>
            </a:solidFill>
            <a:ln w="0">
              <a:noFill/>
            </a:ln>
          </p:spPr>
          <p:style>
            <a:lnRef idx="0"/>
            <a:fillRef idx="0"/>
            <a:effectRef idx="0"/>
            <a:fontRef idx="minor"/>
          </p:style>
          <p:txBody>
            <a:bodyPr tIns="7200" bIns="7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41" name="Google Shape;2880;p119"/>
            <p:cNvSpPr/>
            <p:nvPr/>
          </p:nvSpPr>
          <p:spPr>
            <a:xfrm>
              <a:off x="7660440" y="1627200"/>
              <a:ext cx="15840" cy="14400"/>
            </a:xfrm>
            <a:custGeom>
              <a:avLst/>
              <a:gdLst>
                <a:gd name="textAreaLeft" fmla="*/ 0 w 15840"/>
                <a:gd name="textAreaRight" fmla="*/ 16200 w 15840"/>
                <a:gd name="textAreaTop" fmla="*/ 0 h 14400"/>
                <a:gd name="textAreaBottom" fmla="*/ 14760 h 14400"/>
              </a:gdLst>
              <a:ahLst/>
              <a:cxnLst/>
              <a:rect l="textAreaLeft" t="textAreaTop" r="textAreaRight" b="textAreaBottom"/>
              <a:pathLst>
                <a:path w="1498" h="1348">
                  <a:moveTo>
                    <a:pt x="1" y="1"/>
                  </a:moveTo>
                  <a:lnTo>
                    <a:pt x="1" y="151"/>
                  </a:lnTo>
                  <a:lnTo>
                    <a:pt x="599" y="899"/>
                  </a:lnTo>
                  <a:lnTo>
                    <a:pt x="899" y="1198"/>
                  </a:lnTo>
                  <a:lnTo>
                    <a:pt x="1348" y="1348"/>
                  </a:lnTo>
                  <a:lnTo>
                    <a:pt x="1497" y="1348"/>
                  </a:lnTo>
                  <a:lnTo>
                    <a:pt x="1497" y="1198"/>
                  </a:lnTo>
                  <a:lnTo>
                    <a:pt x="1198" y="899"/>
                  </a:lnTo>
                  <a:lnTo>
                    <a:pt x="899" y="600"/>
                  </a:lnTo>
                  <a:lnTo>
                    <a:pt x="150" y="1"/>
                  </a:lnTo>
                  <a:close/>
                </a:path>
              </a:pathLst>
            </a:custGeom>
            <a:solidFill>
              <a:schemeClr val="dk1"/>
            </a:solidFill>
            <a:ln w="0">
              <a:noFill/>
            </a:ln>
          </p:spPr>
          <p:style>
            <a:lnRef idx="0"/>
            <a:fillRef idx="0"/>
            <a:effectRef idx="0"/>
            <a:fontRef idx="minor"/>
          </p:style>
          <p:txBody>
            <a:bodyPr tIns="7200" bIns="7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42" name="Google Shape;2881;p119"/>
            <p:cNvSpPr/>
            <p:nvPr/>
          </p:nvSpPr>
          <p:spPr>
            <a:xfrm>
              <a:off x="7682040" y="1609200"/>
              <a:ext cx="12600" cy="12600"/>
            </a:xfrm>
            <a:custGeom>
              <a:avLst/>
              <a:gdLst>
                <a:gd name="textAreaLeft" fmla="*/ 0 w 12600"/>
                <a:gd name="textAreaRight" fmla="*/ 12960 w 12600"/>
                <a:gd name="textAreaTop" fmla="*/ 0 h 12600"/>
                <a:gd name="textAreaBottom" fmla="*/ 12960 h 12600"/>
              </a:gdLst>
              <a:ahLst/>
              <a:cxnLst/>
              <a:rect l="textAreaLeft" t="textAreaTop" r="textAreaRight" b="textAreaBottom"/>
              <a:pathLst>
                <a:path w="1198" h="1198">
                  <a:moveTo>
                    <a:pt x="0" y="0"/>
                  </a:moveTo>
                  <a:lnTo>
                    <a:pt x="0" y="150"/>
                  </a:lnTo>
                  <a:lnTo>
                    <a:pt x="450" y="749"/>
                  </a:lnTo>
                  <a:lnTo>
                    <a:pt x="1048" y="1198"/>
                  </a:lnTo>
                  <a:lnTo>
                    <a:pt x="1198" y="1198"/>
                  </a:lnTo>
                  <a:lnTo>
                    <a:pt x="1198" y="1048"/>
                  </a:lnTo>
                  <a:lnTo>
                    <a:pt x="599" y="449"/>
                  </a:lnTo>
                  <a:lnTo>
                    <a:pt x="0" y="0"/>
                  </a:lnTo>
                  <a:close/>
                </a:path>
              </a:pathLst>
            </a:custGeom>
            <a:solidFill>
              <a:schemeClr val="dk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43" name="Google Shape;2882;p119"/>
            <p:cNvSpPr/>
            <p:nvPr/>
          </p:nvSpPr>
          <p:spPr>
            <a:xfrm>
              <a:off x="6916680" y="1944360"/>
              <a:ext cx="53640" cy="55080"/>
            </a:xfrm>
            <a:custGeom>
              <a:avLst/>
              <a:gdLst>
                <a:gd name="textAreaLeft" fmla="*/ 0 w 53640"/>
                <a:gd name="textAreaRight" fmla="*/ 54000 w 53640"/>
                <a:gd name="textAreaTop" fmla="*/ 0 h 55080"/>
                <a:gd name="textAreaBottom" fmla="*/ 55440 h 55080"/>
              </a:gdLst>
              <a:ahLst/>
              <a:cxnLst/>
              <a:rect l="textAreaLeft" t="textAreaTop" r="textAreaRight" b="textAreaBottom"/>
              <a:pathLst>
                <a:path w="4940" h="5090">
                  <a:moveTo>
                    <a:pt x="4790" y="1"/>
                  </a:moveTo>
                  <a:lnTo>
                    <a:pt x="2395" y="2395"/>
                  </a:lnTo>
                  <a:lnTo>
                    <a:pt x="0" y="4940"/>
                  </a:lnTo>
                  <a:lnTo>
                    <a:pt x="0" y="5090"/>
                  </a:lnTo>
                  <a:lnTo>
                    <a:pt x="150" y="5090"/>
                  </a:lnTo>
                  <a:lnTo>
                    <a:pt x="1347" y="3892"/>
                  </a:lnTo>
                  <a:lnTo>
                    <a:pt x="2545" y="2695"/>
                  </a:lnTo>
                  <a:lnTo>
                    <a:pt x="4939" y="150"/>
                  </a:lnTo>
                  <a:lnTo>
                    <a:pt x="4939" y="1"/>
                  </a:lnTo>
                  <a:close/>
                </a:path>
              </a:pathLst>
            </a:custGeom>
            <a:solidFill>
              <a:schemeClr val="dk1"/>
            </a:solidFill>
            <a:ln w="0">
              <a:noFill/>
            </a:ln>
          </p:spPr>
          <p:style>
            <a:lnRef idx="0"/>
            <a:fillRef idx="0"/>
            <a:effectRef idx="0"/>
            <a:fontRef idx="minor"/>
          </p:style>
          <p:txBody>
            <a:bodyPr tIns="27720" bIns="27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44" name="Google Shape;2883;p119"/>
            <p:cNvSpPr/>
            <p:nvPr/>
          </p:nvSpPr>
          <p:spPr>
            <a:xfrm>
              <a:off x="6896880" y="1923120"/>
              <a:ext cx="56880" cy="53640"/>
            </a:xfrm>
            <a:custGeom>
              <a:avLst/>
              <a:gdLst>
                <a:gd name="textAreaLeft" fmla="*/ 0 w 56880"/>
                <a:gd name="textAreaRight" fmla="*/ 57240 w 56880"/>
                <a:gd name="textAreaTop" fmla="*/ 0 h 53640"/>
                <a:gd name="textAreaBottom" fmla="*/ 54000 h 53640"/>
              </a:gdLst>
              <a:ahLst/>
              <a:cxnLst/>
              <a:rect l="textAreaLeft" t="textAreaTop" r="textAreaRight" b="textAreaBottom"/>
              <a:pathLst>
                <a:path w="5240" h="4941">
                  <a:moveTo>
                    <a:pt x="5090" y="1"/>
                  </a:moveTo>
                  <a:lnTo>
                    <a:pt x="2396" y="2545"/>
                  </a:lnTo>
                  <a:lnTo>
                    <a:pt x="1198" y="3593"/>
                  </a:lnTo>
                  <a:lnTo>
                    <a:pt x="600" y="4192"/>
                  </a:lnTo>
                  <a:lnTo>
                    <a:pt x="1" y="4940"/>
                  </a:lnTo>
                  <a:lnTo>
                    <a:pt x="151" y="4940"/>
                  </a:lnTo>
                  <a:lnTo>
                    <a:pt x="1498" y="3892"/>
                  </a:lnTo>
                  <a:lnTo>
                    <a:pt x="2695" y="2845"/>
                  </a:lnTo>
                  <a:lnTo>
                    <a:pt x="3893" y="1497"/>
                  </a:lnTo>
                  <a:lnTo>
                    <a:pt x="5240" y="150"/>
                  </a:lnTo>
                  <a:lnTo>
                    <a:pt x="5240" y="1"/>
                  </a:lnTo>
                  <a:close/>
                </a:path>
              </a:pathLst>
            </a:custGeom>
            <a:solidFill>
              <a:schemeClr val="dk1"/>
            </a:solidFill>
            <a:ln w="0">
              <a:noFill/>
            </a:ln>
          </p:spPr>
          <p:style>
            <a:lnRef idx="0"/>
            <a:fillRef idx="0"/>
            <a:effectRef idx="0"/>
            <a:fontRef idx="minor"/>
          </p:style>
          <p:txBody>
            <a:bodyPr tIns="27000" bIns="27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45" name="Google Shape;2884;p119"/>
            <p:cNvSpPr/>
            <p:nvPr/>
          </p:nvSpPr>
          <p:spPr>
            <a:xfrm>
              <a:off x="6882120" y="1908360"/>
              <a:ext cx="48600" cy="47160"/>
            </a:xfrm>
            <a:custGeom>
              <a:avLst/>
              <a:gdLst>
                <a:gd name="textAreaLeft" fmla="*/ 0 w 48600"/>
                <a:gd name="textAreaRight" fmla="*/ 48960 w 48600"/>
                <a:gd name="textAreaTop" fmla="*/ 0 h 47160"/>
                <a:gd name="textAreaBottom" fmla="*/ 47520 h 47160"/>
              </a:gdLst>
              <a:ahLst/>
              <a:cxnLst/>
              <a:rect l="textAreaLeft" t="textAreaTop" r="textAreaRight" b="textAreaBottom"/>
              <a:pathLst>
                <a:path w="4492" h="4342">
                  <a:moveTo>
                    <a:pt x="4341" y="1"/>
                  </a:moveTo>
                  <a:lnTo>
                    <a:pt x="2096" y="1946"/>
                  </a:lnTo>
                  <a:lnTo>
                    <a:pt x="1" y="4192"/>
                  </a:lnTo>
                  <a:lnTo>
                    <a:pt x="1" y="4341"/>
                  </a:lnTo>
                  <a:lnTo>
                    <a:pt x="150" y="4341"/>
                  </a:lnTo>
                  <a:lnTo>
                    <a:pt x="2396" y="2246"/>
                  </a:lnTo>
                  <a:lnTo>
                    <a:pt x="4491" y="150"/>
                  </a:lnTo>
                  <a:lnTo>
                    <a:pt x="4491" y="1"/>
                  </a:lnTo>
                  <a:close/>
                </a:path>
              </a:pathLst>
            </a:custGeom>
            <a:solidFill>
              <a:schemeClr val="dk1"/>
            </a:solidFill>
            <a:ln w="0">
              <a:noFill/>
            </a:ln>
          </p:spPr>
          <p:style>
            <a:lnRef idx="0"/>
            <a:fillRef idx="0"/>
            <a:effectRef idx="0"/>
            <a:fontRef idx="minor"/>
          </p:style>
          <p:txBody>
            <a:bodyPr tIns="23760" bIns="23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46" name="Google Shape;2885;p119"/>
            <p:cNvSpPr/>
            <p:nvPr/>
          </p:nvSpPr>
          <p:spPr>
            <a:xfrm>
              <a:off x="6867360" y="1875600"/>
              <a:ext cx="56880" cy="56880"/>
            </a:xfrm>
            <a:custGeom>
              <a:avLst/>
              <a:gdLst>
                <a:gd name="textAreaLeft" fmla="*/ 0 w 56880"/>
                <a:gd name="textAreaRight" fmla="*/ 57240 w 56880"/>
                <a:gd name="textAreaTop" fmla="*/ 0 h 56880"/>
                <a:gd name="textAreaBottom" fmla="*/ 57240 h 56880"/>
              </a:gdLst>
              <a:ahLst/>
              <a:cxnLst/>
              <a:rect l="textAreaLeft" t="textAreaTop" r="textAreaRight" b="textAreaBottom"/>
              <a:pathLst>
                <a:path w="5240" h="5239">
                  <a:moveTo>
                    <a:pt x="5090" y="0"/>
                  </a:moveTo>
                  <a:lnTo>
                    <a:pt x="3743" y="1197"/>
                  </a:lnTo>
                  <a:lnTo>
                    <a:pt x="2396" y="2545"/>
                  </a:lnTo>
                  <a:lnTo>
                    <a:pt x="1198" y="3892"/>
                  </a:lnTo>
                  <a:lnTo>
                    <a:pt x="1" y="5089"/>
                  </a:lnTo>
                  <a:lnTo>
                    <a:pt x="1" y="5239"/>
                  </a:lnTo>
                  <a:lnTo>
                    <a:pt x="150" y="5239"/>
                  </a:lnTo>
                  <a:lnTo>
                    <a:pt x="1497" y="4041"/>
                  </a:lnTo>
                  <a:lnTo>
                    <a:pt x="2695" y="2844"/>
                  </a:lnTo>
                  <a:lnTo>
                    <a:pt x="4042" y="1497"/>
                  </a:lnTo>
                  <a:lnTo>
                    <a:pt x="5239" y="150"/>
                  </a:lnTo>
                  <a:lnTo>
                    <a:pt x="5239" y="0"/>
                  </a:lnTo>
                  <a:close/>
                </a:path>
              </a:pathLst>
            </a:custGeom>
            <a:solidFill>
              <a:schemeClr val="dk1"/>
            </a:solidFill>
            <a:ln w="0">
              <a:noFill/>
            </a:ln>
          </p:spPr>
          <p:style>
            <a:lnRef idx="0"/>
            <a:fillRef idx="0"/>
            <a:effectRef idx="0"/>
            <a:fontRef idx="minor"/>
          </p:style>
          <p:txBody>
            <a:bodyPr tIns="28440" bIns="28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47" name="Google Shape;2886;p119"/>
            <p:cNvSpPr/>
            <p:nvPr/>
          </p:nvSpPr>
          <p:spPr>
            <a:xfrm>
              <a:off x="6849720" y="1867680"/>
              <a:ext cx="45360" cy="43920"/>
            </a:xfrm>
            <a:custGeom>
              <a:avLst/>
              <a:gdLst>
                <a:gd name="textAreaLeft" fmla="*/ 0 w 45360"/>
                <a:gd name="textAreaRight" fmla="*/ 45720 w 45360"/>
                <a:gd name="textAreaTop" fmla="*/ 0 h 43920"/>
                <a:gd name="textAreaBottom" fmla="*/ 44280 h 43920"/>
              </a:gdLst>
              <a:ahLst/>
              <a:cxnLst/>
              <a:rect l="textAreaLeft" t="textAreaTop" r="textAreaRight" b="textAreaBottom"/>
              <a:pathLst>
                <a:path w="4192" h="4042">
                  <a:moveTo>
                    <a:pt x="4042" y="1"/>
                  </a:moveTo>
                  <a:lnTo>
                    <a:pt x="1946" y="1797"/>
                  </a:lnTo>
                  <a:lnTo>
                    <a:pt x="1048" y="2845"/>
                  </a:lnTo>
                  <a:lnTo>
                    <a:pt x="0" y="4042"/>
                  </a:lnTo>
                  <a:lnTo>
                    <a:pt x="150" y="4042"/>
                  </a:lnTo>
                  <a:lnTo>
                    <a:pt x="1198" y="3144"/>
                  </a:lnTo>
                  <a:lnTo>
                    <a:pt x="2245" y="2096"/>
                  </a:lnTo>
                  <a:lnTo>
                    <a:pt x="4191" y="150"/>
                  </a:lnTo>
                  <a:lnTo>
                    <a:pt x="4191" y="1"/>
                  </a:lnTo>
                  <a:close/>
                </a:path>
              </a:pathLst>
            </a:custGeom>
            <a:solidFill>
              <a:schemeClr val="dk1"/>
            </a:solidFill>
            <a:ln w="0">
              <a:noFill/>
            </a:ln>
          </p:spPr>
          <p:style>
            <a:lnRef idx="0"/>
            <a:fillRef idx="0"/>
            <a:effectRef idx="0"/>
            <a:fontRef idx="minor"/>
          </p:style>
          <p:txBody>
            <a:bodyPr tIns="21960" bIns="21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48" name="Google Shape;2887;p119"/>
            <p:cNvSpPr/>
            <p:nvPr/>
          </p:nvSpPr>
          <p:spPr>
            <a:xfrm>
              <a:off x="6818400" y="1831680"/>
              <a:ext cx="37080" cy="37440"/>
            </a:xfrm>
            <a:custGeom>
              <a:avLst/>
              <a:gdLst>
                <a:gd name="textAreaLeft" fmla="*/ 0 w 37080"/>
                <a:gd name="textAreaRight" fmla="*/ 37440 w 37080"/>
                <a:gd name="textAreaTop" fmla="*/ 0 h 37440"/>
                <a:gd name="textAreaBottom" fmla="*/ 37800 h 37440"/>
              </a:gdLst>
              <a:ahLst/>
              <a:cxnLst/>
              <a:rect l="textAreaLeft" t="textAreaTop" r="textAreaRight" b="textAreaBottom"/>
              <a:pathLst>
                <a:path w="3443" h="3444">
                  <a:moveTo>
                    <a:pt x="3293" y="1"/>
                  </a:moveTo>
                  <a:lnTo>
                    <a:pt x="2395" y="749"/>
                  </a:lnTo>
                  <a:lnTo>
                    <a:pt x="1497" y="1497"/>
                  </a:lnTo>
                  <a:lnTo>
                    <a:pt x="0" y="3294"/>
                  </a:lnTo>
                  <a:lnTo>
                    <a:pt x="0" y="3443"/>
                  </a:lnTo>
                  <a:lnTo>
                    <a:pt x="1796" y="1947"/>
                  </a:lnTo>
                  <a:lnTo>
                    <a:pt x="3443" y="1"/>
                  </a:lnTo>
                  <a:close/>
                </a:path>
              </a:pathLst>
            </a:custGeom>
            <a:solidFill>
              <a:schemeClr val="dk1"/>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49" name="Google Shape;2888;p119"/>
            <p:cNvSpPr/>
            <p:nvPr/>
          </p:nvSpPr>
          <p:spPr>
            <a:xfrm>
              <a:off x="6834960" y="1851120"/>
              <a:ext cx="38880" cy="38880"/>
            </a:xfrm>
            <a:custGeom>
              <a:avLst/>
              <a:gdLst>
                <a:gd name="textAreaLeft" fmla="*/ 0 w 38880"/>
                <a:gd name="textAreaRight" fmla="*/ 39240 w 38880"/>
                <a:gd name="textAreaTop" fmla="*/ 0 h 38880"/>
                <a:gd name="textAreaBottom" fmla="*/ 39240 h 38880"/>
              </a:gdLst>
              <a:ahLst/>
              <a:cxnLst/>
              <a:rect l="textAreaLeft" t="textAreaTop" r="textAreaRight" b="textAreaBottom"/>
              <a:pathLst>
                <a:path w="3593" h="3594">
                  <a:moveTo>
                    <a:pt x="3443" y="1"/>
                  </a:moveTo>
                  <a:lnTo>
                    <a:pt x="1647" y="1647"/>
                  </a:lnTo>
                  <a:lnTo>
                    <a:pt x="0" y="3443"/>
                  </a:lnTo>
                  <a:lnTo>
                    <a:pt x="0" y="3593"/>
                  </a:lnTo>
                  <a:lnTo>
                    <a:pt x="1946" y="1947"/>
                  </a:lnTo>
                  <a:lnTo>
                    <a:pt x="3592" y="151"/>
                  </a:lnTo>
                  <a:lnTo>
                    <a:pt x="3592" y="1"/>
                  </a:lnTo>
                  <a:close/>
                </a:path>
              </a:pathLst>
            </a:custGeom>
            <a:solidFill>
              <a:schemeClr val="dk1"/>
            </a:solidFill>
            <a:ln w="0">
              <a:noFill/>
            </a:ln>
          </p:spPr>
          <p:style>
            <a:lnRef idx="0"/>
            <a:fillRef idx="0"/>
            <a:effectRef idx="0"/>
            <a:fontRef idx="minor"/>
          </p:style>
          <p:txBody>
            <a:bodyPr tIns="19440" bIns="19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0" name="Google Shape;2889;p119"/>
            <p:cNvSpPr/>
            <p:nvPr/>
          </p:nvSpPr>
          <p:spPr>
            <a:xfrm>
              <a:off x="6800400" y="1813680"/>
              <a:ext cx="33840" cy="33840"/>
            </a:xfrm>
            <a:custGeom>
              <a:avLst/>
              <a:gdLst>
                <a:gd name="textAreaLeft" fmla="*/ 0 w 33840"/>
                <a:gd name="textAreaRight" fmla="*/ 34200 w 33840"/>
                <a:gd name="textAreaTop" fmla="*/ 0 h 33840"/>
                <a:gd name="textAreaBottom" fmla="*/ 34200 h 33840"/>
              </a:gdLst>
              <a:ahLst/>
              <a:cxnLst/>
              <a:rect l="textAreaLeft" t="textAreaTop" r="textAreaRight" b="textAreaBottom"/>
              <a:pathLst>
                <a:path w="3145" h="3144">
                  <a:moveTo>
                    <a:pt x="2994" y="0"/>
                  </a:moveTo>
                  <a:lnTo>
                    <a:pt x="2246" y="599"/>
                  </a:lnTo>
                  <a:lnTo>
                    <a:pt x="1049" y="1796"/>
                  </a:lnTo>
                  <a:lnTo>
                    <a:pt x="1" y="2994"/>
                  </a:lnTo>
                  <a:lnTo>
                    <a:pt x="1" y="3143"/>
                  </a:lnTo>
                  <a:lnTo>
                    <a:pt x="151" y="3143"/>
                  </a:lnTo>
                  <a:lnTo>
                    <a:pt x="1797" y="1647"/>
                  </a:lnTo>
                  <a:lnTo>
                    <a:pt x="2545" y="898"/>
                  </a:lnTo>
                  <a:lnTo>
                    <a:pt x="3144" y="150"/>
                  </a:lnTo>
                  <a:lnTo>
                    <a:pt x="3144" y="0"/>
                  </a:lnTo>
                  <a:close/>
                </a:path>
              </a:pathLst>
            </a:custGeom>
            <a:solidFill>
              <a:schemeClr val="dk1"/>
            </a:solidFill>
            <a:ln w="0">
              <a:noFill/>
            </a:ln>
          </p:spPr>
          <p:style>
            <a:lnRef idx="0"/>
            <a:fillRef idx="0"/>
            <a:effectRef idx="0"/>
            <a:fontRef idx="minor"/>
          </p:style>
          <p:txBody>
            <a:bodyPr tIns="16920" bIns="16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1" name="Google Shape;2890;p119"/>
            <p:cNvSpPr/>
            <p:nvPr/>
          </p:nvSpPr>
          <p:spPr>
            <a:xfrm>
              <a:off x="6785640" y="1793880"/>
              <a:ext cx="29160" cy="30600"/>
            </a:xfrm>
            <a:custGeom>
              <a:avLst/>
              <a:gdLst>
                <a:gd name="textAreaLeft" fmla="*/ 0 w 29160"/>
                <a:gd name="textAreaRight" fmla="*/ 29520 w 29160"/>
                <a:gd name="textAreaTop" fmla="*/ 0 h 30600"/>
                <a:gd name="textAreaBottom" fmla="*/ 30960 h 30600"/>
              </a:gdLst>
              <a:ahLst/>
              <a:cxnLst/>
              <a:rect l="textAreaLeft" t="textAreaTop" r="textAreaRight" b="textAreaBottom"/>
              <a:pathLst>
                <a:path w="2695" h="2844">
                  <a:moveTo>
                    <a:pt x="2545" y="0"/>
                  </a:moveTo>
                  <a:lnTo>
                    <a:pt x="1198" y="1347"/>
                  </a:lnTo>
                  <a:lnTo>
                    <a:pt x="1" y="2694"/>
                  </a:lnTo>
                  <a:lnTo>
                    <a:pt x="1" y="2844"/>
                  </a:lnTo>
                  <a:lnTo>
                    <a:pt x="150" y="2844"/>
                  </a:lnTo>
                  <a:lnTo>
                    <a:pt x="1498" y="1647"/>
                  </a:lnTo>
                  <a:lnTo>
                    <a:pt x="2695" y="150"/>
                  </a:lnTo>
                  <a:lnTo>
                    <a:pt x="2695" y="0"/>
                  </a:lnTo>
                  <a:close/>
                </a:path>
              </a:pathLst>
            </a:custGeom>
            <a:solidFill>
              <a:schemeClr val="dk1"/>
            </a:solidFill>
            <a:ln w="0">
              <a:noFill/>
            </a:ln>
          </p:spPr>
          <p:style>
            <a:lnRef idx="0"/>
            <a:fillRef idx="0"/>
            <a:effectRef idx="0"/>
            <a:fontRef idx="minor"/>
          </p:style>
          <p:txBody>
            <a:bodyPr tIns="15480" bIns="15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2" name="Google Shape;2891;p119"/>
            <p:cNvSpPr/>
            <p:nvPr/>
          </p:nvSpPr>
          <p:spPr>
            <a:xfrm>
              <a:off x="6767640" y="1771200"/>
              <a:ext cx="32400" cy="32400"/>
            </a:xfrm>
            <a:custGeom>
              <a:avLst/>
              <a:gdLst>
                <a:gd name="textAreaLeft" fmla="*/ 0 w 32400"/>
                <a:gd name="textAreaRight" fmla="*/ 32760 w 32400"/>
                <a:gd name="textAreaTop" fmla="*/ 0 h 32400"/>
                <a:gd name="textAreaBottom" fmla="*/ 32760 h 32400"/>
              </a:gdLst>
              <a:ahLst/>
              <a:cxnLst/>
              <a:rect l="textAreaLeft" t="textAreaTop" r="textAreaRight" b="textAreaBottom"/>
              <a:pathLst>
                <a:path w="2994" h="2995">
                  <a:moveTo>
                    <a:pt x="2994" y="1"/>
                  </a:moveTo>
                  <a:lnTo>
                    <a:pt x="2096" y="599"/>
                  </a:lnTo>
                  <a:lnTo>
                    <a:pt x="1497" y="1348"/>
                  </a:lnTo>
                  <a:lnTo>
                    <a:pt x="0" y="2994"/>
                  </a:lnTo>
                  <a:lnTo>
                    <a:pt x="150" y="2994"/>
                  </a:lnTo>
                  <a:lnTo>
                    <a:pt x="1796" y="1647"/>
                  </a:lnTo>
                  <a:lnTo>
                    <a:pt x="2395" y="899"/>
                  </a:lnTo>
                  <a:lnTo>
                    <a:pt x="2994" y="150"/>
                  </a:lnTo>
                  <a:lnTo>
                    <a:pt x="2994" y="1"/>
                  </a:lnTo>
                  <a:close/>
                </a:path>
              </a:pathLst>
            </a:custGeom>
            <a:solidFill>
              <a:schemeClr val="dk1"/>
            </a:solidFill>
            <a:ln w="0">
              <a:noFill/>
            </a:ln>
          </p:spPr>
          <p:style>
            <a:lnRef idx="0"/>
            <a:fillRef idx="0"/>
            <a:effectRef idx="0"/>
            <a:fontRef idx="minor"/>
          </p:style>
          <p:txBody>
            <a:bodyPr tIns="16200" bIns="16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3" name="Google Shape;2892;p119"/>
            <p:cNvSpPr/>
            <p:nvPr/>
          </p:nvSpPr>
          <p:spPr>
            <a:xfrm>
              <a:off x="6753240" y="1751400"/>
              <a:ext cx="29160" cy="30600"/>
            </a:xfrm>
            <a:custGeom>
              <a:avLst/>
              <a:gdLst>
                <a:gd name="textAreaLeft" fmla="*/ 0 w 29160"/>
                <a:gd name="textAreaRight" fmla="*/ 29520 w 29160"/>
                <a:gd name="textAreaTop" fmla="*/ 0 h 30600"/>
                <a:gd name="textAreaBottom" fmla="*/ 30960 h 30600"/>
              </a:gdLst>
              <a:ahLst/>
              <a:cxnLst/>
              <a:rect l="textAreaLeft" t="textAreaTop" r="textAreaRight" b="textAreaBottom"/>
              <a:pathLst>
                <a:path w="2695" h="2845">
                  <a:moveTo>
                    <a:pt x="2694" y="0"/>
                  </a:moveTo>
                  <a:lnTo>
                    <a:pt x="1946" y="599"/>
                  </a:lnTo>
                  <a:lnTo>
                    <a:pt x="1198" y="1198"/>
                  </a:lnTo>
                  <a:lnTo>
                    <a:pt x="0" y="2695"/>
                  </a:lnTo>
                  <a:lnTo>
                    <a:pt x="0" y="2844"/>
                  </a:lnTo>
                  <a:lnTo>
                    <a:pt x="1497" y="1497"/>
                  </a:lnTo>
                  <a:lnTo>
                    <a:pt x="2245" y="749"/>
                  </a:lnTo>
                  <a:lnTo>
                    <a:pt x="2694" y="0"/>
                  </a:lnTo>
                  <a:close/>
                </a:path>
              </a:pathLst>
            </a:custGeom>
            <a:solidFill>
              <a:schemeClr val="dk1"/>
            </a:solidFill>
            <a:ln w="0">
              <a:noFill/>
            </a:ln>
          </p:spPr>
          <p:style>
            <a:lnRef idx="0"/>
            <a:fillRef idx="0"/>
            <a:effectRef idx="0"/>
            <a:fontRef idx="minor"/>
          </p:style>
          <p:txBody>
            <a:bodyPr tIns="15480" bIns="15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4" name="Google Shape;2893;p119"/>
            <p:cNvSpPr/>
            <p:nvPr/>
          </p:nvSpPr>
          <p:spPr>
            <a:xfrm>
              <a:off x="6733440" y="1731960"/>
              <a:ext cx="30600" cy="30600"/>
            </a:xfrm>
            <a:custGeom>
              <a:avLst/>
              <a:gdLst>
                <a:gd name="textAreaLeft" fmla="*/ 0 w 30600"/>
                <a:gd name="textAreaRight" fmla="*/ 30960 w 30600"/>
                <a:gd name="textAreaTop" fmla="*/ 0 h 30600"/>
                <a:gd name="textAreaBottom" fmla="*/ 30960 h 30600"/>
              </a:gdLst>
              <a:ahLst/>
              <a:cxnLst/>
              <a:rect l="textAreaLeft" t="textAreaTop" r="textAreaRight" b="textAreaBottom"/>
              <a:pathLst>
                <a:path w="2844" h="2845">
                  <a:moveTo>
                    <a:pt x="2694" y="0"/>
                  </a:moveTo>
                  <a:lnTo>
                    <a:pt x="1946" y="449"/>
                  </a:lnTo>
                  <a:lnTo>
                    <a:pt x="1347" y="1198"/>
                  </a:lnTo>
                  <a:lnTo>
                    <a:pt x="0" y="2695"/>
                  </a:lnTo>
                  <a:lnTo>
                    <a:pt x="0" y="2844"/>
                  </a:lnTo>
                  <a:lnTo>
                    <a:pt x="150" y="2844"/>
                  </a:lnTo>
                  <a:lnTo>
                    <a:pt x="1647" y="1497"/>
                  </a:lnTo>
                  <a:lnTo>
                    <a:pt x="2245" y="749"/>
                  </a:lnTo>
                  <a:lnTo>
                    <a:pt x="2844" y="150"/>
                  </a:lnTo>
                  <a:lnTo>
                    <a:pt x="2844" y="0"/>
                  </a:lnTo>
                  <a:close/>
                </a:path>
              </a:pathLst>
            </a:custGeom>
            <a:solidFill>
              <a:schemeClr val="dk1"/>
            </a:solidFill>
            <a:ln w="0">
              <a:noFill/>
            </a:ln>
          </p:spPr>
          <p:style>
            <a:lnRef idx="0"/>
            <a:fillRef idx="0"/>
            <a:effectRef idx="0"/>
            <a:fontRef idx="minor"/>
          </p:style>
          <p:txBody>
            <a:bodyPr tIns="15480" bIns="15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5" name="Google Shape;2894;p119"/>
            <p:cNvSpPr/>
            <p:nvPr/>
          </p:nvSpPr>
          <p:spPr>
            <a:xfrm>
              <a:off x="6718680" y="1708920"/>
              <a:ext cx="30600" cy="29160"/>
            </a:xfrm>
            <a:custGeom>
              <a:avLst/>
              <a:gdLst>
                <a:gd name="textAreaLeft" fmla="*/ 0 w 30600"/>
                <a:gd name="textAreaRight" fmla="*/ 30960 w 30600"/>
                <a:gd name="textAreaTop" fmla="*/ 0 h 29160"/>
                <a:gd name="textAreaBottom" fmla="*/ 29520 h 29160"/>
              </a:gdLst>
              <a:ahLst/>
              <a:cxnLst/>
              <a:rect l="textAreaLeft" t="textAreaTop" r="textAreaRight" b="textAreaBottom"/>
              <a:pathLst>
                <a:path w="2845" h="2695">
                  <a:moveTo>
                    <a:pt x="2695" y="1"/>
                  </a:moveTo>
                  <a:lnTo>
                    <a:pt x="1947" y="450"/>
                  </a:lnTo>
                  <a:lnTo>
                    <a:pt x="1348" y="1198"/>
                  </a:lnTo>
                  <a:lnTo>
                    <a:pt x="1" y="2695"/>
                  </a:lnTo>
                  <a:lnTo>
                    <a:pt x="151" y="2695"/>
                  </a:lnTo>
                  <a:lnTo>
                    <a:pt x="1647" y="1498"/>
                  </a:lnTo>
                  <a:lnTo>
                    <a:pt x="2246" y="749"/>
                  </a:lnTo>
                  <a:lnTo>
                    <a:pt x="2845" y="1"/>
                  </a:lnTo>
                  <a:close/>
                </a:path>
              </a:pathLst>
            </a:custGeom>
            <a:solidFill>
              <a:schemeClr val="dk1"/>
            </a:solidFill>
            <a:ln w="0">
              <a:noFill/>
            </a:ln>
          </p:spPr>
          <p:style>
            <a:lnRef idx="0"/>
            <a:fillRef idx="0"/>
            <a:effectRef idx="0"/>
            <a:fontRef idx="minor"/>
          </p:style>
          <p:txBody>
            <a:bodyPr tIns="14760" bIns="14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6" name="Google Shape;2895;p119"/>
            <p:cNvSpPr/>
            <p:nvPr/>
          </p:nvSpPr>
          <p:spPr>
            <a:xfrm>
              <a:off x="6702480" y="1692720"/>
              <a:ext cx="24120" cy="24120"/>
            </a:xfrm>
            <a:custGeom>
              <a:avLst/>
              <a:gdLst>
                <a:gd name="textAreaLeft" fmla="*/ 0 w 24120"/>
                <a:gd name="textAreaRight" fmla="*/ 24480 w 24120"/>
                <a:gd name="textAreaTop" fmla="*/ 0 h 24120"/>
                <a:gd name="textAreaBottom" fmla="*/ 24480 h 24120"/>
              </a:gdLst>
              <a:ahLst/>
              <a:cxnLst/>
              <a:rect l="textAreaLeft" t="textAreaTop" r="textAreaRight" b="textAreaBottom"/>
              <a:pathLst>
                <a:path w="2246" h="2246">
                  <a:moveTo>
                    <a:pt x="2096" y="0"/>
                  </a:moveTo>
                  <a:lnTo>
                    <a:pt x="1497" y="449"/>
                  </a:lnTo>
                  <a:lnTo>
                    <a:pt x="898" y="1048"/>
                  </a:lnTo>
                  <a:lnTo>
                    <a:pt x="0" y="2245"/>
                  </a:lnTo>
                  <a:lnTo>
                    <a:pt x="1198" y="1347"/>
                  </a:lnTo>
                  <a:lnTo>
                    <a:pt x="1796" y="748"/>
                  </a:lnTo>
                  <a:lnTo>
                    <a:pt x="2245" y="150"/>
                  </a:lnTo>
                  <a:lnTo>
                    <a:pt x="2245" y="0"/>
                  </a:lnTo>
                  <a:close/>
                </a:path>
              </a:pathLst>
            </a:custGeom>
            <a:solidFill>
              <a:schemeClr val="dk1"/>
            </a:solidFill>
            <a:ln w="0">
              <a:noFill/>
            </a:ln>
          </p:spPr>
          <p:style>
            <a:lnRef idx="0"/>
            <a:fillRef idx="0"/>
            <a:effectRef idx="0"/>
            <a:fontRef idx="minor"/>
          </p:style>
          <p:txBody>
            <a:bodyPr tIns="12240" bIns="122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7" name="Google Shape;2896;p119"/>
            <p:cNvSpPr/>
            <p:nvPr/>
          </p:nvSpPr>
          <p:spPr>
            <a:xfrm>
              <a:off x="6685920" y="1677960"/>
              <a:ext cx="17640" cy="17640"/>
            </a:xfrm>
            <a:custGeom>
              <a:avLst/>
              <a:gdLst>
                <a:gd name="textAreaLeft" fmla="*/ 0 w 17640"/>
                <a:gd name="textAreaRight" fmla="*/ 18000 w 17640"/>
                <a:gd name="textAreaTop" fmla="*/ 0 h 17640"/>
                <a:gd name="textAreaBottom" fmla="*/ 18000 h 17640"/>
              </a:gdLst>
              <a:ahLst/>
              <a:cxnLst/>
              <a:rect l="textAreaLeft" t="textAreaTop" r="textAreaRight" b="textAreaBottom"/>
              <a:pathLst>
                <a:path w="1647" h="1648">
                  <a:moveTo>
                    <a:pt x="1497" y="1"/>
                  </a:moveTo>
                  <a:lnTo>
                    <a:pt x="599" y="749"/>
                  </a:lnTo>
                  <a:lnTo>
                    <a:pt x="0" y="1647"/>
                  </a:lnTo>
                  <a:lnTo>
                    <a:pt x="0" y="1647"/>
                  </a:lnTo>
                  <a:lnTo>
                    <a:pt x="898" y="1049"/>
                  </a:lnTo>
                  <a:lnTo>
                    <a:pt x="1647" y="151"/>
                  </a:lnTo>
                  <a:lnTo>
                    <a:pt x="1647" y="1"/>
                  </a:lnTo>
                  <a:close/>
                </a:path>
              </a:pathLst>
            </a:custGeom>
            <a:solidFill>
              <a:schemeClr val="dk1"/>
            </a:solidFill>
            <a:ln w="0">
              <a:noFill/>
            </a:ln>
          </p:spPr>
          <p:style>
            <a:lnRef idx="0"/>
            <a:fillRef idx="0"/>
            <a:effectRef idx="0"/>
            <a:fontRef idx="minor"/>
          </p:style>
          <p:txBody>
            <a:bodyPr tIns="9000" bIns="9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8" name="Google Shape;2897;p119"/>
            <p:cNvSpPr/>
            <p:nvPr/>
          </p:nvSpPr>
          <p:spPr>
            <a:xfrm>
              <a:off x="6667920" y="1659960"/>
              <a:ext cx="14400" cy="15840"/>
            </a:xfrm>
            <a:custGeom>
              <a:avLst/>
              <a:gdLst>
                <a:gd name="textAreaLeft" fmla="*/ 0 w 14400"/>
                <a:gd name="textAreaRight" fmla="*/ 14760 w 14400"/>
                <a:gd name="textAreaTop" fmla="*/ 0 h 15840"/>
                <a:gd name="textAreaBottom" fmla="*/ 16200 h 15840"/>
              </a:gdLst>
              <a:ahLst/>
              <a:cxnLst/>
              <a:rect l="textAreaLeft" t="textAreaTop" r="textAreaRight" b="textAreaBottom"/>
              <a:pathLst>
                <a:path w="1349" h="1498">
                  <a:moveTo>
                    <a:pt x="1198" y="0"/>
                  </a:moveTo>
                  <a:lnTo>
                    <a:pt x="450" y="599"/>
                  </a:lnTo>
                  <a:lnTo>
                    <a:pt x="1" y="1348"/>
                  </a:lnTo>
                  <a:lnTo>
                    <a:pt x="1" y="1497"/>
                  </a:lnTo>
                  <a:lnTo>
                    <a:pt x="151" y="1497"/>
                  </a:lnTo>
                  <a:lnTo>
                    <a:pt x="749" y="899"/>
                  </a:lnTo>
                  <a:lnTo>
                    <a:pt x="1348" y="150"/>
                  </a:lnTo>
                  <a:lnTo>
                    <a:pt x="1348" y="0"/>
                  </a:lnTo>
                  <a:close/>
                </a:path>
              </a:pathLst>
            </a:custGeom>
            <a:solidFill>
              <a:schemeClr val="dk1"/>
            </a:solidFill>
            <a:ln w="0">
              <a:noFill/>
            </a:ln>
          </p:spPr>
          <p:style>
            <a:lnRef idx="0"/>
            <a:fillRef idx="0"/>
            <a:effectRef idx="0"/>
            <a:fontRef idx="minor"/>
          </p:style>
          <p:txBody>
            <a:bodyPr tIns="7920" bIns="7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9" name="Google Shape;2898;p119"/>
            <p:cNvSpPr/>
            <p:nvPr/>
          </p:nvSpPr>
          <p:spPr>
            <a:xfrm>
              <a:off x="6651720" y="1638720"/>
              <a:ext cx="15840" cy="14400"/>
            </a:xfrm>
            <a:custGeom>
              <a:avLst/>
              <a:gdLst>
                <a:gd name="textAreaLeft" fmla="*/ 0 w 15840"/>
                <a:gd name="textAreaRight" fmla="*/ 16200 w 15840"/>
                <a:gd name="textAreaTop" fmla="*/ 0 h 14400"/>
                <a:gd name="textAreaBottom" fmla="*/ 14760 h 14400"/>
              </a:gdLst>
              <a:ahLst/>
              <a:cxnLst/>
              <a:rect l="textAreaLeft" t="textAreaTop" r="textAreaRight" b="textAreaBottom"/>
              <a:pathLst>
                <a:path w="1497" h="1348">
                  <a:moveTo>
                    <a:pt x="1347" y="1"/>
                  </a:moveTo>
                  <a:lnTo>
                    <a:pt x="898" y="150"/>
                  </a:lnTo>
                  <a:lnTo>
                    <a:pt x="599" y="450"/>
                  </a:lnTo>
                  <a:lnTo>
                    <a:pt x="0" y="1198"/>
                  </a:lnTo>
                  <a:lnTo>
                    <a:pt x="0" y="1348"/>
                  </a:lnTo>
                  <a:lnTo>
                    <a:pt x="150" y="1348"/>
                  </a:lnTo>
                  <a:lnTo>
                    <a:pt x="898" y="749"/>
                  </a:lnTo>
                  <a:lnTo>
                    <a:pt x="1198" y="450"/>
                  </a:lnTo>
                  <a:lnTo>
                    <a:pt x="1497" y="1"/>
                  </a:lnTo>
                  <a:close/>
                </a:path>
              </a:pathLst>
            </a:custGeom>
            <a:solidFill>
              <a:schemeClr val="dk1"/>
            </a:solidFill>
            <a:ln w="0">
              <a:noFill/>
            </a:ln>
          </p:spPr>
          <p:style>
            <a:lnRef idx="0"/>
            <a:fillRef idx="0"/>
            <a:effectRef idx="0"/>
            <a:fontRef idx="minor"/>
          </p:style>
          <p:txBody>
            <a:bodyPr tIns="7200" bIns="7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0" name="Google Shape;2899;p119"/>
            <p:cNvSpPr/>
            <p:nvPr/>
          </p:nvSpPr>
          <p:spPr>
            <a:xfrm>
              <a:off x="6633720" y="1618920"/>
              <a:ext cx="12600" cy="14400"/>
            </a:xfrm>
            <a:custGeom>
              <a:avLst/>
              <a:gdLst>
                <a:gd name="textAreaLeft" fmla="*/ 0 w 12600"/>
                <a:gd name="textAreaRight" fmla="*/ 12960 w 12600"/>
                <a:gd name="textAreaTop" fmla="*/ 0 h 14400"/>
                <a:gd name="textAreaBottom" fmla="*/ 14760 h 14400"/>
              </a:gdLst>
              <a:ahLst/>
              <a:cxnLst/>
              <a:rect l="textAreaLeft" t="textAreaTop" r="textAreaRight" b="textAreaBottom"/>
              <a:pathLst>
                <a:path w="1199" h="1348">
                  <a:moveTo>
                    <a:pt x="1048" y="0"/>
                  </a:moveTo>
                  <a:lnTo>
                    <a:pt x="450" y="599"/>
                  </a:lnTo>
                  <a:lnTo>
                    <a:pt x="1" y="1198"/>
                  </a:lnTo>
                  <a:lnTo>
                    <a:pt x="1" y="1348"/>
                  </a:lnTo>
                  <a:lnTo>
                    <a:pt x="150" y="1348"/>
                  </a:lnTo>
                  <a:lnTo>
                    <a:pt x="749" y="749"/>
                  </a:lnTo>
                  <a:lnTo>
                    <a:pt x="1198" y="150"/>
                  </a:lnTo>
                  <a:lnTo>
                    <a:pt x="1198" y="0"/>
                  </a:lnTo>
                  <a:close/>
                </a:path>
              </a:pathLst>
            </a:custGeom>
            <a:solidFill>
              <a:schemeClr val="dk1"/>
            </a:solidFill>
            <a:ln w="0">
              <a:noFill/>
            </a:ln>
          </p:spPr>
          <p:style>
            <a:lnRef idx="0"/>
            <a:fillRef idx="0"/>
            <a:effectRef idx="0"/>
            <a:fontRef idx="minor"/>
          </p:style>
          <p:txBody>
            <a:bodyPr tIns="7200" bIns="7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1" name="Google Shape;2900;p119"/>
            <p:cNvSpPr/>
            <p:nvPr/>
          </p:nvSpPr>
          <p:spPr>
            <a:xfrm>
              <a:off x="7371000" y="2300760"/>
              <a:ext cx="53640" cy="55080"/>
            </a:xfrm>
            <a:custGeom>
              <a:avLst/>
              <a:gdLst>
                <a:gd name="textAreaLeft" fmla="*/ 0 w 53640"/>
                <a:gd name="textAreaRight" fmla="*/ 54000 w 53640"/>
                <a:gd name="textAreaTop" fmla="*/ 0 h 55080"/>
                <a:gd name="textAreaBottom" fmla="*/ 55440 h 55080"/>
              </a:gdLst>
              <a:ahLst/>
              <a:cxnLst/>
              <a:rect l="textAreaLeft" t="textAreaTop" r="textAreaRight" b="textAreaBottom"/>
              <a:pathLst>
                <a:path w="4940" h="5090">
                  <a:moveTo>
                    <a:pt x="4940" y="0"/>
                  </a:moveTo>
                  <a:lnTo>
                    <a:pt x="3593" y="1198"/>
                  </a:lnTo>
                  <a:lnTo>
                    <a:pt x="2395" y="2395"/>
                  </a:lnTo>
                  <a:lnTo>
                    <a:pt x="1" y="4940"/>
                  </a:lnTo>
                  <a:lnTo>
                    <a:pt x="1" y="5090"/>
                  </a:lnTo>
                  <a:lnTo>
                    <a:pt x="150" y="5090"/>
                  </a:lnTo>
                  <a:lnTo>
                    <a:pt x="2695" y="2695"/>
                  </a:lnTo>
                  <a:lnTo>
                    <a:pt x="4940" y="150"/>
                  </a:lnTo>
                  <a:lnTo>
                    <a:pt x="4940" y="0"/>
                  </a:lnTo>
                  <a:close/>
                </a:path>
              </a:pathLst>
            </a:custGeom>
            <a:solidFill>
              <a:schemeClr val="dk1"/>
            </a:solidFill>
            <a:ln w="0">
              <a:noFill/>
            </a:ln>
          </p:spPr>
          <p:style>
            <a:lnRef idx="0"/>
            <a:fillRef idx="0"/>
            <a:effectRef idx="0"/>
            <a:fontRef idx="minor"/>
          </p:style>
          <p:txBody>
            <a:bodyPr tIns="27720" bIns="27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2" name="Google Shape;2901;p119"/>
            <p:cNvSpPr/>
            <p:nvPr/>
          </p:nvSpPr>
          <p:spPr>
            <a:xfrm>
              <a:off x="7389000" y="2322000"/>
              <a:ext cx="55080" cy="55080"/>
            </a:xfrm>
            <a:custGeom>
              <a:avLst/>
              <a:gdLst>
                <a:gd name="textAreaLeft" fmla="*/ 0 w 55080"/>
                <a:gd name="textAreaRight" fmla="*/ 55440 w 55080"/>
                <a:gd name="textAreaTop" fmla="*/ 0 h 55080"/>
                <a:gd name="textAreaBottom" fmla="*/ 55440 h 55080"/>
              </a:gdLst>
              <a:ahLst/>
              <a:cxnLst/>
              <a:rect l="textAreaLeft" t="textAreaTop" r="textAreaRight" b="textAreaBottom"/>
              <a:pathLst>
                <a:path w="5090" h="5090">
                  <a:moveTo>
                    <a:pt x="4939" y="0"/>
                  </a:moveTo>
                  <a:lnTo>
                    <a:pt x="3742" y="1048"/>
                  </a:lnTo>
                  <a:lnTo>
                    <a:pt x="2545" y="2245"/>
                  </a:lnTo>
                  <a:lnTo>
                    <a:pt x="1197" y="3593"/>
                  </a:lnTo>
                  <a:lnTo>
                    <a:pt x="0" y="4940"/>
                  </a:lnTo>
                  <a:lnTo>
                    <a:pt x="0" y="5089"/>
                  </a:lnTo>
                  <a:lnTo>
                    <a:pt x="150" y="5089"/>
                  </a:lnTo>
                  <a:lnTo>
                    <a:pt x="2844" y="2545"/>
                  </a:lnTo>
                  <a:lnTo>
                    <a:pt x="4041" y="1497"/>
                  </a:lnTo>
                  <a:lnTo>
                    <a:pt x="4640" y="898"/>
                  </a:lnTo>
                  <a:lnTo>
                    <a:pt x="5089" y="150"/>
                  </a:lnTo>
                  <a:lnTo>
                    <a:pt x="4939" y="0"/>
                  </a:lnTo>
                  <a:close/>
                </a:path>
              </a:pathLst>
            </a:custGeom>
            <a:solidFill>
              <a:schemeClr val="dk1"/>
            </a:solidFill>
            <a:ln w="0">
              <a:noFill/>
            </a:ln>
          </p:spPr>
          <p:style>
            <a:lnRef idx="0"/>
            <a:fillRef idx="0"/>
            <a:effectRef idx="0"/>
            <a:fontRef idx="minor"/>
          </p:style>
          <p:txBody>
            <a:bodyPr tIns="27720" bIns="27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3" name="Google Shape;2902;p119"/>
            <p:cNvSpPr/>
            <p:nvPr/>
          </p:nvSpPr>
          <p:spPr>
            <a:xfrm>
              <a:off x="7412040" y="2345040"/>
              <a:ext cx="47160" cy="47160"/>
            </a:xfrm>
            <a:custGeom>
              <a:avLst/>
              <a:gdLst>
                <a:gd name="textAreaLeft" fmla="*/ 0 w 47160"/>
                <a:gd name="textAreaRight" fmla="*/ 47520 w 47160"/>
                <a:gd name="textAreaTop" fmla="*/ 0 h 47160"/>
                <a:gd name="textAreaBottom" fmla="*/ 47520 h 47160"/>
              </a:gdLst>
              <a:ahLst/>
              <a:cxnLst/>
              <a:rect l="textAreaLeft" t="textAreaTop" r="textAreaRight" b="textAreaBottom"/>
              <a:pathLst>
                <a:path w="4342" h="4342">
                  <a:moveTo>
                    <a:pt x="4341" y="1"/>
                  </a:moveTo>
                  <a:lnTo>
                    <a:pt x="2096" y="2096"/>
                  </a:lnTo>
                  <a:lnTo>
                    <a:pt x="1" y="4192"/>
                  </a:lnTo>
                  <a:lnTo>
                    <a:pt x="1" y="4341"/>
                  </a:lnTo>
                  <a:lnTo>
                    <a:pt x="150" y="4341"/>
                  </a:lnTo>
                  <a:lnTo>
                    <a:pt x="2246" y="2396"/>
                  </a:lnTo>
                  <a:lnTo>
                    <a:pt x="4341" y="150"/>
                  </a:lnTo>
                  <a:lnTo>
                    <a:pt x="4341" y="1"/>
                  </a:lnTo>
                  <a:close/>
                </a:path>
              </a:pathLst>
            </a:custGeom>
            <a:solidFill>
              <a:schemeClr val="dk1"/>
            </a:solidFill>
            <a:ln w="0">
              <a:noFill/>
            </a:ln>
          </p:spPr>
          <p:style>
            <a:lnRef idx="0"/>
            <a:fillRef idx="0"/>
            <a:effectRef idx="0"/>
            <a:fontRef idx="minor"/>
          </p:style>
          <p:txBody>
            <a:bodyPr tIns="23760" bIns="23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4" name="Google Shape;2903;p119"/>
            <p:cNvSpPr/>
            <p:nvPr/>
          </p:nvSpPr>
          <p:spPr>
            <a:xfrm>
              <a:off x="7418520" y="2368080"/>
              <a:ext cx="56880" cy="55080"/>
            </a:xfrm>
            <a:custGeom>
              <a:avLst/>
              <a:gdLst>
                <a:gd name="textAreaLeft" fmla="*/ 0 w 56880"/>
                <a:gd name="textAreaRight" fmla="*/ 57240 w 56880"/>
                <a:gd name="textAreaTop" fmla="*/ 0 h 55080"/>
                <a:gd name="textAreaBottom" fmla="*/ 55440 h 55080"/>
              </a:gdLst>
              <a:ahLst/>
              <a:cxnLst/>
              <a:rect l="textAreaLeft" t="textAreaTop" r="textAreaRight" b="textAreaBottom"/>
              <a:pathLst>
                <a:path w="5240" h="5090">
                  <a:moveTo>
                    <a:pt x="5089" y="0"/>
                  </a:moveTo>
                  <a:lnTo>
                    <a:pt x="3742" y="1198"/>
                  </a:lnTo>
                  <a:lnTo>
                    <a:pt x="2395" y="2395"/>
                  </a:lnTo>
                  <a:lnTo>
                    <a:pt x="1198" y="3593"/>
                  </a:lnTo>
                  <a:lnTo>
                    <a:pt x="0" y="4940"/>
                  </a:lnTo>
                  <a:lnTo>
                    <a:pt x="0" y="5089"/>
                  </a:lnTo>
                  <a:lnTo>
                    <a:pt x="150" y="5089"/>
                  </a:lnTo>
                  <a:lnTo>
                    <a:pt x="1497" y="3892"/>
                  </a:lnTo>
                  <a:lnTo>
                    <a:pt x="2694" y="2694"/>
                  </a:lnTo>
                  <a:lnTo>
                    <a:pt x="4042" y="1347"/>
                  </a:lnTo>
                  <a:lnTo>
                    <a:pt x="5239" y="0"/>
                  </a:lnTo>
                  <a:close/>
                </a:path>
              </a:pathLst>
            </a:custGeom>
            <a:solidFill>
              <a:schemeClr val="dk1"/>
            </a:solidFill>
            <a:ln w="0">
              <a:noFill/>
            </a:ln>
          </p:spPr>
          <p:style>
            <a:lnRef idx="0"/>
            <a:fillRef idx="0"/>
            <a:effectRef idx="0"/>
            <a:fontRef idx="minor"/>
          </p:style>
          <p:txBody>
            <a:bodyPr tIns="27720" bIns="27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5" name="Google Shape;2904;p119"/>
            <p:cNvSpPr/>
            <p:nvPr/>
          </p:nvSpPr>
          <p:spPr>
            <a:xfrm>
              <a:off x="7446240" y="2389320"/>
              <a:ext cx="45360" cy="43920"/>
            </a:xfrm>
            <a:custGeom>
              <a:avLst/>
              <a:gdLst>
                <a:gd name="textAreaLeft" fmla="*/ 0 w 45360"/>
                <a:gd name="textAreaRight" fmla="*/ 45720 w 45360"/>
                <a:gd name="textAreaTop" fmla="*/ 0 h 43920"/>
                <a:gd name="textAreaBottom" fmla="*/ 44280 h 43920"/>
              </a:gdLst>
              <a:ahLst/>
              <a:cxnLst/>
              <a:rect l="textAreaLeft" t="textAreaTop" r="textAreaRight" b="textAreaBottom"/>
              <a:pathLst>
                <a:path w="4192" h="4042">
                  <a:moveTo>
                    <a:pt x="4042" y="0"/>
                  </a:moveTo>
                  <a:lnTo>
                    <a:pt x="2994" y="898"/>
                  </a:lnTo>
                  <a:lnTo>
                    <a:pt x="1947" y="1796"/>
                  </a:lnTo>
                  <a:lnTo>
                    <a:pt x="1" y="3892"/>
                  </a:lnTo>
                  <a:lnTo>
                    <a:pt x="1" y="4041"/>
                  </a:lnTo>
                  <a:lnTo>
                    <a:pt x="150" y="4041"/>
                  </a:lnTo>
                  <a:lnTo>
                    <a:pt x="2246" y="2096"/>
                  </a:lnTo>
                  <a:lnTo>
                    <a:pt x="3294" y="1048"/>
                  </a:lnTo>
                  <a:lnTo>
                    <a:pt x="4192" y="0"/>
                  </a:lnTo>
                  <a:close/>
                </a:path>
              </a:pathLst>
            </a:custGeom>
            <a:solidFill>
              <a:schemeClr val="dk1"/>
            </a:solidFill>
            <a:ln w="0">
              <a:noFill/>
            </a:ln>
          </p:spPr>
          <p:style>
            <a:lnRef idx="0"/>
            <a:fillRef idx="0"/>
            <a:effectRef idx="0"/>
            <a:fontRef idx="minor"/>
          </p:style>
          <p:txBody>
            <a:bodyPr tIns="21960" bIns="21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6" name="Google Shape;2905;p119"/>
            <p:cNvSpPr/>
            <p:nvPr/>
          </p:nvSpPr>
          <p:spPr>
            <a:xfrm>
              <a:off x="7487280" y="2431800"/>
              <a:ext cx="37440" cy="37440"/>
            </a:xfrm>
            <a:custGeom>
              <a:avLst/>
              <a:gdLst>
                <a:gd name="textAreaLeft" fmla="*/ 0 w 37440"/>
                <a:gd name="textAreaRight" fmla="*/ 37800 w 37440"/>
                <a:gd name="textAreaTop" fmla="*/ 0 h 37440"/>
                <a:gd name="textAreaBottom" fmla="*/ 37800 h 37440"/>
              </a:gdLst>
              <a:ahLst/>
              <a:cxnLst/>
              <a:rect l="textAreaLeft" t="textAreaTop" r="textAreaRight" b="textAreaBottom"/>
              <a:pathLst>
                <a:path w="3444" h="3444">
                  <a:moveTo>
                    <a:pt x="3294" y="1"/>
                  </a:moveTo>
                  <a:lnTo>
                    <a:pt x="1498" y="1498"/>
                  </a:lnTo>
                  <a:lnTo>
                    <a:pt x="1" y="3294"/>
                  </a:lnTo>
                  <a:lnTo>
                    <a:pt x="1" y="3443"/>
                  </a:lnTo>
                  <a:lnTo>
                    <a:pt x="150" y="3443"/>
                  </a:lnTo>
                  <a:lnTo>
                    <a:pt x="1049" y="2695"/>
                  </a:lnTo>
                  <a:lnTo>
                    <a:pt x="1947" y="1947"/>
                  </a:lnTo>
                  <a:lnTo>
                    <a:pt x="3443" y="1"/>
                  </a:lnTo>
                  <a:close/>
                </a:path>
              </a:pathLst>
            </a:custGeom>
            <a:solidFill>
              <a:schemeClr val="dk1"/>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7" name="Google Shape;2906;p119"/>
            <p:cNvSpPr/>
            <p:nvPr/>
          </p:nvSpPr>
          <p:spPr>
            <a:xfrm>
              <a:off x="7469280" y="2410560"/>
              <a:ext cx="38880" cy="38880"/>
            </a:xfrm>
            <a:custGeom>
              <a:avLst/>
              <a:gdLst>
                <a:gd name="textAreaLeft" fmla="*/ 0 w 38880"/>
                <a:gd name="textAreaRight" fmla="*/ 39240 w 38880"/>
                <a:gd name="textAreaTop" fmla="*/ 0 h 38880"/>
                <a:gd name="textAreaBottom" fmla="*/ 39240 h 38880"/>
              </a:gdLst>
              <a:ahLst/>
              <a:cxnLst/>
              <a:rect l="textAreaLeft" t="textAreaTop" r="textAreaRight" b="textAreaBottom"/>
              <a:pathLst>
                <a:path w="3593" h="3594">
                  <a:moveTo>
                    <a:pt x="3443" y="1"/>
                  </a:moveTo>
                  <a:lnTo>
                    <a:pt x="1647" y="1647"/>
                  </a:lnTo>
                  <a:lnTo>
                    <a:pt x="0" y="3444"/>
                  </a:lnTo>
                  <a:lnTo>
                    <a:pt x="0" y="3593"/>
                  </a:lnTo>
                  <a:lnTo>
                    <a:pt x="150" y="3593"/>
                  </a:lnTo>
                  <a:lnTo>
                    <a:pt x="1946" y="1947"/>
                  </a:lnTo>
                  <a:lnTo>
                    <a:pt x="3593" y="151"/>
                  </a:lnTo>
                  <a:lnTo>
                    <a:pt x="3593" y="1"/>
                  </a:lnTo>
                  <a:close/>
                </a:path>
              </a:pathLst>
            </a:custGeom>
            <a:solidFill>
              <a:schemeClr val="dk1"/>
            </a:solidFill>
            <a:ln w="0">
              <a:noFill/>
            </a:ln>
          </p:spPr>
          <p:style>
            <a:lnRef idx="0"/>
            <a:fillRef idx="0"/>
            <a:effectRef idx="0"/>
            <a:fontRef idx="minor"/>
          </p:style>
          <p:txBody>
            <a:bodyPr tIns="19440" bIns="19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8" name="Google Shape;2907;p119"/>
            <p:cNvSpPr/>
            <p:nvPr/>
          </p:nvSpPr>
          <p:spPr>
            <a:xfrm>
              <a:off x="7507080" y="2453040"/>
              <a:ext cx="33840" cy="33840"/>
            </a:xfrm>
            <a:custGeom>
              <a:avLst/>
              <a:gdLst>
                <a:gd name="textAreaLeft" fmla="*/ 0 w 33840"/>
                <a:gd name="textAreaRight" fmla="*/ 34200 w 33840"/>
                <a:gd name="textAreaTop" fmla="*/ 0 h 33840"/>
                <a:gd name="textAreaBottom" fmla="*/ 34200 h 33840"/>
              </a:gdLst>
              <a:ahLst/>
              <a:cxnLst/>
              <a:rect l="textAreaLeft" t="textAreaTop" r="textAreaRight" b="textAreaBottom"/>
              <a:pathLst>
                <a:path w="3145" h="3144">
                  <a:moveTo>
                    <a:pt x="3144" y="1"/>
                  </a:moveTo>
                  <a:lnTo>
                    <a:pt x="1498" y="1497"/>
                  </a:lnTo>
                  <a:lnTo>
                    <a:pt x="749" y="2246"/>
                  </a:lnTo>
                  <a:lnTo>
                    <a:pt x="1" y="2994"/>
                  </a:lnTo>
                  <a:lnTo>
                    <a:pt x="1" y="3144"/>
                  </a:lnTo>
                  <a:lnTo>
                    <a:pt x="151" y="3144"/>
                  </a:lnTo>
                  <a:lnTo>
                    <a:pt x="450" y="2994"/>
                  </a:lnTo>
                  <a:lnTo>
                    <a:pt x="1947" y="1647"/>
                  </a:lnTo>
                  <a:lnTo>
                    <a:pt x="3144" y="150"/>
                  </a:lnTo>
                  <a:lnTo>
                    <a:pt x="3144" y="1"/>
                  </a:lnTo>
                  <a:close/>
                </a:path>
              </a:pathLst>
            </a:custGeom>
            <a:solidFill>
              <a:schemeClr val="dk1"/>
            </a:solidFill>
            <a:ln w="0">
              <a:noFill/>
            </a:ln>
          </p:spPr>
          <p:style>
            <a:lnRef idx="0"/>
            <a:fillRef idx="0"/>
            <a:effectRef idx="0"/>
            <a:fontRef idx="minor"/>
          </p:style>
          <p:txBody>
            <a:bodyPr tIns="16920" bIns="16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9" name="Google Shape;2908;p119"/>
            <p:cNvSpPr/>
            <p:nvPr/>
          </p:nvSpPr>
          <p:spPr>
            <a:xfrm>
              <a:off x="7526520" y="2474280"/>
              <a:ext cx="30600" cy="32400"/>
            </a:xfrm>
            <a:custGeom>
              <a:avLst/>
              <a:gdLst>
                <a:gd name="textAreaLeft" fmla="*/ 0 w 30600"/>
                <a:gd name="textAreaRight" fmla="*/ 30960 w 30600"/>
                <a:gd name="textAreaTop" fmla="*/ 0 h 32400"/>
                <a:gd name="textAreaBottom" fmla="*/ 32760 h 32400"/>
              </a:gdLst>
              <a:ahLst/>
              <a:cxnLst/>
              <a:rect l="textAreaLeft" t="textAreaTop" r="textAreaRight" b="textAreaBottom"/>
              <a:pathLst>
                <a:path w="2844" h="2994">
                  <a:moveTo>
                    <a:pt x="2694" y="0"/>
                  </a:moveTo>
                  <a:lnTo>
                    <a:pt x="1197" y="1347"/>
                  </a:lnTo>
                  <a:lnTo>
                    <a:pt x="0" y="2695"/>
                  </a:lnTo>
                  <a:lnTo>
                    <a:pt x="0" y="2994"/>
                  </a:lnTo>
                  <a:lnTo>
                    <a:pt x="150" y="2994"/>
                  </a:lnTo>
                  <a:lnTo>
                    <a:pt x="1647" y="1647"/>
                  </a:lnTo>
                  <a:lnTo>
                    <a:pt x="2844" y="150"/>
                  </a:lnTo>
                  <a:lnTo>
                    <a:pt x="2694" y="0"/>
                  </a:lnTo>
                  <a:close/>
                </a:path>
              </a:pathLst>
            </a:custGeom>
            <a:solidFill>
              <a:schemeClr val="dk1"/>
            </a:solidFill>
            <a:ln w="0">
              <a:noFill/>
            </a:ln>
          </p:spPr>
          <p:style>
            <a:lnRef idx="0"/>
            <a:fillRef idx="0"/>
            <a:effectRef idx="0"/>
            <a:fontRef idx="minor"/>
          </p:style>
          <p:txBody>
            <a:bodyPr tIns="16200" bIns="16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0" name="Google Shape;2909;p119"/>
            <p:cNvSpPr/>
            <p:nvPr/>
          </p:nvSpPr>
          <p:spPr>
            <a:xfrm>
              <a:off x="7541280" y="2496960"/>
              <a:ext cx="32400" cy="32400"/>
            </a:xfrm>
            <a:custGeom>
              <a:avLst/>
              <a:gdLst>
                <a:gd name="textAreaLeft" fmla="*/ 0 w 32400"/>
                <a:gd name="textAreaRight" fmla="*/ 32760 w 32400"/>
                <a:gd name="textAreaTop" fmla="*/ 0 h 32400"/>
                <a:gd name="textAreaBottom" fmla="*/ 32760 h 32400"/>
              </a:gdLst>
              <a:ahLst/>
              <a:cxnLst/>
              <a:rect l="textAreaLeft" t="textAreaTop" r="textAreaRight" b="textAreaBottom"/>
              <a:pathLst>
                <a:path w="2994" h="2995">
                  <a:moveTo>
                    <a:pt x="2844" y="1"/>
                  </a:moveTo>
                  <a:lnTo>
                    <a:pt x="1347" y="1348"/>
                  </a:lnTo>
                  <a:lnTo>
                    <a:pt x="599" y="2096"/>
                  </a:lnTo>
                  <a:lnTo>
                    <a:pt x="0" y="2845"/>
                  </a:lnTo>
                  <a:lnTo>
                    <a:pt x="0" y="2994"/>
                  </a:lnTo>
                  <a:lnTo>
                    <a:pt x="150" y="2994"/>
                  </a:lnTo>
                  <a:lnTo>
                    <a:pt x="898" y="2396"/>
                  </a:lnTo>
                  <a:lnTo>
                    <a:pt x="1647" y="1647"/>
                  </a:lnTo>
                  <a:lnTo>
                    <a:pt x="2994" y="1"/>
                  </a:lnTo>
                  <a:close/>
                </a:path>
              </a:pathLst>
            </a:custGeom>
            <a:solidFill>
              <a:schemeClr val="dk1"/>
            </a:solidFill>
            <a:ln w="0">
              <a:noFill/>
            </a:ln>
          </p:spPr>
          <p:style>
            <a:lnRef idx="0"/>
            <a:fillRef idx="0"/>
            <a:effectRef idx="0"/>
            <a:fontRef idx="minor"/>
          </p:style>
          <p:txBody>
            <a:bodyPr tIns="16200" bIns="16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1" name="Google Shape;2910;p119"/>
            <p:cNvSpPr/>
            <p:nvPr/>
          </p:nvSpPr>
          <p:spPr>
            <a:xfrm>
              <a:off x="7559280" y="2518200"/>
              <a:ext cx="30600" cy="30600"/>
            </a:xfrm>
            <a:custGeom>
              <a:avLst/>
              <a:gdLst>
                <a:gd name="textAreaLeft" fmla="*/ 0 w 30600"/>
                <a:gd name="textAreaRight" fmla="*/ 30960 w 30600"/>
                <a:gd name="textAreaTop" fmla="*/ 0 h 30600"/>
                <a:gd name="textAreaBottom" fmla="*/ 30960 h 30600"/>
              </a:gdLst>
              <a:ahLst/>
              <a:cxnLst/>
              <a:rect l="textAreaLeft" t="textAreaTop" r="textAreaRight" b="textAreaBottom"/>
              <a:pathLst>
                <a:path w="2845" h="2845">
                  <a:moveTo>
                    <a:pt x="2695" y="1"/>
                  </a:moveTo>
                  <a:lnTo>
                    <a:pt x="1348" y="1348"/>
                  </a:lnTo>
                  <a:lnTo>
                    <a:pt x="599" y="1947"/>
                  </a:lnTo>
                  <a:lnTo>
                    <a:pt x="1" y="2845"/>
                  </a:lnTo>
                  <a:lnTo>
                    <a:pt x="150" y="2845"/>
                  </a:lnTo>
                  <a:lnTo>
                    <a:pt x="899" y="2246"/>
                  </a:lnTo>
                  <a:lnTo>
                    <a:pt x="1497" y="1647"/>
                  </a:lnTo>
                  <a:lnTo>
                    <a:pt x="2845" y="150"/>
                  </a:lnTo>
                  <a:lnTo>
                    <a:pt x="2845" y="1"/>
                  </a:lnTo>
                  <a:close/>
                </a:path>
              </a:pathLst>
            </a:custGeom>
            <a:solidFill>
              <a:schemeClr val="dk1"/>
            </a:solidFill>
            <a:ln w="0">
              <a:noFill/>
            </a:ln>
          </p:spPr>
          <p:style>
            <a:lnRef idx="0"/>
            <a:fillRef idx="0"/>
            <a:effectRef idx="0"/>
            <a:fontRef idx="minor"/>
          </p:style>
          <p:txBody>
            <a:bodyPr tIns="15480" bIns="15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2" name="Google Shape;2911;p119"/>
            <p:cNvSpPr/>
            <p:nvPr/>
          </p:nvSpPr>
          <p:spPr>
            <a:xfrm>
              <a:off x="7577280" y="2538000"/>
              <a:ext cx="32400" cy="30600"/>
            </a:xfrm>
            <a:custGeom>
              <a:avLst/>
              <a:gdLst>
                <a:gd name="textAreaLeft" fmla="*/ 0 w 32400"/>
                <a:gd name="textAreaRight" fmla="*/ 32760 w 32400"/>
                <a:gd name="textAreaTop" fmla="*/ 0 h 30600"/>
                <a:gd name="textAreaBottom" fmla="*/ 30960 h 30600"/>
              </a:gdLst>
              <a:ahLst/>
              <a:cxnLst/>
              <a:rect l="textAreaLeft" t="textAreaTop" r="textAreaRight" b="textAreaBottom"/>
              <a:pathLst>
                <a:path w="2994" h="2845">
                  <a:moveTo>
                    <a:pt x="2844" y="1"/>
                  </a:moveTo>
                  <a:lnTo>
                    <a:pt x="1347" y="1348"/>
                  </a:lnTo>
                  <a:lnTo>
                    <a:pt x="599" y="1947"/>
                  </a:lnTo>
                  <a:lnTo>
                    <a:pt x="0" y="2695"/>
                  </a:lnTo>
                  <a:lnTo>
                    <a:pt x="150" y="2845"/>
                  </a:lnTo>
                  <a:lnTo>
                    <a:pt x="898" y="2396"/>
                  </a:lnTo>
                  <a:lnTo>
                    <a:pt x="1647" y="1647"/>
                  </a:lnTo>
                  <a:lnTo>
                    <a:pt x="2994" y="151"/>
                  </a:lnTo>
                  <a:lnTo>
                    <a:pt x="2844" y="1"/>
                  </a:lnTo>
                  <a:close/>
                </a:path>
              </a:pathLst>
            </a:custGeom>
            <a:solidFill>
              <a:schemeClr val="dk1"/>
            </a:solidFill>
            <a:ln w="0">
              <a:noFill/>
            </a:ln>
          </p:spPr>
          <p:style>
            <a:lnRef idx="0"/>
            <a:fillRef idx="0"/>
            <a:effectRef idx="0"/>
            <a:fontRef idx="minor"/>
          </p:style>
          <p:txBody>
            <a:bodyPr tIns="15480" bIns="15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3" name="Google Shape;2912;p119"/>
            <p:cNvSpPr/>
            <p:nvPr/>
          </p:nvSpPr>
          <p:spPr>
            <a:xfrm>
              <a:off x="7593480" y="2562480"/>
              <a:ext cx="30600" cy="29160"/>
            </a:xfrm>
            <a:custGeom>
              <a:avLst/>
              <a:gdLst>
                <a:gd name="textAreaLeft" fmla="*/ 0 w 30600"/>
                <a:gd name="textAreaRight" fmla="*/ 30960 w 30600"/>
                <a:gd name="textAreaTop" fmla="*/ 0 h 29160"/>
                <a:gd name="textAreaBottom" fmla="*/ 29520 h 29160"/>
              </a:gdLst>
              <a:ahLst/>
              <a:cxnLst/>
              <a:rect l="textAreaLeft" t="textAreaTop" r="textAreaRight" b="textAreaBottom"/>
              <a:pathLst>
                <a:path w="2845" h="2695">
                  <a:moveTo>
                    <a:pt x="2695" y="0"/>
                  </a:moveTo>
                  <a:lnTo>
                    <a:pt x="1198" y="1197"/>
                  </a:lnTo>
                  <a:lnTo>
                    <a:pt x="600" y="1946"/>
                  </a:lnTo>
                  <a:lnTo>
                    <a:pt x="1" y="2545"/>
                  </a:lnTo>
                  <a:lnTo>
                    <a:pt x="1" y="2694"/>
                  </a:lnTo>
                  <a:lnTo>
                    <a:pt x="151" y="2694"/>
                  </a:lnTo>
                  <a:lnTo>
                    <a:pt x="749" y="2245"/>
                  </a:lnTo>
                  <a:lnTo>
                    <a:pt x="1498" y="1497"/>
                  </a:lnTo>
                  <a:lnTo>
                    <a:pt x="2845" y="0"/>
                  </a:lnTo>
                  <a:close/>
                </a:path>
              </a:pathLst>
            </a:custGeom>
            <a:solidFill>
              <a:schemeClr val="dk1"/>
            </a:solidFill>
            <a:ln w="0">
              <a:noFill/>
            </a:ln>
          </p:spPr>
          <p:style>
            <a:lnRef idx="0"/>
            <a:fillRef idx="0"/>
            <a:effectRef idx="0"/>
            <a:fontRef idx="minor"/>
          </p:style>
          <p:txBody>
            <a:bodyPr tIns="14760" bIns="14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4" name="Google Shape;2913;p119"/>
            <p:cNvSpPr/>
            <p:nvPr/>
          </p:nvSpPr>
          <p:spPr>
            <a:xfrm>
              <a:off x="7616520" y="2582280"/>
              <a:ext cx="24120" cy="25920"/>
            </a:xfrm>
            <a:custGeom>
              <a:avLst/>
              <a:gdLst>
                <a:gd name="textAreaLeft" fmla="*/ 0 w 24120"/>
                <a:gd name="textAreaRight" fmla="*/ 24480 w 24120"/>
                <a:gd name="textAreaTop" fmla="*/ 0 h 25920"/>
                <a:gd name="textAreaBottom" fmla="*/ 26280 h 25920"/>
              </a:gdLst>
              <a:ahLst/>
              <a:cxnLst/>
              <a:rect l="textAreaLeft" t="textAreaTop" r="textAreaRight" b="textAreaBottom"/>
              <a:pathLst>
                <a:path w="2246" h="2395">
                  <a:moveTo>
                    <a:pt x="2096" y="0"/>
                  </a:moveTo>
                  <a:lnTo>
                    <a:pt x="898" y="1048"/>
                  </a:lnTo>
                  <a:lnTo>
                    <a:pt x="449" y="1647"/>
                  </a:lnTo>
                  <a:lnTo>
                    <a:pt x="0" y="2245"/>
                  </a:lnTo>
                  <a:lnTo>
                    <a:pt x="0" y="2395"/>
                  </a:lnTo>
                  <a:lnTo>
                    <a:pt x="749" y="1946"/>
                  </a:lnTo>
                  <a:lnTo>
                    <a:pt x="1198" y="1347"/>
                  </a:lnTo>
                  <a:lnTo>
                    <a:pt x="2246" y="150"/>
                  </a:lnTo>
                  <a:lnTo>
                    <a:pt x="2246" y="0"/>
                  </a:lnTo>
                  <a:close/>
                </a:path>
              </a:pathLst>
            </a:custGeom>
            <a:solidFill>
              <a:schemeClr val="dk1"/>
            </a:solidFill>
            <a:ln w="0">
              <a:noFill/>
            </a:ln>
          </p:spPr>
          <p:style>
            <a:lnRef idx="0"/>
            <a:fillRef idx="0"/>
            <a:effectRef idx="0"/>
            <a:fontRef idx="minor"/>
          </p:style>
          <p:txBody>
            <a:bodyPr tIns="12960" bIns="12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5" name="Google Shape;2914;p119"/>
            <p:cNvSpPr/>
            <p:nvPr/>
          </p:nvSpPr>
          <p:spPr>
            <a:xfrm>
              <a:off x="7639200" y="2604960"/>
              <a:ext cx="17640" cy="17640"/>
            </a:xfrm>
            <a:custGeom>
              <a:avLst/>
              <a:gdLst>
                <a:gd name="textAreaLeft" fmla="*/ 0 w 17640"/>
                <a:gd name="textAreaRight" fmla="*/ 18000 w 17640"/>
                <a:gd name="textAreaTop" fmla="*/ 0 h 17640"/>
                <a:gd name="textAreaBottom" fmla="*/ 18000 h 17640"/>
              </a:gdLst>
              <a:ahLst/>
              <a:cxnLst/>
              <a:rect l="textAreaLeft" t="textAreaTop" r="textAreaRight" b="textAreaBottom"/>
              <a:pathLst>
                <a:path w="1648" h="1648">
                  <a:moveTo>
                    <a:pt x="1498" y="1"/>
                  </a:moveTo>
                  <a:lnTo>
                    <a:pt x="749" y="599"/>
                  </a:lnTo>
                  <a:lnTo>
                    <a:pt x="1" y="1497"/>
                  </a:lnTo>
                  <a:lnTo>
                    <a:pt x="1" y="1647"/>
                  </a:lnTo>
                  <a:lnTo>
                    <a:pt x="151" y="1647"/>
                  </a:lnTo>
                  <a:lnTo>
                    <a:pt x="899" y="899"/>
                  </a:lnTo>
                  <a:lnTo>
                    <a:pt x="1647" y="1"/>
                  </a:lnTo>
                  <a:close/>
                </a:path>
              </a:pathLst>
            </a:custGeom>
            <a:solidFill>
              <a:schemeClr val="dk1"/>
            </a:solidFill>
            <a:ln w="0">
              <a:noFill/>
            </a:ln>
          </p:spPr>
          <p:style>
            <a:lnRef idx="0"/>
            <a:fillRef idx="0"/>
            <a:effectRef idx="0"/>
            <a:fontRef idx="minor"/>
          </p:style>
          <p:txBody>
            <a:bodyPr tIns="9000" bIns="9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6" name="Google Shape;2915;p119"/>
            <p:cNvSpPr/>
            <p:nvPr/>
          </p:nvSpPr>
          <p:spPr>
            <a:xfrm>
              <a:off x="7659000" y="2624760"/>
              <a:ext cx="15840" cy="15840"/>
            </a:xfrm>
            <a:custGeom>
              <a:avLst/>
              <a:gdLst>
                <a:gd name="textAreaLeft" fmla="*/ 0 w 15840"/>
                <a:gd name="textAreaRight" fmla="*/ 16200 w 15840"/>
                <a:gd name="textAreaTop" fmla="*/ 0 h 15840"/>
                <a:gd name="textAreaBottom" fmla="*/ 16200 h 15840"/>
              </a:gdLst>
              <a:ahLst/>
              <a:cxnLst/>
              <a:rect l="textAreaLeft" t="textAreaTop" r="textAreaRight" b="textAreaBottom"/>
              <a:pathLst>
                <a:path w="1498" h="1498">
                  <a:moveTo>
                    <a:pt x="1348" y="1"/>
                  </a:moveTo>
                  <a:lnTo>
                    <a:pt x="600" y="600"/>
                  </a:lnTo>
                  <a:lnTo>
                    <a:pt x="1" y="1348"/>
                  </a:lnTo>
                  <a:lnTo>
                    <a:pt x="151" y="1348"/>
                  </a:lnTo>
                  <a:lnTo>
                    <a:pt x="300" y="1498"/>
                  </a:lnTo>
                  <a:lnTo>
                    <a:pt x="899" y="899"/>
                  </a:lnTo>
                  <a:lnTo>
                    <a:pt x="1498" y="150"/>
                  </a:lnTo>
                  <a:lnTo>
                    <a:pt x="1498" y="1"/>
                  </a:lnTo>
                  <a:close/>
                </a:path>
              </a:pathLst>
            </a:custGeom>
            <a:solidFill>
              <a:schemeClr val="dk1"/>
            </a:solidFill>
            <a:ln w="0">
              <a:noFill/>
            </a:ln>
          </p:spPr>
          <p:style>
            <a:lnRef idx="0"/>
            <a:fillRef idx="0"/>
            <a:effectRef idx="0"/>
            <a:fontRef idx="minor"/>
          </p:style>
          <p:txBody>
            <a:bodyPr tIns="7920" bIns="7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7" name="Google Shape;2916;p119"/>
            <p:cNvSpPr/>
            <p:nvPr/>
          </p:nvSpPr>
          <p:spPr>
            <a:xfrm>
              <a:off x="7675200" y="2647440"/>
              <a:ext cx="15840" cy="14400"/>
            </a:xfrm>
            <a:custGeom>
              <a:avLst/>
              <a:gdLst>
                <a:gd name="textAreaLeft" fmla="*/ 0 w 15840"/>
                <a:gd name="textAreaRight" fmla="*/ 16200 w 15840"/>
                <a:gd name="textAreaTop" fmla="*/ 0 h 14400"/>
                <a:gd name="textAreaBottom" fmla="*/ 14760 h 14400"/>
              </a:gdLst>
              <a:ahLst/>
              <a:cxnLst/>
              <a:rect l="textAreaLeft" t="textAreaTop" r="textAreaRight" b="textAreaBottom"/>
              <a:pathLst>
                <a:path w="1498" h="1348">
                  <a:moveTo>
                    <a:pt x="1348" y="0"/>
                  </a:moveTo>
                  <a:lnTo>
                    <a:pt x="599" y="599"/>
                  </a:lnTo>
                  <a:lnTo>
                    <a:pt x="300" y="898"/>
                  </a:lnTo>
                  <a:lnTo>
                    <a:pt x="1" y="1198"/>
                  </a:lnTo>
                  <a:lnTo>
                    <a:pt x="1" y="1347"/>
                  </a:lnTo>
                  <a:lnTo>
                    <a:pt x="150" y="1347"/>
                  </a:lnTo>
                  <a:lnTo>
                    <a:pt x="599" y="1198"/>
                  </a:lnTo>
                  <a:lnTo>
                    <a:pt x="899" y="749"/>
                  </a:lnTo>
                  <a:lnTo>
                    <a:pt x="1498" y="150"/>
                  </a:lnTo>
                  <a:lnTo>
                    <a:pt x="1348" y="0"/>
                  </a:lnTo>
                  <a:close/>
                </a:path>
              </a:pathLst>
            </a:custGeom>
            <a:solidFill>
              <a:schemeClr val="dk1"/>
            </a:solidFill>
            <a:ln w="0">
              <a:noFill/>
            </a:ln>
          </p:spPr>
          <p:style>
            <a:lnRef idx="0"/>
            <a:fillRef idx="0"/>
            <a:effectRef idx="0"/>
            <a:fontRef idx="minor"/>
          </p:style>
          <p:txBody>
            <a:bodyPr tIns="7200" bIns="7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8" name="Google Shape;2917;p119"/>
            <p:cNvSpPr/>
            <p:nvPr/>
          </p:nvSpPr>
          <p:spPr>
            <a:xfrm>
              <a:off x="7695000" y="2667240"/>
              <a:ext cx="14400" cy="12600"/>
            </a:xfrm>
            <a:custGeom>
              <a:avLst/>
              <a:gdLst>
                <a:gd name="textAreaLeft" fmla="*/ 0 w 14400"/>
                <a:gd name="textAreaRight" fmla="*/ 14760 w 14400"/>
                <a:gd name="textAreaTop" fmla="*/ 0 h 12600"/>
                <a:gd name="textAreaBottom" fmla="*/ 12960 h 12600"/>
              </a:gdLst>
              <a:ahLst/>
              <a:cxnLst/>
              <a:rect l="textAreaLeft" t="textAreaTop" r="textAreaRight" b="textAreaBottom"/>
              <a:pathLst>
                <a:path w="1349" h="1198">
                  <a:moveTo>
                    <a:pt x="1198" y="0"/>
                  </a:moveTo>
                  <a:lnTo>
                    <a:pt x="600" y="599"/>
                  </a:lnTo>
                  <a:lnTo>
                    <a:pt x="1" y="1048"/>
                  </a:lnTo>
                  <a:lnTo>
                    <a:pt x="1" y="1198"/>
                  </a:lnTo>
                  <a:lnTo>
                    <a:pt x="151" y="1198"/>
                  </a:lnTo>
                  <a:lnTo>
                    <a:pt x="749" y="749"/>
                  </a:lnTo>
                  <a:lnTo>
                    <a:pt x="1348" y="150"/>
                  </a:lnTo>
                  <a:lnTo>
                    <a:pt x="1198" y="0"/>
                  </a:lnTo>
                  <a:close/>
                </a:path>
              </a:pathLst>
            </a:custGeom>
            <a:solidFill>
              <a:schemeClr val="dk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9" name="Google Shape;2918;p119"/>
            <p:cNvSpPr/>
            <p:nvPr/>
          </p:nvSpPr>
          <p:spPr>
            <a:xfrm>
              <a:off x="6967440" y="2356560"/>
              <a:ext cx="55080" cy="53640"/>
            </a:xfrm>
            <a:custGeom>
              <a:avLst/>
              <a:gdLst>
                <a:gd name="textAreaLeft" fmla="*/ 0 w 55080"/>
                <a:gd name="textAreaRight" fmla="*/ 55440 w 55080"/>
                <a:gd name="textAreaTop" fmla="*/ 0 h 53640"/>
                <a:gd name="textAreaBottom" fmla="*/ 54000 h 53640"/>
              </a:gdLst>
              <a:ahLst/>
              <a:cxnLst/>
              <a:rect l="textAreaLeft" t="textAreaTop" r="textAreaRight" b="textAreaBottom"/>
              <a:pathLst>
                <a:path w="5090" h="4940">
                  <a:moveTo>
                    <a:pt x="0" y="1"/>
                  </a:moveTo>
                  <a:lnTo>
                    <a:pt x="0" y="150"/>
                  </a:lnTo>
                  <a:lnTo>
                    <a:pt x="2395" y="2695"/>
                  </a:lnTo>
                  <a:lnTo>
                    <a:pt x="4939" y="4940"/>
                  </a:lnTo>
                  <a:lnTo>
                    <a:pt x="5089" y="4940"/>
                  </a:lnTo>
                  <a:lnTo>
                    <a:pt x="3892" y="3593"/>
                  </a:lnTo>
                  <a:lnTo>
                    <a:pt x="2694" y="2395"/>
                  </a:lnTo>
                  <a:lnTo>
                    <a:pt x="150" y="1"/>
                  </a:lnTo>
                  <a:close/>
                </a:path>
              </a:pathLst>
            </a:custGeom>
            <a:solidFill>
              <a:schemeClr val="dk1"/>
            </a:solidFill>
            <a:ln w="0">
              <a:noFill/>
            </a:ln>
          </p:spPr>
          <p:style>
            <a:lnRef idx="0"/>
            <a:fillRef idx="0"/>
            <a:effectRef idx="0"/>
            <a:fontRef idx="minor"/>
          </p:style>
          <p:txBody>
            <a:bodyPr tIns="27000" bIns="27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0" name="Google Shape;2919;p119"/>
            <p:cNvSpPr/>
            <p:nvPr/>
          </p:nvSpPr>
          <p:spPr>
            <a:xfrm>
              <a:off x="6946200" y="2374560"/>
              <a:ext cx="53640" cy="55080"/>
            </a:xfrm>
            <a:custGeom>
              <a:avLst/>
              <a:gdLst>
                <a:gd name="textAreaLeft" fmla="*/ 0 w 53640"/>
                <a:gd name="textAreaRight" fmla="*/ 54000 w 53640"/>
                <a:gd name="textAreaTop" fmla="*/ 0 h 55080"/>
                <a:gd name="textAreaBottom" fmla="*/ 55440 h 55080"/>
              </a:gdLst>
              <a:ahLst/>
              <a:cxnLst/>
              <a:rect l="textAreaLeft" t="textAreaTop" r="textAreaRight" b="textAreaBottom"/>
              <a:pathLst>
                <a:path w="4940" h="5091">
                  <a:moveTo>
                    <a:pt x="0" y="1"/>
                  </a:moveTo>
                  <a:lnTo>
                    <a:pt x="0" y="151"/>
                  </a:lnTo>
                  <a:lnTo>
                    <a:pt x="2545" y="2845"/>
                  </a:lnTo>
                  <a:lnTo>
                    <a:pt x="3593" y="4042"/>
                  </a:lnTo>
                  <a:lnTo>
                    <a:pt x="4191" y="4641"/>
                  </a:lnTo>
                  <a:lnTo>
                    <a:pt x="4940" y="5090"/>
                  </a:lnTo>
                  <a:lnTo>
                    <a:pt x="4940" y="4940"/>
                  </a:lnTo>
                  <a:lnTo>
                    <a:pt x="3892" y="3743"/>
                  </a:lnTo>
                  <a:lnTo>
                    <a:pt x="2844" y="2546"/>
                  </a:lnTo>
                  <a:lnTo>
                    <a:pt x="1497" y="1198"/>
                  </a:lnTo>
                  <a:lnTo>
                    <a:pt x="150" y="1"/>
                  </a:lnTo>
                  <a:close/>
                </a:path>
              </a:pathLst>
            </a:custGeom>
            <a:solidFill>
              <a:schemeClr val="dk1"/>
            </a:solidFill>
            <a:ln w="0">
              <a:noFill/>
            </a:ln>
          </p:spPr>
          <p:style>
            <a:lnRef idx="0"/>
            <a:fillRef idx="0"/>
            <a:effectRef idx="0"/>
            <a:fontRef idx="minor"/>
          </p:style>
          <p:txBody>
            <a:bodyPr tIns="27720" bIns="27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1" name="Google Shape;2920;p119"/>
            <p:cNvSpPr/>
            <p:nvPr/>
          </p:nvSpPr>
          <p:spPr>
            <a:xfrm>
              <a:off x="6931440" y="2397240"/>
              <a:ext cx="47160" cy="47160"/>
            </a:xfrm>
            <a:custGeom>
              <a:avLst/>
              <a:gdLst>
                <a:gd name="textAreaLeft" fmla="*/ 0 w 47160"/>
                <a:gd name="textAreaRight" fmla="*/ 47520 w 47160"/>
                <a:gd name="textAreaTop" fmla="*/ 0 h 47160"/>
                <a:gd name="textAreaBottom" fmla="*/ 47520 h 47160"/>
              </a:gdLst>
              <a:ahLst/>
              <a:cxnLst/>
              <a:rect l="textAreaLeft" t="textAreaTop" r="textAreaRight" b="textAreaBottom"/>
              <a:pathLst>
                <a:path w="4341" h="4342">
                  <a:moveTo>
                    <a:pt x="0" y="0"/>
                  </a:moveTo>
                  <a:lnTo>
                    <a:pt x="0" y="150"/>
                  </a:lnTo>
                  <a:lnTo>
                    <a:pt x="1946" y="2246"/>
                  </a:lnTo>
                  <a:lnTo>
                    <a:pt x="4191" y="4341"/>
                  </a:lnTo>
                  <a:lnTo>
                    <a:pt x="4341" y="4341"/>
                  </a:lnTo>
                  <a:lnTo>
                    <a:pt x="4341" y="4191"/>
                  </a:lnTo>
                  <a:lnTo>
                    <a:pt x="2245" y="2096"/>
                  </a:lnTo>
                  <a:lnTo>
                    <a:pt x="150" y="0"/>
                  </a:lnTo>
                  <a:close/>
                </a:path>
              </a:pathLst>
            </a:custGeom>
            <a:solidFill>
              <a:schemeClr val="dk1"/>
            </a:solidFill>
            <a:ln w="0">
              <a:noFill/>
            </a:ln>
          </p:spPr>
          <p:style>
            <a:lnRef idx="0"/>
            <a:fillRef idx="0"/>
            <a:effectRef idx="0"/>
            <a:fontRef idx="minor"/>
          </p:style>
          <p:txBody>
            <a:bodyPr tIns="23760" bIns="23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2" name="Google Shape;2921;p119"/>
            <p:cNvSpPr/>
            <p:nvPr/>
          </p:nvSpPr>
          <p:spPr>
            <a:xfrm>
              <a:off x="6900120" y="2403720"/>
              <a:ext cx="55080" cy="56880"/>
            </a:xfrm>
            <a:custGeom>
              <a:avLst/>
              <a:gdLst>
                <a:gd name="textAreaLeft" fmla="*/ 0 w 55080"/>
                <a:gd name="textAreaRight" fmla="*/ 55440 w 55080"/>
                <a:gd name="textAreaTop" fmla="*/ 0 h 56880"/>
                <a:gd name="textAreaBottom" fmla="*/ 57240 h 56880"/>
              </a:gdLst>
              <a:ahLst/>
              <a:cxnLst/>
              <a:rect l="textAreaLeft" t="textAreaTop" r="textAreaRight" b="textAreaBottom"/>
              <a:pathLst>
                <a:path w="5090" h="5239">
                  <a:moveTo>
                    <a:pt x="0" y="0"/>
                  </a:moveTo>
                  <a:lnTo>
                    <a:pt x="0" y="150"/>
                  </a:lnTo>
                  <a:lnTo>
                    <a:pt x="1198" y="1497"/>
                  </a:lnTo>
                  <a:lnTo>
                    <a:pt x="2395" y="2694"/>
                  </a:lnTo>
                  <a:lnTo>
                    <a:pt x="3742" y="4042"/>
                  </a:lnTo>
                  <a:lnTo>
                    <a:pt x="5089" y="5239"/>
                  </a:lnTo>
                  <a:lnTo>
                    <a:pt x="5089" y="5089"/>
                  </a:lnTo>
                  <a:lnTo>
                    <a:pt x="3892" y="3742"/>
                  </a:lnTo>
                  <a:lnTo>
                    <a:pt x="2694" y="2395"/>
                  </a:lnTo>
                  <a:lnTo>
                    <a:pt x="1347" y="1198"/>
                  </a:lnTo>
                  <a:lnTo>
                    <a:pt x="150" y="0"/>
                  </a:lnTo>
                  <a:close/>
                </a:path>
              </a:pathLst>
            </a:custGeom>
            <a:solidFill>
              <a:schemeClr val="dk1"/>
            </a:solidFill>
            <a:ln w="0">
              <a:noFill/>
            </a:ln>
          </p:spPr>
          <p:style>
            <a:lnRef idx="0"/>
            <a:fillRef idx="0"/>
            <a:effectRef idx="0"/>
            <a:fontRef idx="minor"/>
          </p:style>
          <p:txBody>
            <a:bodyPr tIns="28440" bIns="28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3" name="Google Shape;2922;p119"/>
            <p:cNvSpPr/>
            <p:nvPr/>
          </p:nvSpPr>
          <p:spPr>
            <a:xfrm>
              <a:off x="6890400" y="2431800"/>
              <a:ext cx="43920" cy="45360"/>
            </a:xfrm>
            <a:custGeom>
              <a:avLst/>
              <a:gdLst>
                <a:gd name="textAreaLeft" fmla="*/ 0 w 43920"/>
                <a:gd name="textAreaRight" fmla="*/ 44280 w 43920"/>
                <a:gd name="textAreaTop" fmla="*/ 0 h 45360"/>
                <a:gd name="textAreaBottom" fmla="*/ 45720 h 45360"/>
              </a:gdLst>
              <a:ahLst/>
              <a:cxnLst/>
              <a:rect l="textAreaLeft" t="textAreaTop" r="textAreaRight" b="textAreaBottom"/>
              <a:pathLst>
                <a:path w="4042" h="4192">
                  <a:moveTo>
                    <a:pt x="0" y="1"/>
                  </a:moveTo>
                  <a:lnTo>
                    <a:pt x="0" y="150"/>
                  </a:lnTo>
                  <a:lnTo>
                    <a:pt x="1946" y="2246"/>
                  </a:lnTo>
                  <a:lnTo>
                    <a:pt x="2844" y="3294"/>
                  </a:lnTo>
                  <a:lnTo>
                    <a:pt x="4041" y="4192"/>
                  </a:lnTo>
                  <a:lnTo>
                    <a:pt x="4041" y="4042"/>
                  </a:lnTo>
                  <a:lnTo>
                    <a:pt x="3143" y="2994"/>
                  </a:lnTo>
                  <a:lnTo>
                    <a:pt x="2245" y="1947"/>
                  </a:lnTo>
                  <a:lnTo>
                    <a:pt x="150" y="1"/>
                  </a:lnTo>
                  <a:close/>
                </a:path>
              </a:pathLst>
            </a:custGeom>
            <a:solidFill>
              <a:schemeClr val="dk1"/>
            </a:solidFill>
            <a:ln w="0">
              <a:noFill/>
            </a:ln>
          </p:spPr>
          <p:style>
            <a:lnRef idx="0"/>
            <a:fillRef idx="0"/>
            <a:effectRef idx="0"/>
            <a:fontRef idx="minor"/>
          </p:style>
          <p:txBody>
            <a:bodyPr tIns="22680" bIns="22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4" name="Google Shape;2923;p119"/>
            <p:cNvSpPr/>
            <p:nvPr/>
          </p:nvSpPr>
          <p:spPr>
            <a:xfrm>
              <a:off x="6854400" y="2472480"/>
              <a:ext cx="37080" cy="37440"/>
            </a:xfrm>
            <a:custGeom>
              <a:avLst/>
              <a:gdLst>
                <a:gd name="textAreaLeft" fmla="*/ 0 w 37080"/>
                <a:gd name="textAreaRight" fmla="*/ 37440 w 37080"/>
                <a:gd name="textAreaTop" fmla="*/ 0 h 37440"/>
                <a:gd name="textAreaBottom" fmla="*/ 37800 h 37440"/>
              </a:gdLst>
              <a:ahLst/>
              <a:cxnLst/>
              <a:rect l="textAreaLeft" t="textAreaTop" r="textAreaRight" b="textAreaBottom"/>
              <a:pathLst>
                <a:path w="3443" h="3444">
                  <a:moveTo>
                    <a:pt x="0" y="1"/>
                  </a:moveTo>
                  <a:lnTo>
                    <a:pt x="0" y="150"/>
                  </a:lnTo>
                  <a:lnTo>
                    <a:pt x="749" y="1048"/>
                  </a:lnTo>
                  <a:lnTo>
                    <a:pt x="1497" y="1947"/>
                  </a:lnTo>
                  <a:lnTo>
                    <a:pt x="3443" y="3443"/>
                  </a:lnTo>
                  <a:lnTo>
                    <a:pt x="3443" y="3294"/>
                  </a:lnTo>
                  <a:lnTo>
                    <a:pt x="1946" y="1497"/>
                  </a:lnTo>
                  <a:lnTo>
                    <a:pt x="150" y="1"/>
                  </a:lnTo>
                  <a:close/>
                </a:path>
              </a:pathLst>
            </a:custGeom>
            <a:solidFill>
              <a:schemeClr val="dk1"/>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5" name="Google Shape;2924;p119"/>
            <p:cNvSpPr/>
            <p:nvPr/>
          </p:nvSpPr>
          <p:spPr>
            <a:xfrm>
              <a:off x="6874200" y="2454480"/>
              <a:ext cx="38880" cy="38880"/>
            </a:xfrm>
            <a:custGeom>
              <a:avLst/>
              <a:gdLst>
                <a:gd name="textAreaLeft" fmla="*/ 0 w 38880"/>
                <a:gd name="textAreaRight" fmla="*/ 39240 w 38880"/>
                <a:gd name="textAreaTop" fmla="*/ 0 h 38880"/>
                <a:gd name="textAreaBottom" fmla="*/ 39240 h 38880"/>
              </a:gdLst>
              <a:ahLst/>
              <a:cxnLst/>
              <a:rect l="textAreaLeft" t="textAreaTop" r="textAreaRight" b="textAreaBottom"/>
              <a:pathLst>
                <a:path w="3593" h="3593">
                  <a:moveTo>
                    <a:pt x="0" y="0"/>
                  </a:moveTo>
                  <a:lnTo>
                    <a:pt x="0" y="150"/>
                  </a:lnTo>
                  <a:lnTo>
                    <a:pt x="1647" y="1946"/>
                  </a:lnTo>
                  <a:lnTo>
                    <a:pt x="3443" y="3593"/>
                  </a:lnTo>
                  <a:lnTo>
                    <a:pt x="3593" y="3593"/>
                  </a:lnTo>
                  <a:lnTo>
                    <a:pt x="3593" y="3443"/>
                  </a:lnTo>
                  <a:lnTo>
                    <a:pt x="1946" y="1647"/>
                  </a:lnTo>
                  <a:lnTo>
                    <a:pt x="150" y="0"/>
                  </a:lnTo>
                  <a:close/>
                </a:path>
              </a:pathLst>
            </a:custGeom>
            <a:solidFill>
              <a:schemeClr val="dk1"/>
            </a:solidFill>
            <a:ln w="0">
              <a:noFill/>
            </a:ln>
          </p:spPr>
          <p:style>
            <a:lnRef idx="0"/>
            <a:fillRef idx="0"/>
            <a:effectRef idx="0"/>
            <a:fontRef idx="minor"/>
          </p:style>
          <p:txBody>
            <a:bodyPr tIns="19440" bIns="19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6" name="Google Shape;2925;p119"/>
            <p:cNvSpPr/>
            <p:nvPr/>
          </p:nvSpPr>
          <p:spPr>
            <a:xfrm>
              <a:off x="6836400" y="2492280"/>
              <a:ext cx="33840" cy="33840"/>
            </a:xfrm>
            <a:custGeom>
              <a:avLst/>
              <a:gdLst>
                <a:gd name="textAreaLeft" fmla="*/ 0 w 33840"/>
                <a:gd name="textAreaRight" fmla="*/ 34200 w 33840"/>
                <a:gd name="textAreaTop" fmla="*/ 0 h 33840"/>
                <a:gd name="textAreaBottom" fmla="*/ 34200 h 33840"/>
              </a:gdLst>
              <a:ahLst/>
              <a:cxnLst/>
              <a:rect l="textAreaLeft" t="textAreaTop" r="textAreaRight" b="textAreaBottom"/>
              <a:pathLst>
                <a:path w="3145" h="3145">
                  <a:moveTo>
                    <a:pt x="1" y="1"/>
                  </a:moveTo>
                  <a:lnTo>
                    <a:pt x="1" y="151"/>
                  </a:lnTo>
                  <a:lnTo>
                    <a:pt x="599" y="1049"/>
                  </a:lnTo>
                  <a:lnTo>
                    <a:pt x="1348" y="1797"/>
                  </a:lnTo>
                  <a:lnTo>
                    <a:pt x="2994" y="3144"/>
                  </a:lnTo>
                  <a:lnTo>
                    <a:pt x="3144" y="3144"/>
                  </a:lnTo>
                  <a:lnTo>
                    <a:pt x="2096" y="1797"/>
                  </a:lnTo>
                  <a:lnTo>
                    <a:pt x="1049" y="899"/>
                  </a:lnTo>
                  <a:lnTo>
                    <a:pt x="150" y="1"/>
                  </a:lnTo>
                  <a:close/>
                </a:path>
              </a:pathLst>
            </a:custGeom>
            <a:solidFill>
              <a:schemeClr val="dk1"/>
            </a:solidFill>
            <a:ln w="0">
              <a:noFill/>
            </a:ln>
          </p:spPr>
          <p:style>
            <a:lnRef idx="0"/>
            <a:fillRef idx="0"/>
            <a:effectRef idx="0"/>
            <a:fontRef idx="minor"/>
          </p:style>
          <p:txBody>
            <a:bodyPr tIns="16920" bIns="16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7" name="Google Shape;2926;p119"/>
            <p:cNvSpPr/>
            <p:nvPr/>
          </p:nvSpPr>
          <p:spPr>
            <a:xfrm>
              <a:off x="6816960" y="2511720"/>
              <a:ext cx="30600" cy="30600"/>
            </a:xfrm>
            <a:custGeom>
              <a:avLst/>
              <a:gdLst>
                <a:gd name="textAreaLeft" fmla="*/ 0 w 30600"/>
                <a:gd name="textAreaRight" fmla="*/ 30960 w 30600"/>
                <a:gd name="textAreaTop" fmla="*/ 0 h 30600"/>
                <a:gd name="textAreaBottom" fmla="*/ 30960 h 30600"/>
              </a:gdLst>
              <a:ahLst/>
              <a:cxnLst/>
              <a:rect l="textAreaLeft" t="textAreaTop" r="textAreaRight" b="textAreaBottom"/>
              <a:pathLst>
                <a:path w="2845" h="2845">
                  <a:moveTo>
                    <a:pt x="1" y="1"/>
                  </a:moveTo>
                  <a:lnTo>
                    <a:pt x="1" y="151"/>
                  </a:lnTo>
                  <a:lnTo>
                    <a:pt x="1348" y="1647"/>
                  </a:lnTo>
                  <a:lnTo>
                    <a:pt x="2845" y="2845"/>
                  </a:lnTo>
                  <a:lnTo>
                    <a:pt x="2845" y="2695"/>
                  </a:lnTo>
                  <a:lnTo>
                    <a:pt x="1647" y="1198"/>
                  </a:lnTo>
                  <a:lnTo>
                    <a:pt x="150" y="1"/>
                  </a:lnTo>
                  <a:close/>
                </a:path>
              </a:pathLst>
            </a:custGeom>
            <a:solidFill>
              <a:schemeClr val="dk1"/>
            </a:solidFill>
            <a:ln w="0">
              <a:noFill/>
            </a:ln>
          </p:spPr>
          <p:style>
            <a:lnRef idx="0"/>
            <a:fillRef idx="0"/>
            <a:effectRef idx="0"/>
            <a:fontRef idx="minor"/>
          </p:style>
          <p:txBody>
            <a:bodyPr tIns="15480" bIns="15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8" name="Google Shape;2927;p119"/>
            <p:cNvSpPr/>
            <p:nvPr/>
          </p:nvSpPr>
          <p:spPr>
            <a:xfrm>
              <a:off x="6793920" y="2526480"/>
              <a:ext cx="32400" cy="32400"/>
            </a:xfrm>
            <a:custGeom>
              <a:avLst/>
              <a:gdLst>
                <a:gd name="textAreaLeft" fmla="*/ 0 w 32400"/>
                <a:gd name="textAreaRight" fmla="*/ 32760 w 32400"/>
                <a:gd name="textAreaTop" fmla="*/ 0 h 32400"/>
                <a:gd name="textAreaBottom" fmla="*/ 32760 h 32400"/>
              </a:gdLst>
              <a:ahLst/>
              <a:cxnLst/>
              <a:rect l="textAreaLeft" t="textAreaTop" r="textAreaRight" b="textAreaBottom"/>
              <a:pathLst>
                <a:path w="2994" h="2994">
                  <a:moveTo>
                    <a:pt x="0" y="0"/>
                  </a:moveTo>
                  <a:lnTo>
                    <a:pt x="0" y="150"/>
                  </a:lnTo>
                  <a:lnTo>
                    <a:pt x="599" y="898"/>
                  </a:lnTo>
                  <a:lnTo>
                    <a:pt x="1347" y="1647"/>
                  </a:lnTo>
                  <a:lnTo>
                    <a:pt x="2994" y="2994"/>
                  </a:lnTo>
                  <a:lnTo>
                    <a:pt x="2994" y="2844"/>
                  </a:lnTo>
                  <a:lnTo>
                    <a:pt x="1647" y="1347"/>
                  </a:lnTo>
                  <a:lnTo>
                    <a:pt x="898" y="599"/>
                  </a:lnTo>
                  <a:lnTo>
                    <a:pt x="150" y="0"/>
                  </a:lnTo>
                  <a:close/>
                </a:path>
              </a:pathLst>
            </a:custGeom>
            <a:solidFill>
              <a:schemeClr val="dk1"/>
            </a:solidFill>
            <a:ln w="0">
              <a:noFill/>
            </a:ln>
          </p:spPr>
          <p:style>
            <a:lnRef idx="0"/>
            <a:fillRef idx="0"/>
            <a:effectRef idx="0"/>
            <a:fontRef idx="minor"/>
          </p:style>
          <p:txBody>
            <a:bodyPr tIns="16200" bIns="16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9" name="Google Shape;2928;p119"/>
            <p:cNvSpPr/>
            <p:nvPr/>
          </p:nvSpPr>
          <p:spPr>
            <a:xfrm>
              <a:off x="6774480" y="2544480"/>
              <a:ext cx="30600" cy="30600"/>
            </a:xfrm>
            <a:custGeom>
              <a:avLst/>
              <a:gdLst>
                <a:gd name="textAreaLeft" fmla="*/ 0 w 30600"/>
                <a:gd name="textAreaRight" fmla="*/ 30960 w 30600"/>
                <a:gd name="textAreaTop" fmla="*/ 0 h 30600"/>
                <a:gd name="textAreaBottom" fmla="*/ 30960 h 30600"/>
              </a:gdLst>
              <a:ahLst/>
              <a:cxnLst/>
              <a:rect l="textAreaLeft" t="textAreaTop" r="textAreaRight" b="textAreaBottom"/>
              <a:pathLst>
                <a:path w="2844" h="2845">
                  <a:moveTo>
                    <a:pt x="0" y="1"/>
                  </a:moveTo>
                  <a:lnTo>
                    <a:pt x="0" y="150"/>
                  </a:lnTo>
                  <a:lnTo>
                    <a:pt x="599" y="899"/>
                  </a:lnTo>
                  <a:lnTo>
                    <a:pt x="1197" y="1497"/>
                  </a:lnTo>
                  <a:lnTo>
                    <a:pt x="2694" y="2844"/>
                  </a:lnTo>
                  <a:lnTo>
                    <a:pt x="2844" y="2844"/>
                  </a:lnTo>
                  <a:lnTo>
                    <a:pt x="2844" y="2695"/>
                  </a:lnTo>
                  <a:lnTo>
                    <a:pt x="1497" y="1348"/>
                  </a:lnTo>
                  <a:lnTo>
                    <a:pt x="898" y="599"/>
                  </a:lnTo>
                  <a:lnTo>
                    <a:pt x="0" y="1"/>
                  </a:lnTo>
                  <a:close/>
                </a:path>
              </a:pathLst>
            </a:custGeom>
            <a:solidFill>
              <a:schemeClr val="dk1"/>
            </a:solidFill>
            <a:ln w="0">
              <a:noFill/>
            </a:ln>
          </p:spPr>
          <p:style>
            <a:lnRef idx="0"/>
            <a:fillRef idx="0"/>
            <a:effectRef idx="0"/>
            <a:fontRef idx="minor"/>
          </p:style>
          <p:txBody>
            <a:bodyPr tIns="15480" bIns="15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0" name="Google Shape;2929;p119"/>
            <p:cNvSpPr/>
            <p:nvPr/>
          </p:nvSpPr>
          <p:spPr>
            <a:xfrm>
              <a:off x="6754680" y="2562480"/>
              <a:ext cx="30600" cy="30600"/>
            </a:xfrm>
            <a:custGeom>
              <a:avLst/>
              <a:gdLst>
                <a:gd name="textAreaLeft" fmla="*/ 0 w 30600"/>
                <a:gd name="textAreaRight" fmla="*/ 30960 w 30600"/>
                <a:gd name="textAreaTop" fmla="*/ 0 h 30600"/>
                <a:gd name="textAreaBottom" fmla="*/ 30960 h 30600"/>
              </a:gdLst>
              <a:ahLst/>
              <a:cxnLst/>
              <a:rect l="textAreaLeft" t="textAreaTop" r="textAreaRight" b="textAreaBottom"/>
              <a:pathLst>
                <a:path w="2845" h="2844">
                  <a:moveTo>
                    <a:pt x="151" y="0"/>
                  </a:moveTo>
                  <a:lnTo>
                    <a:pt x="1" y="150"/>
                  </a:lnTo>
                  <a:lnTo>
                    <a:pt x="1" y="449"/>
                  </a:lnTo>
                  <a:lnTo>
                    <a:pt x="600" y="1048"/>
                  </a:lnTo>
                  <a:lnTo>
                    <a:pt x="1198" y="1646"/>
                  </a:lnTo>
                  <a:lnTo>
                    <a:pt x="2695" y="2844"/>
                  </a:lnTo>
                  <a:lnTo>
                    <a:pt x="2845" y="2844"/>
                  </a:lnTo>
                  <a:lnTo>
                    <a:pt x="1498" y="1347"/>
                  </a:lnTo>
                  <a:lnTo>
                    <a:pt x="749" y="599"/>
                  </a:lnTo>
                  <a:lnTo>
                    <a:pt x="151" y="0"/>
                  </a:lnTo>
                  <a:close/>
                </a:path>
              </a:pathLst>
            </a:custGeom>
            <a:solidFill>
              <a:schemeClr val="dk1"/>
            </a:solidFill>
            <a:ln w="0">
              <a:noFill/>
            </a:ln>
          </p:spPr>
          <p:style>
            <a:lnRef idx="0"/>
            <a:fillRef idx="0"/>
            <a:effectRef idx="0"/>
            <a:fontRef idx="minor"/>
          </p:style>
          <p:txBody>
            <a:bodyPr tIns="15480" bIns="15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1" name="Google Shape;2930;p119"/>
            <p:cNvSpPr/>
            <p:nvPr/>
          </p:nvSpPr>
          <p:spPr>
            <a:xfrm>
              <a:off x="6731640" y="2578680"/>
              <a:ext cx="29160" cy="30600"/>
            </a:xfrm>
            <a:custGeom>
              <a:avLst/>
              <a:gdLst>
                <a:gd name="textAreaLeft" fmla="*/ 0 w 29160"/>
                <a:gd name="textAreaRight" fmla="*/ 29520 w 29160"/>
                <a:gd name="textAreaTop" fmla="*/ 0 h 30600"/>
                <a:gd name="textAreaBottom" fmla="*/ 30960 h 30600"/>
              </a:gdLst>
              <a:ahLst/>
              <a:cxnLst/>
              <a:rect l="textAreaLeft" t="textAreaTop" r="textAreaRight" b="textAreaBottom"/>
              <a:pathLst>
                <a:path w="2695" h="2845">
                  <a:moveTo>
                    <a:pt x="0" y="1"/>
                  </a:moveTo>
                  <a:lnTo>
                    <a:pt x="0" y="150"/>
                  </a:lnTo>
                  <a:lnTo>
                    <a:pt x="449" y="749"/>
                  </a:lnTo>
                  <a:lnTo>
                    <a:pt x="1198" y="1498"/>
                  </a:lnTo>
                  <a:lnTo>
                    <a:pt x="2695" y="2845"/>
                  </a:lnTo>
                  <a:lnTo>
                    <a:pt x="2695" y="2695"/>
                  </a:lnTo>
                  <a:lnTo>
                    <a:pt x="1497" y="1198"/>
                  </a:lnTo>
                  <a:lnTo>
                    <a:pt x="749" y="600"/>
                  </a:lnTo>
                  <a:lnTo>
                    <a:pt x="0" y="1"/>
                  </a:lnTo>
                  <a:close/>
                </a:path>
              </a:pathLst>
            </a:custGeom>
            <a:solidFill>
              <a:schemeClr val="dk1"/>
            </a:solidFill>
            <a:ln w="0">
              <a:noFill/>
            </a:ln>
          </p:spPr>
          <p:style>
            <a:lnRef idx="0"/>
            <a:fillRef idx="0"/>
            <a:effectRef idx="0"/>
            <a:fontRef idx="minor"/>
          </p:style>
          <p:txBody>
            <a:bodyPr tIns="15480" bIns="15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2" name="Google Shape;2931;p119"/>
            <p:cNvSpPr/>
            <p:nvPr/>
          </p:nvSpPr>
          <p:spPr>
            <a:xfrm>
              <a:off x="6715440" y="2601720"/>
              <a:ext cx="25920" cy="24120"/>
            </a:xfrm>
            <a:custGeom>
              <a:avLst/>
              <a:gdLst>
                <a:gd name="textAreaLeft" fmla="*/ 0 w 25920"/>
                <a:gd name="textAreaRight" fmla="*/ 26280 w 25920"/>
                <a:gd name="textAreaTop" fmla="*/ 0 h 24120"/>
                <a:gd name="textAreaBottom" fmla="*/ 24480 h 24120"/>
              </a:gdLst>
              <a:ahLst/>
              <a:cxnLst/>
              <a:rect l="textAreaLeft" t="textAreaTop" r="textAreaRight" b="textAreaBottom"/>
              <a:pathLst>
                <a:path w="2396" h="2246">
                  <a:moveTo>
                    <a:pt x="1" y="0"/>
                  </a:moveTo>
                  <a:lnTo>
                    <a:pt x="450" y="749"/>
                  </a:lnTo>
                  <a:lnTo>
                    <a:pt x="1048" y="1198"/>
                  </a:lnTo>
                  <a:lnTo>
                    <a:pt x="2246" y="2245"/>
                  </a:lnTo>
                  <a:lnTo>
                    <a:pt x="2395" y="2096"/>
                  </a:lnTo>
                  <a:lnTo>
                    <a:pt x="1348" y="898"/>
                  </a:lnTo>
                  <a:lnTo>
                    <a:pt x="749" y="449"/>
                  </a:lnTo>
                  <a:lnTo>
                    <a:pt x="150" y="0"/>
                  </a:lnTo>
                  <a:close/>
                </a:path>
              </a:pathLst>
            </a:custGeom>
            <a:solidFill>
              <a:schemeClr val="dk1"/>
            </a:solidFill>
            <a:ln w="0">
              <a:noFill/>
            </a:ln>
          </p:spPr>
          <p:style>
            <a:lnRef idx="0"/>
            <a:fillRef idx="0"/>
            <a:effectRef idx="0"/>
            <a:fontRef idx="minor"/>
          </p:style>
          <p:txBody>
            <a:bodyPr tIns="12240" bIns="122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3" name="Google Shape;2932;p119"/>
            <p:cNvSpPr/>
            <p:nvPr/>
          </p:nvSpPr>
          <p:spPr>
            <a:xfrm>
              <a:off x="6700680" y="2624760"/>
              <a:ext cx="17640" cy="17640"/>
            </a:xfrm>
            <a:custGeom>
              <a:avLst/>
              <a:gdLst>
                <a:gd name="textAreaLeft" fmla="*/ 0 w 17640"/>
                <a:gd name="textAreaRight" fmla="*/ 18000 w 17640"/>
                <a:gd name="textAreaTop" fmla="*/ 0 h 17640"/>
                <a:gd name="textAreaBottom" fmla="*/ 18000 h 17640"/>
              </a:gdLst>
              <a:ahLst/>
              <a:cxnLst/>
              <a:rect l="textAreaLeft" t="textAreaTop" r="textAreaRight" b="textAreaBottom"/>
              <a:pathLst>
                <a:path w="1647" h="1648">
                  <a:moveTo>
                    <a:pt x="0" y="1"/>
                  </a:moveTo>
                  <a:lnTo>
                    <a:pt x="0" y="150"/>
                  </a:lnTo>
                  <a:lnTo>
                    <a:pt x="749" y="899"/>
                  </a:lnTo>
                  <a:lnTo>
                    <a:pt x="1647" y="1647"/>
                  </a:lnTo>
                  <a:lnTo>
                    <a:pt x="1647" y="1498"/>
                  </a:lnTo>
                  <a:lnTo>
                    <a:pt x="1048" y="749"/>
                  </a:lnTo>
                  <a:lnTo>
                    <a:pt x="150" y="1"/>
                  </a:lnTo>
                  <a:close/>
                </a:path>
              </a:pathLst>
            </a:custGeom>
            <a:solidFill>
              <a:schemeClr val="dk1"/>
            </a:solidFill>
            <a:ln w="0">
              <a:noFill/>
            </a:ln>
          </p:spPr>
          <p:style>
            <a:lnRef idx="0"/>
            <a:fillRef idx="0"/>
            <a:effectRef idx="0"/>
            <a:fontRef idx="minor"/>
          </p:style>
          <p:txBody>
            <a:bodyPr tIns="9000" bIns="9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4" name="Google Shape;2933;p119"/>
            <p:cNvSpPr/>
            <p:nvPr/>
          </p:nvSpPr>
          <p:spPr>
            <a:xfrm>
              <a:off x="6682680" y="2644200"/>
              <a:ext cx="15840" cy="15840"/>
            </a:xfrm>
            <a:custGeom>
              <a:avLst/>
              <a:gdLst>
                <a:gd name="textAreaLeft" fmla="*/ 0 w 15840"/>
                <a:gd name="textAreaRight" fmla="*/ 16200 w 15840"/>
                <a:gd name="textAreaTop" fmla="*/ 0 h 15840"/>
                <a:gd name="textAreaBottom" fmla="*/ 16200 h 15840"/>
              </a:gdLst>
              <a:ahLst/>
              <a:cxnLst/>
              <a:rect l="textAreaLeft" t="textAreaTop" r="textAreaRight" b="textAreaBottom"/>
              <a:pathLst>
                <a:path w="1497" h="1498">
                  <a:moveTo>
                    <a:pt x="150" y="1"/>
                  </a:moveTo>
                  <a:lnTo>
                    <a:pt x="0" y="151"/>
                  </a:lnTo>
                  <a:lnTo>
                    <a:pt x="0" y="300"/>
                  </a:lnTo>
                  <a:lnTo>
                    <a:pt x="599" y="899"/>
                  </a:lnTo>
                  <a:lnTo>
                    <a:pt x="1347" y="1498"/>
                  </a:lnTo>
                  <a:lnTo>
                    <a:pt x="1497" y="1498"/>
                  </a:lnTo>
                  <a:lnTo>
                    <a:pt x="1497" y="1348"/>
                  </a:lnTo>
                  <a:lnTo>
                    <a:pt x="898" y="600"/>
                  </a:lnTo>
                  <a:lnTo>
                    <a:pt x="150" y="1"/>
                  </a:lnTo>
                  <a:close/>
                </a:path>
              </a:pathLst>
            </a:custGeom>
            <a:solidFill>
              <a:schemeClr val="dk1"/>
            </a:solidFill>
            <a:ln w="0">
              <a:noFill/>
            </a:ln>
          </p:spPr>
          <p:style>
            <a:lnRef idx="0"/>
            <a:fillRef idx="0"/>
            <a:effectRef idx="0"/>
            <a:fontRef idx="minor"/>
          </p:style>
          <p:txBody>
            <a:bodyPr tIns="7920" bIns="7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5" name="Google Shape;2934;p119"/>
            <p:cNvSpPr/>
            <p:nvPr/>
          </p:nvSpPr>
          <p:spPr>
            <a:xfrm>
              <a:off x="6661440" y="2660760"/>
              <a:ext cx="14400" cy="15840"/>
            </a:xfrm>
            <a:custGeom>
              <a:avLst/>
              <a:gdLst>
                <a:gd name="textAreaLeft" fmla="*/ 0 w 14400"/>
                <a:gd name="textAreaRight" fmla="*/ 14760 w 14400"/>
                <a:gd name="textAreaTop" fmla="*/ 0 h 15840"/>
                <a:gd name="textAreaBottom" fmla="*/ 16200 h 15840"/>
              </a:gdLst>
              <a:ahLst/>
              <a:cxnLst/>
              <a:rect l="textAreaLeft" t="textAreaTop" r="textAreaRight" b="textAreaBottom"/>
              <a:pathLst>
                <a:path w="1348" h="1498">
                  <a:moveTo>
                    <a:pt x="0" y="1"/>
                  </a:moveTo>
                  <a:lnTo>
                    <a:pt x="0" y="150"/>
                  </a:lnTo>
                  <a:lnTo>
                    <a:pt x="150" y="599"/>
                  </a:lnTo>
                  <a:lnTo>
                    <a:pt x="449" y="899"/>
                  </a:lnTo>
                  <a:lnTo>
                    <a:pt x="1198" y="1498"/>
                  </a:lnTo>
                  <a:lnTo>
                    <a:pt x="1347" y="1348"/>
                  </a:lnTo>
                  <a:lnTo>
                    <a:pt x="749" y="599"/>
                  </a:lnTo>
                  <a:lnTo>
                    <a:pt x="449" y="300"/>
                  </a:lnTo>
                  <a:lnTo>
                    <a:pt x="150" y="1"/>
                  </a:lnTo>
                  <a:close/>
                </a:path>
              </a:pathLst>
            </a:custGeom>
            <a:solidFill>
              <a:schemeClr val="dk1"/>
            </a:solidFill>
            <a:ln w="0">
              <a:noFill/>
            </a:ln>
          </p:spPr>
          <p:style>
            <a:lnRef idx="0"/>
            <a:fillRef idx="0"/>
            <a:effectRef idx="0"/>
            <a:fontRef idx="minor"/>
          </p:style>
          <p:txBody>
            <a:bodyPr tIns="7920" bIns="7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6" name="Google Shape;2935;p119"/>
            <p:cNvSpPr/>
            <p:nvPr/>
          </p:nvSpPr>
          <p:spPr>
            <a:xfrm>
              <a:off x="6642000" y="2680200"/>
              <a:ext cx="14400" cy="14400"/>
            </a:xfrm>
            <a:custGeom>
              <a:avLst/>
              <a:gdLst>
                <a:gd name="textAreaLeft" fmla="*/ 0 w 14400"/>
                <a:gd name="textAreaRight" fmla="*/ 14760 w 14400"/>
                <a:gd name="textAreaTop" fmla="*/ 0 h 14400"/>
                <a:gd name="textAreaBottom" fmla="*/ 14760 h 14400"/>
              </a:gdLst>
              <a:ahLst/>
              <a:cxnLst/>
              <a:rect l="textAreaLeft" t="textAreaTop" r="textAreaRight" b="textAreaBottom"/>
              <a:pathLst>
                <a:path w="1348" h="1348">
                  <a:moveTo>
                    <a:pt x="0" y="1"/>
                  </a:moveTo>
                  <a:lnTo>
                    <a:pt x="0" y="151"/>
                  </a:lnTo>
                  <a:lnTo>
                    <a:pt x="599" y="749"/>
                  </a:lnTo>
                  <a:lnTo>
                    <a:pt x="1197" y="1348"/>
                  </a:lnTo>
                  <a:lnTo>
                    <a:pt x="1347" y="1198"/>
                  </a:lnTo>
                  <a:lnTo>
                    <a:pt x="748" y="600"/>
                  </a:lnTo>
                  <a:lnTo>
                    <a:pt x="150" y="1"/>
                  </a:lnTo>
                  <a:close/>
                </a:path>
              </a:pathLst>
            </a:custGeom>
            <a:solidFill>
              <a:schemeClr val="dk1"/>
            </a:solidFill>
            <a:ln w="0">
              <a:noFill/>
            </a:ln>
          </p:spPr>
          <p:style>
            <a:lnRef idx="0"/>
            <a:fillRef idx="0"/>
            <a:effectRef idx="0"/>
            <a:fontRef idx="minor"/>
          </p:style>
          <p:txBody>
            <a:bodyPr tIns="7200" bIns="7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7" name="Google Shape;2936;p119"/>
            <p:cNvSpPr/>
            <p:nvPr/>
          </p:nvSpPr>
          <p:spPr>
            <a:xfrm>
              <a:off x="7055640" y="2019600"/>
              <a:ext cx="127080" cy="7920"/>
            </a:xfrm>
            <a:custGeom>
              <a:avLst/>
              <a:gdLst>
                <a:gd name="textAreaLeft" fmla="*/ 0 w 127080"/>
                <a:gd name="textAreaRight" fmla="*/ 127440 w 127080"/>
                <a:gd name="textAreaTop" fmla="*/ 0 h 7920"/>
                <a:gd name="textAreaBottom" fmla="*/ 8280 h 7920"/>
              </a:gdLst>
              <a:ahLst/>
              <a:cxnLst/>
              <a:rect l="textAreaLeft" t="textAreaTop" r="textAreaRight" b="textAreaBottom"/>
              <a:pathLst>
                <a:path w="11676" h="750">
                  <a:moveTo>
                    <a:pt x="4641" y="1"/>
                  </a:moveTo>
                  <a:lnTo>
                    <a:pt x="150" y="150"/>
                  </a:lnTo>
                  <a:lnTo>
                    <a:pt x="1" y="300"/>
                  </a:lnTo>
                  <a:lnTo>
                    <a:pt x="1" y="450"/>
                  </a:lnTo>
                  <a:lnTo>
                    <a:pt x="150" y="450"/>
                  </a:lnTo>
                  <a:lnTo>
                    <a:pt x="4641" y="749"/>
                  </a:lnTo>
                  <a:lnTo>
                    <a:pt x="9131" y="749"/>
                  </a:lnTo>
                  <a:lnTo>
                    <a:pt x="9730" y="599"/>
                  </a:lnTo>
                  <a:lnTo>
                    <a:pt x="11526" y="599"/>
                  </a:lnTo>
                  <a:lnTo>
                    <a:pt x="11676" y="450"/>
                  </a:lnTo>
                  <a:lnTo>
                    <a:pt x="11676" y="300"/>
                  </a:lnTo>
                  <a:lnTo>
                    <a:pt x="11526" y="150"/>
                  </a:lnTo>
                  <a:lnTo>
                    <a:pt x="9580" y="150"/>
                  </a:lnTo>
                  <a:lnTo>
                    <a:pt x="9131" y="1"/>
                  </a:lnTo>
                  <a:close/>
                </a:path>
              </a:pathLst>
            </a:custGeom>
            <a:solidFill>
              <a:schemeClr val="dk1"/>
            </a:solidFill>
            <a:ln w="0">
              <a:noFill/>
            </a:ln>
          </p:spPr>
          <p:style>
            <a:lnRef idx="0"/>
            <a:fillRef idx="0"/>
            <a:effectRef idx="0"/>
            <a:fontRef idx="minor"/>
          </p:style>
          <p:txBody>
            <a:bodyPr tIns="3960" bIns="3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8" name="Google Shape;2937;p119"/>
            <p:cNvSpPr/>
            <p:nvPr/>
          </p:nvSpPr>
          <p:spPr>
            <a:xfrm>
              <a:off x="7050600" y="1949400"/>
              <a:ext cx="122400" cy="7920"/>
            </a:xfrm>
            <a:custGeom>
              <a:avLst/>
              <a:gdLst>
                <a:gd name="textAreaLeft" fmla="*/ 0 w 122400"/>
                <a:gd name="textAreaRight" fmla="*/ 122760 w 122400"/>
                <a:gd name="textAreaTop" fmla="*/ 0 h 7920"/>
                <a:gd name="textAreaBottom" fmla="*/ 8280 h 7920"/>
              </a:gdLst>
              <a:ahLst/>
              <a:cxnLst/>
              <a:rect l="textAreaLeft" t="textAreaTop" r="textAreaRight" b="textAreaBottom"/>
              <a:pathLst>
                <a:path w="11227" h="749">
                  <a:moveTo>
                    <a:pt x="2396" y="1"/>
                  </a:moveTo>
                  <a:lnTo>
                    <a:pt x="150" y="300"/>
                  </a:lnTo>
                  <a:lnTo>
                    <a:pt x="1" y="300"/>
                  </a:lnTo>
                  <a:lnTo>
                    <a:pt x="150" y="450"/>
                  </a:lnTo>
                  <a:lnTo>
                    <a:pt x="2845" y="749"/>
                  </a:lnTo>
                  <a:lnTo>
                    <a:pt x="6586" y="749"/>
                  </a:lnTo>
                  <a:lnTo>
                    <a:pt x="7634" y="599"/>
                  </a:lnTo>
                  <a:lnTo>
                    <a:pt x="11077" y="599"/>
                  </a:lnTo>
                  <a:lnTo>
                    <a:pt x="11227" y="450"/>
                  </a:lnTo>
                  <a:lnTo>
                    <a:pt x="11227" y="300"/>
                  </a:lnTo>
                  <a:lnTo>
                    <a:pt x="11077" y="150"/>
                  </a:lnTo>
                  <a:lnTo>
                    <a:pt x="6736" y="1"/>
                  </a:lnTo>
                  <a:close/>
                </a:path>
              </a:pathLst>
            </a:custGeom>
            <a:solidFill>
              <a:schemeClr val="dk1"/>
            </a:solidFill>
            <a:ln w="0">
              <a:noFill/>
            </a:ln>
          </p:spPr>
          <p:style>
            <a:lnRef idx="0"/>
            <a:fillRef idx="0"/>
            <a:effectRef idx="0"/>
            <a:fontRef idx="minor"/>
          </p:style>
          <p:txBody>
            <a:bodyPr tIns="3960" bIns="3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9" name="Google Shape;2938;p119"/>
            <p:cNvSpPr/>
            <p:nvPr/>
          </p:nvSpPr>
          <p:spPr>
            <a:xfrm>
              <a:off x="7055640" y="1911600"/>
              <a:ext cx="119160" cy="11160"/>
            </a:xfrm>
            <a:custGeom>
              <a:avLst/>
              <a:gdLst>
                <a:gd name="textAreaLeft" fmla="*/ 0 w 119160"/>
                <a:gd name="textAreaRight" fmla="*/ 119520 w 119160"/>
                <a:gd name="textAreaTop" fmla="*/ 0 h 11160"/>
                <a:gd name="textAreaBottom" fmla="*/ 11520 h 11160"/>
              </a:gdLst>
              <a:ahLst/>
              <a:cxnLst/>
              <a:rect l="textAreaLeft" t="textAreaTop" r="textAreaRight" b="textAreaBottom"/>
              <a:pathLst>
                <a:path w="10928" h="1049">
                  <a:moveTo>
                    <a:pt x="4192" y="1"/>
                  </a:moveTo>
                  <a:lnTo>
                    <a:pt x="1797" y="151"/>
                  </a:lnTo>
                  <a:lnTo>
                    <a:pt x="899" y="300"/>
                  </a:lnTo>
                  <a:lnTo>
                    <a:pt x="150" y="450"/>
                  </a:lnTo>
                  <a:lnTo>
                    <a:pt x="1" y="600"/>
                  </a:lnTo>
                  <a:lnTo>
                    <a:pt x="150" y="600"/>
                  </a:lnTo>
                  <a:lnTo>
                    <a:pt x="450" y="749"/>
                  </a:lnTo>
                  <a:lnTo>
                    <a:pt x="1647" y="899"/>
                  </a:lnTo>
                  <a:lnTo>
                    <a:pt x="2845" y="899"/>
                  </a:lnTo>
                  <a:lnTo>
                    <a:pt x="4940" y="1049"/>
                  </a:lnTo>
                  <a:lnTo>
                    <a:pt x="7036" y="1049"/>
                  </a:lnTo>
                  <a:lnTo>
                    <a:pt x="8981" y="899"/>
                  </a:lnTo>
                  <a:lnTo>
                    <a:pt x="10927" y="600"/>
                  </a:lnTo>
                  <a:lnTo>
                    <a:pt x="10927" y="450"/>
                  </a:lnTo>
                  <a:lnTo>
                    <a:pt x="8682" y="151"/>
                  </a:lnTo>
                  <a:lnTo>
                    <a:pt x="6437" y="1"/>
                  </a:lnTo>
                  <a:close/>
                </a:path>
              </a:pathLst>
            </a:custGeom>
            <a:solidFill>
              <a:schemeClr val="dk1"/>
            </a:solidFill>
            <a:ln w="0">
              <a:noFill/>
            </a:ln>
          </p:spPr>
          <p:style>
            <a:lnRef idx="0"/>
            <a:fillRef idx="0"/>
            <a:effectRef idx="0"/>
            <a:fontRef idx="minor"/>
          </p:style>
          <p:txBody>
            <a:bodyPr tIns="5760" bIns="5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0" name="Google Shape;2939;p119"/>
            <p:cNvSpPr/>
            <p:nvPr/>
          </p:nvSpPr>
          <p:spPr>
            <a:xfrm>
              <a:off x="7057080" y="1877400"/>
              <a:ext cx="114120" cy="9360"/>
            </a:xfrm>
            <a:custGeom>
              <a:avLst/>
              <a:gdLst>
                <a:gd name="textAreaLeft" fmla="*/ 0 w 114120"/>
                <a:gd name="textAreaRight" fmla="*/ 114480 w 114120"/>
                <a:gd name="textAreaTop" fmla="*/ 0 h 9360"/>
                <a:gd name="textAreaBottom" fmla="*/ 9720 h 9360"/>
              </a:gdLst>
              <a:ahLst/>
              <a:cxnLst/>
              <a:rect l="textAreaLeft" t="textAreaTop" r="textAreaRight" b="textAreaBottom"/>
              <a:pathLst>
                <a:path w="10478" h="899">
                  <a:moveTo>
                    <a:pt x="5688" y="1"/>
                  </a:moveTo>
                  <a:lnTo>
                    <a:pt x="2994" y="150"/>
                  </a:lnTo>
                  <a:lnTo>
                    <a:pt x="150" y="300"/>
                  </a:lnTo>
                  <a:lnTo>
                    <a:pt x="0" y="450"/>
                  </a:lnTo>
                  <a:lnTo>
                    <a:pt x="150" y="599"/>
                  </a:lnTo>
                  <a:lnTo>
                    <a:pt x="2994" y="899"/>
                  </a:lnTo>
                  <a:lnTo>
                    <a:pt x="8083" y="899"/>
                  </a:lnTo>
                  <a:lnTo>
                    <a:pt x="9280" y="749"/>
                  </a:lnTo>
                  <a:lnTo>
                    <a:pt x="10478" y="599"/>
                  </a:lnTo>
                  <a:lnTo>
                    <a:pt x="10478" y="450"/>
                  </a:lnTo>
                  <a:lnTo>
                    <a:pt x="9280" y="150"/>
                  </a:lnTo>
                  <a:lnTo>
                    <a:pt x="8083" y="1"/>
                  </a:lnTo>
                  <a:close/>
                </a:path>
              </a:pathLst>
            </a:custGeom>
            <a:solidFill>
              <a:schemeClr val="dk1"/>
            </a:solidFill>
            <a:ln w="0">
              <a:noFill/>
            </a:ln>
          </p:spPr>
          <p:style>
            <a:lnRef idx="0"/>
            <a:fillRef idx="0"/>
            <a:effectRef idx="0"/>
            <a:fontRef idx="minor"/>
          </p:style>
          <p:txBody>
            <a:bodyPr tIns="4680" bIns="4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1" name="Google Shape;2940;p119"/>
            <p:cNvSpPr/>
            <p:nvPr/>
          </p:nvSpPr>
          <p:spPr>
            <a:xfrm>
              <a:off x="7063920" y="1841400"/>
              <a:ext cx="107640" cy="11160"/>
            </a:xfrm>
            <a:custGeom>
              <a:avLst/>
              <a:gdLst>
                <a:gd name="textAreaLeft" fmla="*/ 0 w 107640"/>
                <a:gd name="textAreaRight" fmla="*/ 108000 w 107640"/>
                <a:gd name="textAreaTop" fmla="*/ 0 h 11160"/>
                <a:gd name="textAreaBottom" fmla="*/ 11520 h 11160"/>
              </a:gdLst>
              <a:ahLst/>
              <a:cxnLst/>
              <a:rect l="textAreaLeft" t="textAreaTop" r="textAreaRight" b="textAreaBottom"/>
              <a:pathLst>
                <a:path w="9879" h="1049">
                  <a:moveTo>
                    <a:pt x="4939" y="1"/>
                  </a:moveTo>
                  <a:lnTo>
                    <a:pt x="2545" y="150"/>
                  </a:lnTo>
                  <a:lnTo>
                    <a:pt x="150" y="300"/>
                  </a:lnTo>
                  <a:lnTo>
                    <a:pt x="0" y="450"/>
                  </a:lnTo>
                  <a:lnTo>
                    <a:pt x="150" y="599"/>
                  </a:lnTo>
                  <a:lnTo>
                    <a:pt x="2545" y="899"/>
                  </a:lnTo>
                  <a:lnTo>
                    <a:pt x="4939" y="1049"/>
                  </a:lnTo>
                  <a:lnTo>
                    <a:pt x="7484" y="1049"/>
                  </a:lnTo>
                  <a:lnTo>
                    <a:pt x="8532" y="899"/>
                  </a:lnTo>
                  <a:lnTo>
                    <a:pt x="9729" y="749"/>
                  </a:lnTo>
                  <a:lnTo>
                    <a:pt x="9879" y="599"/>
                  </a:lnTo>
                  <a:lnTo>
                    <a:pt x="9729" y="450"/>
                  </a:lnTo>
                  <a:lnTo>
                    <a:pt x="8532" y="150"/>
                  </a:lnTo>
                  <a:lnTo>
                    <a:pt x="7484" y="1"/>
                  </a:lnTo>
                  <a:close/>
                </a:path>
              </a:pathLst>
            </a:custGeom>
            <a:solidFill>
              <a:schemeClr val="dk1"/>
            </a:solidFill>
            <a:ln w="0">
              <a:noFill/>
            </a:ln>
          </p:spPr>
          <p:style>
            <a:lnRef idx="0"/>
            <a:fillRef idx="0"/>
            <a:effectRef idx="0"/>
            <a:fontRef idx="minor"/>
          </p:style>
          <p:txBody>
            <a:bodyPr tIns="5760" bIns="5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2" name="Google Shape;2941;p119"/>
            <p:cNvSpPr/>
            <p:nvPr/>
          </p:nvSpPr>
          <p:spPr>
            <a:xfrm>
              <a:off x="7068600" y="1807200"/>
              <a:ext cx="105840" cy="9360"/>
            </a:xfrm>
            <a:custGeom>
              <a:avLst/>
              <a:gdLst>
                <a:gd name="textAreaLeft" fmla="*/ 0 w 105840"/>
                <a:gd name="textAreaRight" fmla="*/ 106200 w 105840"/>
                <a:gd name="textAreaTop" fmla="*/ 0 h 9360"/>
                <a:gd name="textAreaBottom" fmla="*/ 9720 h 9360"/>
              </a:gdLst>
              <a:ahLst/>
              <a:cxnLst/>
              <a:rect l="textAreaLeft" t="textAreaTop" r="textAreaRight" b="textAreaBottom"/>
              <a:pathLst>
                <a:path w="9730" h="899">
                  <a:moveTo>
                    <a:pt x="5239" y="1"/>
                  </a:moveTo>
                  <a:lnTo>
                    <a:pt x="2694" y="150"/>
                  </a:lnTo>
                  <a:lnTo>
                    <a:pt x="150" y="300"/>
                  </a:lnTo>
                  <a:lnTo>
                    <a:pt x="0" y="300"/>
                  </a:lnTo>
                  <a:lnTo>
                    <a:pt x="0" y="450"/>
                  </a:lnTo>
                  <a:lnTo>
                    <a:pt x="0" y="599"/>
                  </a:lnTo>
                  <a:lnTo>
                    <a:pt x="150" y="599"/>
                  </a:lnTo>
                  <a:lnTo>
                    <a:pt x="2694" y="749"/>
                  </a:lnTo>
                  <a:lnTo>
                    <a:pt x="5239" y="899"/>
                  </a:lnTo>
                  <a:lnTo>
                    <a:pt x="8532" y="899"/>
                  </a:lnTo>
                  <a:lnTo>
                    <a:pt x="9580" y="599"/>
                  </a:lnTo>
                  <a:lnTo>
                    <a:pt x="9729" y="450"/>
                  </a:lnTo>
                  <a:lnTo>
                    <a:pt x="9580" y="300"/>
                  </a:lnTo>
                  <a:lnTo>
                    <a:pt x="8532" y="150"/>
                  </a:lnTo>
                  <a:lnTo>
                    <a:pt x="7334" y="1"/>
                  </a:lnTo>
                  <a:close/>
                </a:path>
              </a:pathLst>
            </a:custGeom>
            <a:solidFill>
              <a:schemeClr val="dk1"/>
            </a:solidFill>
            <a:ln w="0">
              <a:noFill/>
            </a:ln>
          </p:spPr>
          <p:style>
            <a:lnRef idx="0"/>
            <a:fillRef idx="0"/>
            <a:effectRef idx="0"/>
            <a:fontRef idx="minor"/>
          </p:style>
          <p:txBody>
            <a:bodyPr tIns="4680" bIns="4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3" name="Google Shape;2942;p119"/>
            <p:cNvSpPr/>
            <p:nvPr/>
          </p:nvSpPr>
          <p:spPr>
            <a:xfrm>
              <a:off x="7073640" y="1772640"/>
              <a:ext cx="102600" cy="9360"/>
            </a:xfrm>
            <a:custGeom>
              <a:avLst/>
              <a:gdLst>
                <a:gd name="textAreaLeft" fmla="*/ 0 w 102600"/>
                <a:gd name="textAreaRight" fmla="*/ 102960 w 102600"/>
                <a:gd name="textAreaTop" fmla="*/ 0 h 9360"/>
                <a:gd name="textAreaBottom" fmla="*/ 9720 h 9360"/>
              </a:gdLst>
              <a:ahLst/>
              <a:cxnLst/>
              <a:rect l="textAreaLeft" t="textAreaTop" r="textAreaRight" b="textAreaBottom"/>
              <a:pathLst>
                <a:path w="9430" h="899">
                  <a:moveTo>
                    <a:pt x="2395" y="0"/>
                  </a:moveTo>
                  <a:lnTo>
                    <a:pt x="150" y="300"/>
                  </a:lnTo>
                  <a:lnTo>
                    <a:pt x="0" y="449"/>
                  </a:lnTo>
                  <a:lnTo>
                    <a:pt x="150" y="599"/>
                  </a:lnTo>
                  <a:lnTo>
                    <a:pt x="2395" y="749"/>
                  </a:lnTo>
                  <a:lnTo>
                    <a:pt x="4640" y="898"/>
                  </a:lnTo>
                  <a:lnTo>
                    <a:pt x="9131" y="599"/>
                  </a:lnTo>
                  <a:lnTo>
                    <a:pt x="9280" y="599"/>
                  </a:lnTo>
                  <a:lnTo>
                    <a:pt x="9430" y="449"/>
                  </a:lnTo>
                  <a:lnTo>
                    <a:pt x="9280" y="150"/>
                  </a:lnTo>
                  <a:lnTo>
                    <a:pt x="9131" y="150"/>
                  </a:lnTo>
                  <a:lnTo>
                    <a:pt x="4640" y="0"/>
                  </a:lnTo>
                  <a:close/>
                </a:path>
              </a:pathLst>
            </a:custGeom>
            <a:solidFill>
              <a:schemeClr val="dk1"/>
            </a:solidFill>
            <a:ln w="0">
              <a:noFill/>
            </a:ln>
          </p:spPr>
          <p:style>
            <a:lnRef idx="0"/>
            <a:fillRef idx="0"/>
            <a:effectRef idx="0"/>
            <a:fontRef idx="minor"/>
          </p:style>
          <p:txBody>
            <a:bodyPr tIns="4680" bIns="4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4" name="Google Shape;2943;p119"/>
            <p:cNvSpPr/>
            <p:nvPr/>
          </p:nvSpPr>
          <p:spPr>
            <a:xfrm>
              <a:off x="7076880" y="1735200"/>
              <a:ext cx="102600" cy="9360"/>
            </a:xfrm>
            <a:custGeom>
              <a:avLst/>
              <a:gdLst>
                <a:gd name="textAreaLeft" fmla="*/ 0 w 102600"/>
                <a:gd name="textAreaRight" fmla="*/ 102960 w 102600"/>
                <a:gd name="textAreaTop" fmla="*/ 0 h 9360"/>
                <a:gd name="textAreaBottom" fmla="*/ 9720 h 9360"/>
              </a:gdLst>
              <a:ahLst/>
              <a:cxnLst/>
              <a:rect l="textAreaLeft" t="textAreaTop" r="textAreaRight" b="textAreaBottom"/>
              <a:pathLst>
                <a:path w="9431" h="899">
                  <a:moveTo>
                    <a:pt x="1198" y="1"/>
                  </a:moveTo>
                  <a:lnTo>
                    <a:pt x="150" y="300"/>
                  </a:lnTo>
                  <a:lnTo>
                    <a:pt x="1" y="300"/>
                  </a:lnTo>
                  <a:lnTo>
                    <a:pt x="1" y="450"/>
                  </a:lnTo>
                  <a:lnTo>
                    <a:pt x="1" y="599"/>
                  </a:lnTo>
                  <a:lnTo>
                    <a:pt x="150" y="599"/>
                  </a:lnTo>
                  <a:lnTo>
                    <a:pt x="1198" y="899"/>
                  </a:lnTo>
                  <a:lnTo>
                    <a:pt x="6736" y="899"/>
                  </a:lnTo>
                  <a:lnTo>
                    <a:pt x="9281" y="749"/>
                  </a:lnTo>
                  <a:lnTo>
                    <a:pt x="9430" y="749"/>
                  </a:lnTo>
                  <a:lnTo>
                    <a:pt x="9430" y="599"/>
                  </a:lnTo>
                  <a:lnTo>
                    <a:pt x="9430" y="450"/>
                  </a:lnTo>
                  <a:lnTo>
                    <a:pt x="9281" y="450"/>
                  </a:lnTo>
                  <a:lnTo>
                    <a:pt x="6736" y="150"/>
                  </a:lnTo>
                  <a:lnTo>
                    <a:pt x="4341" y="150"/>
                  </a:lnTo>
                  <a:lnTo>
                    <a:pt x="2246" y="1"/>
                  </a:lnTo>
                  <a:close/>
                </a:path>
              </a:pathLst>
            </a:custGeom>
            <a:solidFill>
              <a:schemeClr val="dk1"/>
            </a:solidFill>
            <a:ln w="0">
              <a:noFill/>
            </a:ln>
          </p:spPr>
          <p:style>
            <a:lnRef idx="0"/>
            <a:fillRef idx="0"/>
            <a:effectRef idx="0"/>
            <a:fontRef idx="minor"/>
          </p:style>
          <p:txBody>
            <a:bodyPr tIns="4680" bIns="4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5" name="Google Shape;2944;p119"/>
            <p:cNvSpPr/>
            <p:nvPr/>
          </p:nvSpPr>
          <p:spPr>
            <a:xfrm>
              <a:off x="7083360" y="1700640"/>
              <a:ext cx="89640" cy="9360"/>
            </a:xfrm>
            <a:custGeom>
              <a:avLst/>
              <a:gdLst>
                <a:gd name="textAreaLeft" fmla="*/ 0 w 89640"/>
                <a:gd name="textAreaRight" fmla="*/ 90000 w 89640"/>
                <a:gd name="textAreaTop" fmla="*/ 0 h 9360"/>
                <a:gd name="textAreaBottom" fmla="*/ 9720 h 9360"/>
              </a:gdLst>
              <a:ahLst/>
              <a:cxnLst/>
              <a:rect l="textAreaLeft" t="textAreaTop" r="textAreaRight" b="textAreaBottom"/>
              <a:pathLst>
                <a:path w="8233" h="899">
                  <a:moveTo>
                    <a:pt x="4042" y="0"/>
                  </a:moveTo>
                  <a:lnTo>
                    <a:pt x="2096" y="150"/>
                  </a:lnTo>
                  <a:lnTo>
                    <a:pt x="150" y="300"/>
                  </a:lnTo>
                  <a:lnTo>
                    <a:pt x="0" y="449"/>
                  </a:lnTo>
                  <a:lnTo>
                    <a:pt x="150" y="599"/>
                  </a:lnTo>
                  <a:lnTo>
                    <a:pt x="4042" y="898"/>
                  </a:lnTo>
                  <a:lnTo>
                    <a:pt x="5987" y="898"/>
                  </a:lnTo>
                  <a:lnTo>
                    <a:pt x="7933" y="749"/>
                  </a:lnTo>
                  <a:lnTo>
                    <a:pt x="8233" y="749"/>
                  </a:lnTo>
                  <a:lnTo>
                    <a:pt x="8233" y="449"/>
                  </a:lnTo>
                  <a:lnTo>
                    <a:pt x="8233" y="300"/>
                  </a:lnTo>
                  <a:lnTo>
                    <a:pt x="7933" y="300"/>
                  </a:lnTo>
                  <a:lnTo>
                    <a:pt x="5987" y="0"/>
                  </a:lnTo>
                  <a:close/>
                </a:path>
              </a:pathLst>
            </a:custGeom>
            <a:solidFill>
              <a:schemeClr val="dk1"/>
            </a:solidFill>
            <a:ln w="0">
              <a:noFill/>
            </a:ln>
          </p:spPr>
          <p:style>
            <a:lnRef idx="0"/>
            <a:fillRef idx="0"/>
            <a:effectRef idx="0"/>
            <a:fontRef idx="minor"/>
          </p:style>
          <p:txBody>
            <a:bodyPr tIns="4680" bIns="4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6" name="Google Shape;2945;p119"/>
            <p:cNvSpPr/>
            <p:nvPr/>
          </p:nvSpPr>
          <p:spPr>
            <a:xfrm>
              <a:off x="7089840" y="1664640"/>
              <a:ext cx="105840" cy="11160"/>
            </a:xfrm>
            <a:custGeom>
              <a:avLst/>
              <a:gdLst>
                <a:gd name="textAreaLeft" fmla="*/ 0 w 105840"/>
                <a:gd name="textAreaRight" fmla="*/ 106200 w 105840"/>
                <a:gd name="textAreaTop" fmla="*/ 0 h 11160"/>
                <a:gd name="textAreaBottom" fmla="*/ 11520 h 11160"/>
              </a:gdLst>
              <a:ahLst/>
              <a:cxnLst/>
              <a:rect l="textAreaLeft" t="textAreaTop" r="textAreaRight" b="textAreaBottom"/>
              <a:pathLst>
                <a:path w="9731" h="1049">
                  <a:moveTo>
                    <a:pt x="4791" y="0"/>
                  </a:moveTo>
                  <a:lnTo>
                    <a:pt x="2396" y="150"/>
                  </a:lnTo>
                  <a:lnTo>
                    <a:pt x="151" y="450"/>
                  </a:lnTo>
                  <a:lnTo>
                    <a:pt x="1" y="599"/>
                  </a:lnTo>
                  <a:lnTo>
                    <a:pt x="151" y="749"/>
                  </a:lnTo>
                  <a:lnTo>
                    <a:pt x="2096" y="899"/>
                  </a:lnTo>
                  <a:lnTo>
                    <a:pt x="4042" y="1048"/>
                  </a:lnTo>
                  <a:lnTo>
                    <a:pt x="7784" y="1048"/>
                  </a:lnTo>
                  <a:lnTo>
                    <a:pt x="9580" y="749"/>
                  </a:lnTo>
                  <a:lnTo>
                    <a:pt x="9730" y="749"/>
                  </a:lnTo>
                  <a:lnTo>
                    <a:pt x="9730" y="450"/>
                  </a:lnTo>
                  <a:lnTo>
                    <a:pt x="9580" y="300"/>
                  </a:lnTo>
                  <a:lnTo>
                    <a:pt x="7185" y="0"/>
                  </a:lnTo>
                  <a:close/>
                </a:path>
              </a:pathLst>
            </a:custGeom>
            <a:solidFill>
              <a:schemeClr val="dk1"/>
            </a:solidFill>
            <a:ln w="0">
              <a:noFill/>
            </a:ln>
          </p:spPr>
          <p:style>
            <a:lnRef idx="0"/>
            <a:fillRef idx="0"/>
            <a:effectRef idx="0"/>
            <a:fontRef idx="minor"/>
          </p:style>
          <p:txBody>
            <a:bodyPr tIns="5760" bIns="5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7" name="Google Shape;2946;p119"/>
            <p:cNvSpPr/>
            <p:nvPr/>
          </p:nvSpPr>
          <p:spPr>
            <a:xfrm>
              <a:off x="7093080" y="1630440"/>
              <a:ext cx="86400" cy="9360"/>
            </a:xfrm>
            <a:custGeom>
              <a:avLst/>
              <a:gdLst>
                <a:gd name="textAreaLeft" fmla="*/ 0 w 86400"/>
                <a:gd name="textAreaRight" fmla="*/ 86760 w 86400"/>
                <a:gd name="textAreaTop" fmla="*/ 0 h 9360"/>
                <a:gd name="textAreaBottom" fmla="*/ 9720 h 9360"/>
              </a:gdLst>
              <a:ahLst/>
              <a:cxnLst/>
              <a:rect l="textAreaLeft" t="textAreaTop" r="textAreaRight" b="textAreaBottom"/>
              <a:pathLst>
                <a:path w="7934" h="899">
                  <a:moveTo>
                    <a:pt x="1946" y="0"/>
                  </a:moveTo>
                  <a:lnTo>
                    <a:pt x="150" y="300"/>
                  </a:lnTo>
                  <a:lnTo>
                    <a:pt x="0" y="449"/>
                  </a:lnTo>
                  <a:lnTo>
                    <a:pt x="150" y="599"/>
                  </a:lnTo>
                  <a:lnTo>
                    <a:pt x="1946" y="898"/>
                  </a:lnTo>
                  <a:lnTo>
                    <a:pt x="5838" y="898"/>
                  </a:lnTo>
                  <a:lnTo>
                    <a:pt x="7634" y="749"/>
                  </a:lnTo>
                  <a:lnTo>
                    <a:pt x="7784" y="599"/>
                  </a:lnTo>
                  <a:lnTo>
                    <a:pt x="7933" y="449"/>
                  </a:lnTo>
                  <a:lnTo>
                    <a:pt x="7784" y="300"/>
                  </a:lnTo>
                  <a:lnTo>
                    <a:pt x="7634" y="300"/>
                  </a:lnTo>
                  <a:lnTo>
                    <a:pt x="5838" y="150"/>
                  </a:lnTo>
                  <a:lnTo>
                    <a:pt x="3892" y="0"/>
                  </a:lnTo>
                  <a:close/>
                </a:path>
              </a:pathLst>
            </a:custGeom>
            <a:solidFill>
              <a:schemeClr val="dk1"/>
            </a:solidFill>
            <a:ln w="0">
              <a:noFill/>
            </a:ln>
          </p:spPr>
          <p:style>
            <a:lnRef idx="0"/>
            <a:fillRef idx="0"/>
            <a:effectRef idx="0"/>
            <a:fontRef idx="minor"/>
          </p:style>
          <p:txBody>
            <a:bodyPr tIns="4680" bIns="4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8" name="Google Shape;2947;p119"/>
            <p:cNvSpPr/>
            <p:nvPr/>
          </p:nvSpPr>
          <p:spPr>
            <a:xfrm>
              <a:off x="7103160" y="1560240"/>
              <a:ext cx="71640" cy="11160"/>
            </a:xfrm>
            <a:custGeom>
              <a:avLst/>
              <a:gdLst>
                <a:gd name="textAreaLeft" fmla="*/ 0 w 71640"/>
                <a:gd name="textAreaRight" fmla="*/ 72000 w 71640"/>
                <a:gd name="textAreaTop" fmla="*/ 0 h 11160"/>
                <a:gd name="textAreaBottom" fmla="*/ 11520 h 11160"/>
              </a:gdLst>
              <a:ahLst/>
              <a:cxnLst/>
              <a:rect l="textAreaLeft" t="textAreaTop" r="textAreaRight" b="textAreaBottom"/>
              <a:pathLst>
                <a:path w="6587" h="1048">
                  <a:moveTo>
                    <a:pt x="2994" y="0"/>
                  </a:moveTo>
                  <a:lnTo>
                    <a:pt x="1497" y="150"/>
                  </a:lnTo>
                  <a:lnTo>
                    <a:pt x="150" y="449"/>
                  </a:lnTo>
                  <a:lnTo>
                    <a:pt x="0" y="449"/>
                  </a:lnTo>
                  <a:lnTo>
                    <a:pt x="0" y="599"/>
                  </a:lnTo>
                  <a:lnTo>
                    <a:pt x="150" y="748"/>
                  </a:lnTo>
                  <a:lnTo>
                    <a:pt x="1647" y="898"/>
                  </a:lnTo>
                  <a:lnTo>
                    <a:pt x="3293" y="1048"/>
                  </a:lnTo>
                  <a:lnTo>
                    <a:pt x="4790" y="898"/>
                  </a:lnTo>
                  <a:lnTo>
                    <a:pt x="6437" y="748"/>
                  </a:lnTo>
                  <a:lnTo>
                    <a:pt x="6586" y="599"/>
                  </a:lnTo>
                  <a:lnTo>
                    <a:pt x="6586" y="449"/>
                  </a:lnTo>
                  <a:lnTo>
                    <a:pt x="6586" y="299"/>
                  </a:lnTo>
                  <a:lnTo>
                    <a:pt x="6437" y="299"/>
                  </a:lnTo>
                  <a:lnTo>
                    <a:pt x="5838" y="150"/>
                  </a:lnTo>
                  <a:lnTo>
                    <a:pt x="4341" y="0"/>
                  </a:lnTo>
                  <a:close/>
                </a:path>
              </a:pathLst>
            </a:custGeom>
            <a:solidFill>
              <a:schemeClr val="dk1"/>
            </a:solidFill>
            <a:ln w="0">
              <a:noFill/>
            </a:ln>
          </p:spPr>
          <p:style>
            <a:lnRef idx="0"/>
            <a:fillRef idx="0"/>
            <a:effectRef idx="0"/>
            <a:fontRef idx="minor"/>
          </p:style>
          <p:txBody>
            <a:bodyPr tIns="5760" bIns="5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9" name="Google Shape;2948;p119"/>
            <p:cNvSpPr/>
            <p:nvPr/>
          </p:nvSpPr>
          <p:spPr>
            <a:xfrm>
              <a:off x="7098120" y="1596240"/>
              <a:ext cx="74880" cy="9360"/>
            </a:xfrm>
            <a:custGeom>
              <a:avLst/>
              <a:gdLst>
                <a:gd name="textAreaLeft" fmla="*/ 0 w 74880"/>
                <a:gd name="textAreaRight" fmla="*/ 75240 w 74880"/>
                <a:gd name="textAreaTop" fmla="*/ 0 h 9360"/>
                <a:gd name="textAreaBottom" fmla="*/ 9720 h 9360"/>
              </a:gdLst>
              <a:ahLst/>
              <a:cxnLst/>
              <a:rect l="textAreaLeft" t="textAreaTop" r="textAreaRight" b="textAreaBottom"/>
              <a:pathLst>
                <a:path w="6886" h="900">
                  <a:moveTo>
                    <a:pt x="1796" y="1"/>
                  </a:moveTo>
                  <a:lnTo>
                    <a:pt x="150" y="300"/>
                  </a:lnTo>
                  <a:lnTo>
                    <a:pt x="0" y="300"/>
                  </a:lnTo>
                  <a:lnTo>
                    <a:pt x="0" y="450"/>
                  </a:lnTo>
                  <a:lnTo>
                    <a:pt x="150" y="600"/>
                  </a:lnTo>
                  <a:lnTo>
                    <a:pt x="1796" y="749"/>
                  </a:lnTo>
                  <a:lnTo>
                    <a:pt x="3443" y="899"/>
                  </a:lnTo>
                  <a:lnTo>
                    <a:pt x="5089" y="899"/>
                  </a:lnTo>
                  <a:lnTo>
                    <a:pt x="6736" y="600"/>
                  </a:lnTo>
                  <a:lnTo>
                    <a:pt x="6886" y="600"/>
                  </a:lnTo>
                  <a:lnTo>
                    <a:pt x="6886" y="450"/>
                  </a:lnTo>
                  <a:lnTo>
                    <a:pt x="6886" y="300"/>
                  </a:lnTo>
                  <a:lnTo>
                    <a:pt x="6736" y="151"/>
                  </a:lnTo>
                  <a:lnTo>
                    <a:pt x="5089" y="1"/>
                  </a:lnTo>
                  <a:close/>
                </a:path>
              </a:pathLst>
            </a:custGeom>
            <a:solidFill>
              <a:schemeClr val="dk1"/>
            </a:solidFill>
            <a:ln w="0">
              <a:noFill/>
            </a:ln>
          </p:spPr>
          <p:style>
            <a:lnRef idx="0"/>
            <a:fillRef idx="0"/>
            <a:effectRef idx="0"/>
            <a:fontRef idx="minor"/>
          </p:style>
          <p:txBody>
            <a:bodyPr tIns="4680" bIns="4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0" name="Google Shape;2949;p119"/>
            <p:cNvSpPr/>
            <p:nvPr/>
          </p:nvSpPr>
          <p:spPr>
            <a:xfrm>
              <a:off x="7107840" y="1524240"/>
              <a:ext cx="65160" cy="11160"/>
            </a:xfrm>
            <a:custGeom>
              <a:avLst/>
              <a:gdLst>
                <a:gd name="textAreaLeft" fmla="*/ 0 w 65160"/>
                <a:gd name="textAreaRight" fmla="*/ 65520 w 65160"/>
                <a:gd name="textAreaTop" fmla="*/ 0 h 11160"/>
                <a:gd name="textAreaBottom" fmla="*/ 11520 h 11160"/>
              </a:gdLst>
              <a:ahLst/>
              <a:cxnLst/>
              <a:rect l="textAreaLeft" t="textAreaTop" r="textAreaRight" b="textAreaBottom"/>
              <a:pathLst>
                <a:path w="5988" h="1048">
                  <a:moveTo>
                    <a:pt x="2844" y="0"/>
                  </a:moveTo>
                  <a:lnTo>
                    <a:pt x="1497" y="150"/>
                  </a:lnTo>
                  <a:lnTo>
                    <a:pt x="0" y="299"/>
                  </a:lnTo>
                  <a:lnTo>
                    <a:pt x="0" y="599"/>
                  </a:lnTo>
                  <a:lnTo>
                    <a:pt x="0" y="749"/>
                  </a:lnTo>
                  <a:lnTo>
                    <a:pt x="1497" y="898"/>
                  </a:lnTo>
                  <a:lnTo>
                    <a:pt x="2844" y="1048"/>
                  </a:lnTo>
                  <a:lnTo>
                    <a:pt x="4341" y="1048"/>
                  </a:lnTo>
                  <a:lnTo>
                    <a:pt x="5688" y="749"/>
                  </a:lnTo>
                  <a:lnTo>
                    <a:pt x="5838" y="599"/>
                  </a:lnTo>
                  <a:lnTo>
                    <a:pt x="5988" y="599"/>
                  </a:lnTo>
                  <a:lnTo>
                    <a:pt x="5838" y="449"/>
                  </a:lnTo>
                  <a:lnTo>
                    <a:pt x="5688" y="299"/>
                  </a:lnTo>
                  <a:lnTo>
                    <a:pt x="4341" y="0"/>
                  </a:lnTo>
                  <a:close/>
                </a:path>
              </a:pathLst>
            </a:custGeom>
            <a:solidFill>
              <a:schemeClr val="dk1"/>
            </a:solidFill>
            <a:ln w="0">
              <a:noFill/>
            </a:ln>
          </p:spPr>
          <p:style>
            <a:lnRef idx="0"/>
            <a:fillRef idx="0"/>
            <a:effectRef idx="0"/>
            <a:fontRef idx="minor"/>
          </p:style>
          <p:txBody>
            <a:bodyPr tIns="5760" bIns="5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1" name="Google Shape;2950;p119"/>
            <p:cNvSpPr/>
            <p:nvPr/>
          </p:nvSpPr>
          <p:spPr>
            <a:xfrm>
              <a:off x="7112880" y="1489680"/>
              <a:ext cx="58680" cy="11160"/>
            </a:xfrm>
            <a:custGeom>
              <a:avLst/>
              <a:gdLst>
                <a:gd name="textAreaLeft" fmla="*/ 0 w 58680"/>
                <a:gd name="textAreaRight" fmla="*/ 59040 w 58680"/>
                <a:gd name="textAreaTop" fmla="*/ 0 h 11160"/>
                <a:gd name="textAreaBottom" fmla="*/ 11520 h 11160"/>
              </a:gdLst>
              <a:ahLst/>
              <a:cxnLst/>
              <a:rect l="textAreaLeft" t="textAreaTop" r="textAreaRight" b="textAreaBottom"/>
              <a:pathLst>
                <a:path w="5389" h="1049">
                  <a:moveTo>
                    <a:pt x="1497" y="1"/>
                  </a:moveTo>
                  <a:lnTo>
                    <a:pt x="150" y="300"/>
                  </a:lnTo>
                  <a:lnTo>
                    <a:pt x="150" y="450"/>
                  </a:lnTo>
                  <a:lnTo>
                    <a:pt x="0" y="450"/>
                  </a:lnTo>
                  <a:lnTo>
                    <a:pt x="150" y="600"/>
                  </a:lnTo>
                  <a:lnTo>
                    <a:pt x="150" y="749"/>
                  </a:lnTo>
                  <a:lnTo>
                    <a:pt x="1497" y="899"/>
                  </a:lnTo>
                  <a:lnTo>
                    <a:pt x="2695" y="1049"/>
                  </a:lnTo>
                  <a:lnTo>
                    <a:pt x="4042" y="899"/>
                  </a:lnTo>
                  <a:lnTo>
                    <a:pt x="5239" y="749"/>
                  </a:lnTo>
                  <a:lnTo>
                    <a:pt x="5389" y="600"/>
                  </a:lnTo>
                  <a:lnTo>
                    <a:pt x="5389" y="450"/>
                  </a:lnTo>
                  <a:lnTo>
                    <a:pt x="5389" y="300"/>
                  </a:lnTo>
                  <a:lnTo>
                    <a:pt x="5239" y="151"/>
                  </a:lnTo>
                  <a:lnTo>
                    <a:pt x="4042" y="1"/>
                  </a:lnTo>
                  <a:close/>
                </a:path>
              </a:pathLst>
            </a:custGeom>
            <a:solidFill>
              <a:schemeClr val="dk1"/>
            </a:solidFill>
            <a:ln w="0">
              <a:noFill/>
            </a:ln>
          </p:spPr>
          <p:style>
            <a:lnRef idx="0"/>
            <a:fillRef idx="0"/>
            <a:effectRef idx="0"/>
            <a:fontRef idx="minor"/>
          </p:style>
          <p:txBody>
            <a:bodyPr tIns="5760" bIns="5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2" name="Google Shape;2951;p119"/>
            <p:cNvSpPr/>
            <p:nvPr/>
          </p:nvSpPr>
          <p:spPr>
            <a:xfrm>
              <a:off x="7117560" y="1455480"/>
              <a:ext cx="61920" cy="7920"/>
            </a:xfrm>
            <a:custGeom>
              <a:avLst/>
              <a:gdLst>
                <a:gd name="textAreaLeft" fmla="*/ 0 w 61920"/>
                <a:gd name="textAreaRight" fmla="*/ 62280 w 61920"/>
                <a:gd name="textAreaTop" fmla="*/ 0 h 7920"/>
                <a:gd name="textAreaBottom" fmla="*/ 8280 h 7920"/>
              </a:gdLst>
              <a:ahLst/>
              <a:cxnLst/>
              <a:rect l="textAreaLeft" t="textAreaTop" r="textAreaRight" b="textAreaBottom"/>
              <a:pathLst>
                <a:path w="5689" h="749">
                  <a:moveTo>
                    <a:pt x="1497" y="1"/>
                  </a:moveTo>
                  <a:lnTo>
                    <a:pt x="150" y="300"/>
                  </a:lnTo>
                  <a:lnTo>
                    <a:pt x="0" y="450"/>
                  </a:lnTo>
                  <a:lnTo>
                    <a:pt x="150" y="599"/>
                  </a:lnTo>
                  <a:lnTo>
                    <a:pt x="1497" y="749"/>
                  </a:lnTo>
                  <a:lnTo>
                    <a:pt x="4940" y="749"/>
                  </a:lnTo>
                  <a:lnTo>
                    <a:pt x="5539" y="450"/>
                  </a:lnTo>
                  <a:lnTo>
                    <a:pt x="5688" y="300"/>
                  </a:lnTo>
                  <a:lnTo>
                    <a:pt x="5539" y="150"/>
                  </a:lnTo>
                  <a:lnTo>
                    <a:pt x="4940" y="1"/>
                  </a:lnTo>
                  <a:close/>
                </a:path>
              </a:pathLst>
            </a:custGeom>
            <a:solidFill>
              <a:schemeClr val="dk1"/>
            </a:solidFill>
            <a:ln w="0">
              <a:noFill/>
            </a:ln>
          </p:spPr>
          <p:style>
            <a:lnRef idx="0"/>
            <a:fillRef idx="0"/>
            <a:effectRef idx="0"/>
            <a:fontRef idx="minor"/>
          </p:style>
          <p:txBody>
            <a:bodyPr tIns="3960" bIns="3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3" name="Google Shape;2952;p119"/>
            <p:cNvSpPr/>
            <p:nvPr/>
          </p:nvSpPr>
          <p:spPr>
            <a:xfrm>
              <a:off x="7122600" y="1419480"/>
              <a:ext cx="58680" cy="9360"/>
            </a:xfrm>
            <a:custGeom>
              <a:avLst/>
              <a:gdLst>
                <a:gd name="textAreaLeft" fmla="*/ 0 w 58680"/>
                <a:gd name="textAreaRight" fmla="*/ 59040 w 58680"/>
                <a:gd name="textAreaTop" fmla="*/ 0 h 9360"/>
                <a:gd name="textAreaBottom" fmla="*/ 9720 h 9360"/>
              </a:gdLst>
              <a:ahLst/>
              <a:cxnLst/>
              <a:rect l="textAreaLeft" t="textAreaTop" r="textAreaRight" b="textAreaBottom"/>
              <a:pathLst>
                <a:path w="5389" h="899">
                  <a:moveTo>
                    <a:pt x="2844" y="1"/>
                  </a:moveTo>
                  <a:lnTo>
                    <a:pt x="1497" y="150"/>
                  </a:lnTo>
                  <a:lnTo>
                    <a:pt x="150" y="300"/>
                  </a:lnTo>
                  <a:lnTo>
                    <a:pt x="0" y="300"/>
                  </a:lnTo>
                  <a:lnTo>
                    <a:pt x="0" y="450"/>
                  </a:lnTo>
                  <a:lnTo>
                    <a:pt x="0" y="599"/>
                  </a:lnTo>
                  <a:lnTo>
                    <a:pt x="150" y="749"/>
                  </a:lnTo>
                  <a:lnTo>
                    <a:pt x="1497" y="899"/>
                  </a:lnTo>
                  <a:lnTo>
                    <a:pt x="4042" y="899"/>
                  </a:lnTo>
                  <a:lnTo>
                    <a:pt x="4790" y="749"/>
                  </a:lnTo>
                  <a:lnTo>
                    <a:pt x="5239" y="599"/>
                  </a:lnTo>
                  <a:lnTo>
                    <a:pt x="5389" y="450"/>
                  </a:lnTo>
                  <a:lnTo>
                    <a:pt x="5239" y="300"/>
                  </a:lnTo>
                  <a:lnTo>
                    <a:pt x="4790" y="150"/>
                  </a:lnTo>
                  <a:lnTo>
                    <a:pt x="4042" y="1"/>
                  </a:lnTo>
                  <a:close/>
                </a:path>
              </a:pathLst>
            </a:custGeom>
            <a:solidFill>
              <a:schemeClr val="dk1"/>
            </a:solidFill>
            <a:ln w="0">
              <a:noFill/>
            </a:ln>
          </p:spPr>
          <p:style>
            <a:lnRef idx="0"/>
            <a:fillRef idx="0"/>
            <a:effectRef idx="0"/>
            <a:fontRef idx="minor"/>
          </p:style>
          <p:txBody>
            <a:bodyPr tIns="4680" bIns="4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4" name="Google Shape;2953;p119"/>
            <p:cNvSpPr/>
            <p:nvPr/>
          </p:nvSpPr>
          <p:spPr>
            <a:xfrm>
              <a:off x="7124400" y="1382040"/>
              <a:ext cx="58680" cy="12600"/>
            </a:xfrm>
            <a:custGeom>
              <a:avLst/>
              <a:gdLst>
                <a:gd name="textAreaLeft" fmla="*/ 0 w 58680"/>
                <a:gd name="textAreaRight" fmla="*/ 59040 w 58680"/>
                <a:gd name="textAreaTop" fmla="*/ 0 h 12600"/>
                <a:gd name="textAreaBottom" fmla="*/ 12960 h 12600"/>
              </a:gdLst>
              <a:ahLst/>
              <a:cxnLst/>
              <a:rect l="textAreaLeft" t="textAreaTop" r="textAreaRight" b="textAreaBottom"/>
              <a:pathLst>
                <a:path w="5389" h="1198">
                  <a:moveTo>
                    <a:pt x="2694" y="0"/>
                  </a:moveTo>
                  <a:lnTo>
                    <a:pt x="1347" y="150"/>
                  </a:lnTo>
                  <a:lnTo>
                    <a:pt x="150" y="449"/>
                  </a:lnTo>
                  <a:lnTo>
                    <a:pt x="0" y="449"/>
                  </a:lnTo>
                  <a:lnTo>
                    <a:pt x="0" y="599"/>
                  </a:lnTo>
                  <a:lnTo>
                    <a:pt x="0" y="748"/>
                  </a:lnTo>
                  <a:lnTo>
                    <a:pt x="150" y="898"/>
                  </a:lnTo>
                  <a:lnTo>
                    <a:pt x="1347" y="1048"/>
                  </a:lnTo>
                  <a:lnTo>
                    <a:pt x="2694" y="1198"/>
                  </a:lnTo>
                  <a:lnTo>
                    <a:pt x="4041" y="1198"/>
                  </a:lnTo>
                  <a:lnTo>
                    <a:pt x="4640" y="1048"/>
                  </a:lnTo>
                  <a:lnTo>
                    <a:pt x="5239" y="898"/>
                  </a:lnTo>
                  <a:lnTo>
                    <a:pt x="5389" y="748"/>
                  </a:lnTo>
                  <a:lnTo>
                    <a:pt x="5389" y="449"/>
                  </a:lnTo>
                  <a:lnTo>
                    <a:pt x="5239" y="449"/>
                  </a:lnTo>
                  <a:lnTo>
                    <a:pt x="4640" y="299"/>
                  </a:lnTo>
                  <a:lnTo>
                    <a:pt x="4041" y="150"/>
                  </a:lnTo>
                  <a:lnTo>
                    <a:pt x="2694" y="0"/>
                  </a:lnTo>
                  <a:close/>
                </a:path>
              </a:pathLst>
            </a:custGeom>
            <a:solidFill>
              <a:schemeClr val="dk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5" name="Google Shape;2954;p119"/>
            <p:cNvSpPr/>
            <p:nvPr/>
          </p:nvSpPr>
          <p:spPr>
            <a:xfrm>
              <a:off x="7130880" y="1347480"/>
              <a:ext cx="58680" cy="11160"/>
            </a:xfrm>
            <a:custGeom>
              <a:avLst/>
              <a:gdLst>
                <a:gd name="textAreaLeft" fmla="*/ 0 w 58680"/>
                <a:gd name="textAreaRight" fmla="*/ 59040 w 58680"/>
                <a:gd name="textAreaTop" fmla="*/ 0 h 11160"/>
                <a:gd name="textAreaBottom" fmla="*/ 11520 h 11160"/>
              </a:gdLst>
              <a:ahLst/>
              <a:cxnLst/>
              <a:rect l="textAreaLeft" t="textAreaTop" r="textAreaRight" b="textAreaBottom"/>
              <a:pathLst>
                <a:path w="5390" h="1049">
                  <a:moveTo>
                    <a:pt x="2695" y="1"/>
                  </a:moveTo>
                  <a:lnTo>
                    <a:pt x="1348" y="151"/>
                  </a:lnTo>
                  <a:lnTo>
                    <a:pt x="151" y="300"/>
                  </a:lnTo>
                  <a:lnTo>
                    <a:pt x="1" y="600"/>
                  </a:lnTo>
                  <a:lnTo>
                    <a:pt x="151" y="749"/>
                  </a:lnTo>
                  <a:lnTo>
                    <a:pt x="1348" y="899"/>
                  </a:lnTo>
                  <a:lnTo>
                    <a:pt x="2695" y="1049"/>
                  </a:lnTo>
                  <a:lnTo>
                    <a:pt x="4042" y="1049"/>
                  </a:lnTo>
                  <a:lnTo>
                    <a:pt x="5240" y="749"/>
                  </a:lnTo>
                  <a:lnTo>
                    <a:pt x="5389" y="600"/>
                  </a:lnTo>
                  <a:lnTo>
                    <a:pt x="5240" y="300"/>
                  </a:lnTo>
                  <a:lnTo>
                    <a:pt x="4042" y="1"/>
                  </a:lnTo>
                  <a:close/>
                </a:path>
              </a:pathLst>
            </a:custGeom>
            <a:solidFill>
              <a:schemeClr val="dk1"/>
            </a:solidFill>
            <a:ln w="0">
              <a:noFill/>
            </a:ln>
          </p:spPr>
          <p:style>
            <a:lnRef idx="0"/>
            <a:fillRef idx="0"/>
            <a:effectRef idx="0"/>
            <a:fontRef idx="minor"/>
          </p:style>
          <p:txBody>
            <a:bodyPr tIns="5760" bIns="5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6" name="Google Shape;2955;p119"/>
            <p:cNvSpPr/>
            <p:nvPr/>
          </p:nvSpPr>
          <p:spPr>
            <a:xfrm>
              <a:off x="7135560" y="1313280"/>
              <a:ext cx="47160" cy="9360"/>
            </a:xfrm>
            <a:custGeom>
              <a:avLst/>
              <a:gdLst>
                <a:gd name="textAreaLeft" fmla="*/ 0 w 47160"/>
                <a:gd name="textAreaRight" fmla="*/ 47520 w 47160"/>
                <a:gd name="textAreaTop" fmla="*/ 0 h 9360"/>
                <a:gd name="textAreaBottom" fmla="*/ 9720 h 9360"/>
              </a:gdLst>
              <a:ahLst/>
              <a:cxnLst/>
              <a:rect l="textAreaLeft" t="textAreaTop" r="textAreaRight" b="textAreaBottom"/>
              <a:pathLst>
                <a:path w="4342" h="899">
                  <a:moveTo>
                    <a:pt x="2246" y="1"/>
                  </a:moveTo>
                  <a:lnTo>
                    <a:pt x="1198" y="150"/>
                  </a:lnTo>
                  <a:lnTo>
                    <a:pt x="151" y="300"/>
                  </a:lnTo>
                  <a:lnTo>
                    <a:pt x="1" y="450"/>
                  </a:lnTo>
                  <a:lnTo>
                    <a:pt x="151" y="599"/>
                  </a:lnTo>
                  <a:lnTo>
                    <a:pt x="1198" y="899"/>
                  </a:lnTo>
                  <a:lnTo>
                    <a:pt x="3743" y="899"/>
                  </a:lnTo>
                  <a:lnTo>
                    <a:pt x="4342" y="599"/>
                  </a:lnTo>
                  <a:lnTo>
                    <a:pt x="4342" y="450"/>
                  </a:lnTo>
                  <a:lnTo>
                    <a:pt x="4342" y="300"/>
                  </a:lnTo>
                  <a:lnTo>
                    <a:pt x="3743" y="150"/>
                  </a:lnTo>
                  <a:lnTo>
                    <a:pt x="3294" y="1"/>
                  </a:lnTo>
                  <a:close/>
                </a:path>
              </a:pathLst>
            </a:custGeom>
            <a:solidFill>
              <a:schemeClr val="dk1"/>
            </a:solidFill>
            <a:ln w="0">
              <a:noFill/>
            </a:ln>
          </p:spPr>
          <p:style>
            <a:lnRef idx="0"/>
            <a:fillRef idx="0"/>
            <a:effectRef idx="0"/>
            <a:fontRef idx="minor"/>
          </p:style>
          <p:txBody>
            <a:bodyPr tIns="4680" bIns="4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7" name="Google Shape;2956;p119"/>
            <p:cNvSpPr/>
            <p:nvPr/>
          </p:nvSpPr>
          <p:spPr>
            <a:xfrm>
              <a:off x="7140600" y="1278720"/>
              <a:ext cx="35640" cy="7920"/>
            </a:xfrm>
            <a:custGeom>
              <a:avLst/>
              <a:gdLst>
                <a:gd name="textAreaLeft" fmla="*/ 0 w 35640"/>
                <a:gd name="textAreaRight" fmla="*/ 36000 w 35640"/>
                <a:gd name="textAreaTop" fmla="*/ 0 h 7920"/>
                <a:gd name="textAreaBottom" fmla="*/ 8280 h 7920"/>
              </a:gdLst>
              <a:ahLst/>
              <a:cxnLst/>
              <a:rect l="textAreaLeft" t="textAreaTop" r="textAreaRight" b="textAreaBottom"/>
              <a:pathLst>
                <a:path w="3294" h="749">
                  <a:moveTo>
                    <a:pt x="1498" y="0"/>
                  </a:moveTo>
                  <a:lnTo>
                    <a:pt x="151" y="300"/>
                  </a:lnTo>
                  <a:lnTo>
                    <a:pt x="1" y="449"/>
                  </a:lnTo>
                  <a:lnTo>
                    <a:pt x="151" y="599"/>
                  </a:lnTo>
                  <a:lnTo>
                    <a:pt x="1647" y="749"/>
                  </a:lnTo>
                  <a:lnTo>
                    <a:pt x="2396" y="749"/>
                  </a:lnTo>
                  <a:lnTo>
                    <a:pt x="2995" y="599"/>
                  </a:lnTo>
                  <a:lnTo>
                    <a:pt x="3144" y="599"/>
                  </a:lnTo>
                  <a:lnTo>
                    <a:pt x="3294" y="449"/>
                  </a:lnTo>
                  <a:lnTo>
                    <a:pt x="3144" y="150"/>
                  </a:lnTo>
                  <a:lnTo>
                    <a:pt x="2995" y="150"/>
                  </a:lnTo>
                  <a:lnTo>
                    <a:pt x="2396" y="0"/>
                  </a:lnTo>
                  <a:close/>
                </a:path>
              </a:pathLst>
            </a:custGeom>
            <a:solidFill>
              <a:schemeClr val="dk1"/>
            </a:solidFill>
            <a:ln w="0">
              <a:noFill/>
            </a:ln>
          </p:spPr>
          <p:style>
            <a:lnRef idx="0"/>
            <a:fillRef idx="0"/>
            <a:effectRef idx="0"/>
            <a:fontRef idx="minor"/>
          </p:style>
          <p:txBody>
            <a:bodyPr tIns="3960" bIns="3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8" name="Google Shape;2957;p119"/>
            <p:cNvSpPr/>
            <p:nvPr/>
          </p:nvSpPr>
          <p:spPr>
            <a:xfrm>
              <a:off x="7142400" y="1242720"/>
              <a:ext cx="30600" cy="9360"/>
            </a:xfrm>
            <a:custGeom>
              <a:avLst/>
              <a:gdLst>
                <a:gd name="textAreaLeft" fmla="*/ 0 w 30600"/>
                <a:gd name="textAreaRight" fmla="*/ 30960 w 30600"/>
                <a:gd name="textAreaTop" fmla="*/ 0 h 9360"/>
                <a:gd name="textAreaBottom" fmla="*/ 9720 h 9360"/>
              </a:gdLst>
              <a:ahLst/>
              <a:cxnLst/>
              <a:rect l="textAreaLeft" t="textAreaTop" r="textAreaRight" b="textAreaBottom"/>
              <a:pathLst>
                <a:path w="2845" h="899">
                  <a:moveTo>
                    <a:pt x="1348" y="0"/>
                  </a:moveTo>
                  <a:lnTo>
                    <a:pt x="749" y="150"/>
                  </a:lnTo>
                  <a:lnTo>
                    <a:pt x="150" y="300"/>
                  </a:lnTo>
                  <a:lnTo>
                    <a:pt x="1" y="449"/>
                  </a:lnTo>
                  <a:lnTo>
                    <a:pt x="150" y="599"/>
                  </a:lnTo>
                  <a:lnTo>
                    <a:pt x="749" y="898"/>
                  </a:lnTo>
                  <a:lnTo>
                    <a:pt x="1946" y="898"/>
                  </a:lnTo>
                  <a:lnTo>
                    <a:pt x="2545" y="749"/>
                  </a:lnTo>
                  <a:lnTo>
                    <a:pt x="2695" y="599"/>
                  </a:lnTo>
                  <a:lnTo>
                    <a:pt x="2845" y="449"/>
                  </a:lnTo>
                  <a:lnTo>
                    <a:pt x="2695" y="300"/>
                  </a:lnTo>
                  <a:lnTo>
                    <a:pt x="2545" y="150"/>
                  </a:lnTo>
                  <a:lnTo>
                    <a:pt x="1946" y="0"/>
                  </a:lnTo>
                  <a:close/>
                </a:path>
              </a:pathLst>
            </a:custGeom>
            <a:solidFill>
              <a:schemeClr val="dk1"/>
            </a:solidFill>
            <a:ln w="0">
              <a:noFill/>
            </a:ln>
          </p:spPr>
          <p:style>
            <a:lnRef idx="0"/>
            <a:fillRef idx="0"/>
            <a:effectRef idx="0"/>
            <a:fontRef idx="minor"/>
          </p:style>
          <p:txBody>
            <a:bodyPr tIns="4680" bIns="4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9" name="Google Shape;2958;p119"/>
            <p:cNvSpPr/>
            <p:nvPr/>
          </p:nvSpPr>
          <p:spPr>
            <a:xfrm>
              <a:off x="7148880" y="1206720"/>
              <a:ext cx="29160" cy="11160"/>
            </a:xfrm>
            <a:custGeom>
              <a:avLst/>
              <a:gdLst>
                <a:gd name="textAreaLeft" fmla="*/ 0 w 29160"/>
                <a:gd name="textAreaRight" fmla="*/ 29520 w 29160"/>
                <a:gd name="textAreaTop" fmla="*/ 0 h 11160"/>
                <a:gd name="textAreaBottom" fmla="*/ 11520 h 11160"/>
              </a:gdLst>
              <a:ahLst/>
              <a:cxnLst/>
              <a:rect l="textAreaLeft" t="textAreaTop" r="textAreaRight" b="textAreaBottom"/>
              <a:pathLst>
                <a:path w="2695" h="1049">
                  <a:moveTo>
                    <a:pt x="1497" y="0"/>
                  </a:moveTo>
                  <a:lnTo>
                    <a:pt x="150" y="300"/>
                  </a:lnTo>
                  <a:lnTo>
                    <a:pt x="0" y="450"/>
                  </a:lnTo>
                  <a:lnTo>
                    <a:pt x="150" y="749"/>
                  </a:lnTo>
                  <a:lnTo>
                    <a:pt x="749" y="899"/>
                  </a:lnTo>
                  <a:lnTo>
                    <a:pt x="1497" y="1048"/>
                  </a:lnTo>
                  <a:lnTo>
                    <a:pt x="2096" y="899"/>
                  </a:lnTo>
                  <a:lnTo>
                    <a:pt x="2395" y="899"/>
                  </a:lnTo>
                  <a:lnTo>
                    <a:pt x="2695" y="749"/>
                  </a:lnTo>
                  <a:lnTo>
                    <a:pt x="2695" y="450"/>
                  </a:lnTo>
                  <a:lnTo>
                    <a:pt x="2695" y="300"/>
                  </a:lnTo>
                  <a:lnTo>
                    <a:pt x="2395" y="150"/>
                  </a:lnTo>
                  <a:lnTo>
                    <a:pt x="2096" y="0"/>
                  </a:lnTo>
                  <a:close/>
                </a:path>
              </a:pathLst>
            </a:custGeom>
            <a:solidFill>
              <a:schemeClr val="dk1"/>
            </a:solidFill>
            <a:ln w="0">
              <a:noFill/>
            </a:ln>
          </p:spPr>
          <p:style>
            <a:lnRef idx="0"/>
            <a:fillRef idx="0"/>
            <a:effectRef idx="0"/>
            <a:fontRef idx="minor"/>
          </p:style>
          <p:txBody>
            <a:bodyPr tIns="5760" bIns="5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0" name="Google Shape;2959;p119"/>
            <p:cNvSpPr/>
            <p:nvPr/>
          </p:nvSpPr>
          <p:spPr>
            <a:xfrm>
              <a:off x="7152120" y="1174320"/>
              <a:ext cx="25920" cy="6120"/>
            </a:xfrm>
            <a:custGeom>
              <a:avLst/>
              <a:gdLst>
                <a:gd name="textAreaLeft" fmla="*/ 0 w 25920"/>
                <a:gd name="textAreaRight" fmla="*/ 26280 w 25920"/>
                <a:gd name="textAreaTop" fmla="*/ 0 h 6120"/>
                <a:gd name="textAreaBottom" fmla="*/ 6480 h 6120"/>
              </a:gdLst>
              <a:ahLst/>
              <a:cxnLst/>
              <a:rect l="textAreaLeft" t="textAreaTop" r="textAreaRight" b="textAreaBottom"/>
              <a:pathLst>
                <a:path w="2396" h="600">
                  <a:moveTo>
                    <a:pt x="1048" y="1"/>
                  </a:moveTo>
                  <a:lnTo>
                    <a:pt x="1" y="151"/>
                  </a:lnTo>
                  <a:lnTo>
                    <a:pt x="1" y="300"/>
                  </a:lnTo>
                  <a:lnTo>
                    <a:pt x="1" y="450"/>
                  </a:lnTo>
                  <a:lnTo>
                    <a:pt x="1048" y="600"/>
                  </a:lnTo>
                  <a:lnTo>
                    <a:pt x="2246" y="450"/>
                  </a:lnTo>
                  <a:lnTo>
                    <a:pt x="2396" y="300"/>
                  </a:lnTo>
                  <a:lnTo>
                    <a:pt x="2246" y="151"/>
                  </a:lnTo>
                  <a:lnTo>
                    <a:pt x="2246" y="1"/>
                  </a:lnTo>
                  <a:close/>
                </a:path>
              </a:pathLst>
            </a:custGeom>
            <a:solidFill>
              <a:schemeClr val="dk1"/>
            </a:solidFill>
            <a:ln w="0">
              <a:noFill/>
            </a:ln>
          </p:spPr>
          <p:style>
            <a:lnRef idx="0"/>
            <a:fillRef idx="0"/>
            <a:effectRef idx="0"/>
            <a:fontRef idx="minor"/>
          </p:style>
          <p:txBody>
            <a:bodyPr tIns="3240" bIns="32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1" name="Google Shape;2960;p119"/>
            <p:cNvSpPr/>
            <p:nvPr/>
          </p:nvSpPr>
          <p:spPr>
            <a:xfrm>
              <a:off x="7040880" y="2137320"/>
              <a:ext cx="7920" cy="128880"/>
            </a:xfrm>
            <a:custGeom>
              <a:avLst/>
              <a:gdLst>
                <a:gd name="textAreaLeft" fmla="*/ 0 w 7920"/>
                <a:gd name="textAreaRight" fmla="*/ 8280 w 7920"/>
                <a:gd name="textAreaTop" fmla="*/ 0 h 128880"/>
                <a:gd name="textAreaBottom" fmla="*/ 129240 h 128880"/>
              </a:gdLst>
              <a:ahLst/>
              <a:cxnLst/>
              <a:rect l="textAreaLeft" t="textAreaTop" r="textAreaRight" b="textAreaBottom"/>
              <a:pathLst>
                <a:path w="749" h="11826">
                  <a:moveTo>
                    <a:pt x="300" y="1"/>
                  </a:moveTo>
                  <a:lnTo>
                    <a:pt x="150" y="150"/>
                  </a:lnTo>
                  <a:lnTo>
                    <a:pt x="150" y="300"/>
                  </a:lnTo>
                  <a:lnTo>
                    <a:pt x="150" y="749"/>
                  </a:lnTo>
                  <a:lnTo>
                    <a:pt x="1" y="1497"/>
                  </a:lnTo>
                  <a:lnTo>
                    <a:pt x="1" y="2096"/>
                  </a:lnTo>
                  <a:lnTo>
                    <a:pt x="1" y="2695"/>
                  </a:lnTo>
                  <a:lnTo>
                    <a:pt x="1" y="7185"/>
                  </a:lnTo>
                  <a:lnTo>
                    <a:pt x="150" y="11676"/>
                  </a:lnTo>
                  <a:lnTo>
                    <a:pt x="300" y="11825"/>
                  </a:lnTo>
                  <a:lnTo>
                    <a:pt x="450" y="11676"/>
                  </a:lnTo>
                  <a:lnTo>
                    <a:pt x="749" y="7185"/>
                  </a:lnTo>
                  <a:lnTo>
                    <a:pt x="599" y="2695"/>
                  </a:lnTo>
                  <a:lnTo>
                    <a:pt x="599" y="2096"/>
                  </a:lnTo>
                  <a:lnTo>
                    <a:pt x="599" y="1497"/>
                  </a:lnTo>
                  <a:lnTo>
                    <a:pt x="599" y="1348"/>
                  </a:lnTo>
                  <a:lnTo>
                    <a:pt x="599" y="749"/>
                  </a:lnTo>
                  <a:lnTo>
                    <a:pt x="450" y="300"/>
                  </a:lnTo>
                  <a:lnTo>
                    <a:pt x="300" y="1"/>
                  </a:lnTo>
                  <a:close/>
                </a:path>
              </a:pathLst>
            </a:custGeom>
            <a:solidFill>
              <a:schemeClr val="dk1"/>
            </a:solidFill>
            <a:ln w="0">
              <a:noFill/>
            </a:ln>
          </p:spPr>
          <p:style>
            <a:lnRef idx="0"/>
            <a:fillRef idx="0"/>
            <a:effectRef idx="0"/>
            <a:fontRef idx="minor"/>
          </p:style>
          <p:txBody>
            <a:bodyPr tIns="64440" bIns="64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2" name="Google Shape;2961;p119"/>
            <p:cNvSpPr/>
            <p:nvPr/>
          </p:nvSpPr>
          <p:spPr>
            <a:xfrm>
              <a:off x="6970680" y="2147040"/>
              <a:ext cx="6120" cy="122400"/>
            </a:xfrm>
            <a:custGeom>
              <a:avLst/>
              <a:gdLst>
                <a:gd name="textAreaLeft" fmla="*/ 0 w 6120"/>
                <a:gd name="textAreaRight" fmla="*/ 6480 w 6120"/>
                <a:gd name="textAreaTop" fmla="*/ 0 h 122400"/>
                <a:gd name="textAreaBottom" fmla="*/ 122760 h 122400"/>
              </a:gdLst>
              <a:ahLst/>
              <a:cxnLst/>
              <a:rect l="textAreaLeft" t="textAreaTop" r="textAreaRight" b="textAreaBottom"/>
              <a:pathLst>
                <a:path w="600" h="11227">
                  <a:moveTo>
                    <a:pt x="300" y="1"/>
                  </a:moveTo>
                  <a:lnTo>
                    <a:pt x="150" y="150"/>
                  </a:lnTo>
                  <a:lnTo>
                    <a:pt x="0" y="5539"/>
                  </a:lnTo>
                  <a:lnTo>
                    <a:pt x="0" y="6587"/>
                  </a:lnTo>
                  <a:lnTo>
                    <a:pt x="0" y="7634"/>
                  </a:lnTo>
                  <a:lnTo>
                    <a:pt x="0" y="9430"/>
                  </a:lnTo>
                  <a:lnTo>
                    <a:pt x="150" y="11077"/>
                  </a:lnTo>
                  <a:lnTo>
                    <a:pt x="300" y="11227"/>
                  </a:lnTo>
                  <a:lnTo>
                    <a:pt x="449" y="11077"/>
                  </a:lnTo>
                  <a:lnTo>
                    <a:pt x="599" y="8832"/>
                  </a:lnTo>
                  <a:lnTo>
                    <a:pt x="599" y="6587"/>
                  </a:lnTo>
                  <a:lnTo>
                    <a:pt x="599" y="5539"/>
                  </a:lnTo>
                  <a:lnTo>
                    <a:pt x="599" y="4641"/>
                  </a:lnTo>
                  <a:lnTo>
                    <a:pt x="449" y="150"/>
                  </a:lnTo>
                  <a:lnTo>
                    <a:pt x="300" y="1"/>
                  </a:lnTo>
                  <a:close/>
                </a:path>
              </a:pathLst>
            </a:custGeom>
            <a:solidFill>
              <a:schemeClr val="dk1"/>
            </a:solidFill>
            <a:ln w="0">
              <a:noFill/>
            </a:ln>
          </p:spPr>
          <p:style>
            <a:lnRef idx="0"/>
            <a:fillRef idx="0"/>
            <a:effectRef idx="0"/>
            <a:fontRef idx="minor"/>
          </p:style>
          <p:txBody>
            <a:bodyPr tIns="61200" bIns="61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3" name="Google Shape;2962;p119"/>
            <p:cNvSpPr/>
            <p:nvPr/>
          </p:nvSpPr>
          <p:spPr>
            <a:xfrm>
              <a:off x="6932880" y="2145600"/>
              <a:ext cx="11160" cy="119160"/>
            </a:xfrm>
            <a:custGeom>
              <a:avLst/>
              <a:gdLst>
                <a:gd name="textAreaLeft" fmla="*/ 0 w 11160"/>
                <a:gd name="textAreaRight" fmla="*/ 11520 w 11160"/>
                <a:gd name="textAreaTop" fmla="*/ 0 h 119160"/>
                <a:gd name="textAreaBottom" fmla="*/ 119520 h 119160"/>
              </a:gdLst>
              <a:ahLst/>
              <a:cxnLst/>
              <a:rect l="textAreaLeft" t="textAreaTop" r="textAreaRight" b="textAreaBottom"/>
              <a:pathLst>
                <a:path w="1049" h="10928">
                  <a:moveTo>
                    <a:pt x="450" y="1"/>
                  </a:moveTo>
                  <a:lnTo>
                    <a:pt x="150" y="2396"/>
                  </a:lnTo>
                  <a:lnTo>
                    <a:pt x="1" y="4940"/>
                  </a:lnTo>
                  <a:lnTo>
                    <a:pt x="1" y="7485"/>
                  </a:lnTo>
                  <a:lnTo>
                    <a:pt x="300" y="9880"/>
                  </a:lnTo>
                  <a:lnTo>
                    <a:pt x="300" y="10778"/>
                  </a:lnTo>
                  <a:lnTo>
                    <a:pt x="450" y="10928"/>
                  </a:lnTo>
                  <a:lnTo>
                    <a:pt x="600" y="10778"/>
                  </a:lnTo>
                  <a:lnTo>
                    <a:pt x="600" y="10478"/>
                  </a:lnTo>
                  <a:lnTo>
                    <a:pt x="749" y="9131"/>
                  </a:lnTo>
                  <a:lnTo>
                    <a:pt x="1049" y="6886"/>
                  </a:lnTo>
                  <a:lnTo>
                    <a:pt x="1049" y="4491"/>
                  </a:lnTo>
                  <a:lnTo>
                    <a:pt x="899" y="2246"/>
                  </a:lnTo>
                  <a:lnTo>
                    <a:pt x="600" y="1"/>
                  </a:lnTo>
                  <a:close/>
                </a:path>
              </a:pathLst>
            </a:custGeom>
            <a:solidFill>
              <a:schemeClr val="dk1"/>
            </a:solidFill>
            <a:ln w="0">
              <a:noFill/>
            </a:ln>
          </p:spPr>
          <p:style>
            <a:lnRef idx="0"/>
            <a:fillRef idx="0"/>
            <a:effectRef idx="0"/>
            <a:fontRef idx="minor"/>
          </p:style>
          <p:txBody>
            <a:bodyPr tIns="59760" bIns="59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4" name="Google Shape;2963;p119"/>
            <p:cNvSpPr/>
            <p:nvPr/>
          </p:nvSpPr>
          <p:spPr>
            <a:xfrm>
              <a:off x="6898680" y="2150280"/>
              <a:ext cx="9360" cy="112320"/>
            </a:xfrm>
            <a:custGeom>
              <a:avLst/>
              <a:gdLst>
                <a:gd name="textAreaLeft" fmla="*/ 0 w 9360"/>
                <a:gd name="textAreaRight" fmla="*/ 9720 w 9360"/>
                <a:gd name="textAreaTop" fmla="*/ 0 h 112320"/>
                <a:gd name="textAreaBottom" fmla="*/ 112680 h 112320"/>
              </a:gdLst>
              <a:ahLst/>
              <a:cxnLst/>
              <a:rect l="textAreaLeft" t="textAreaTop" r="textAreaRight" b="textAreaBottom"/>
              <a:pathLst>
                <a:path w="899" h="10328">
                  <a:moveTo>
                    <a:pt x="300" y="0"/>
                  </a:moveTo>
                  <a:lnTo>
                    <a:pt x="150" y="1048"/>
                  </a:lnTo>
                  <a:lnTo>
                    <a:pt x="1" y="2245"/>
                  </a:lnTo>
                  <a:lnTo>
                    <a:pt x="1" y="4640"/>
                  </a:lnTo>
                  <a:lnTo>
                    <a:pt x="1" y="7484"/>
                  </a:lnTo>
                  <a:lnTo>
                    <a:pt x="300" y="10178"/>
                  </a:lnTo>
                  <a:lnTo>
                    <a:pt x="300" y="10328"/>
                  </a:lnTo>
                  <a:lnTo>
                    <a:pt x="599" y="10328"/>
                  </a:lnTo>
                  <a:lnTo>
                    <a:pt x="599" y="10178"/>
                  </a:lnTo>
                  <a:lnTo>
                    <a:pt x="749" y="7484"/>
                  </a:lnTo>
                  <a:lnTo>
                    <a:pt x="899" y="4640"/>
                  </a:lnTo>
                  <a:lnTo>
                    <a:pt x="899" y="2245"/>
                  </a:lnTo>
                  <a:lnTo>
                    <a:pt x="749" y="1048"/>
                  </a:lnTo>
                  <a:lnTo>
                    <a:pt x="450" y="0"/>
                  </a:lnTo>
                  <a:close/>
                </a:path>
              </a:pathLst>
            </a:custGeom>
            <a:solidFill>
              <a:schemeClr val="dk1"/>
            </a:solidFill>
            <a:ln w="0">
              <a:noFill/>
            </a:ln>
          </p:spPr>
          <p:style>
            <a:lnRef idx="0"/>
            <a:fillRef idx="0"/>
            <a:effectRef idx="0"/>
            <a:fontRef idx="minor"/>
          </p:style>
          <p:txBody>
            <a:bodyPr tIns="56160" bIns="561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5" name="Google Shape;2964;p119"/>
            <p:cNvSpPr/>
            <p:nvPr/>
          </p:nvSpPr>
          <p:spPr>
            <a:xfrm>
              <a:off x="6860880" y="2150280"/>
              <a:ext cx="12600" cy="105840"/>
            </a:xfrm>
            <a:custGeom>
              <a:avLst/>
              <a:gdLst>
                <a:gd name="textAreaLeft" fmla="*/ 0 w 12600"/>
                <a:gd name="textAreaRight" fmla="*/ 12960 w 12600"/>
                <a:gd name="textAreaTop" fmla="*/ 0 h 105840"/>
                <a:gd name="textAreaBottom" fmla="*/ 106200 h 105840"/>
              </a:gdLst>
              <a:ahLst/>
              <a:cxnLst/>
              <a:rect l="textAreaLeft" t="textAreaTop" r="textAreaRight" b="textAreaBottom"/>
              <a:pathLst>
                <a:path w="1199" h="9730">
                  <a:moveTo>
                    <a:pt x="450" y="0"/>
                  </a:moveTo>
                  <a:lnTo>
                    <a:pt x="300" y="1197"/>
                  </a:lnTo>
                  <a:lnTo>
                    <a:pt x="151" y="2395"/>
                  </a:lnTo>
                  <a:lnTo>
                    <a:pt x="1" y="4790"/>
                  </a:lnTo>
                  <a:lnTo>
                    <a:pt x="300" y="7334"/>
                  </a:lnTo>
                  <a:lnTo>
                    <a:pt x="450" y="9579"/>
                  </a:lnTo>
                  <a:lnTo>
                    <a:pt x="600" y="9729"/>
                  </a:lnTo>
                  <a:lnTo>
                    <a:pt x="749" y="9579"/>
                  </a:lnTo>
                  <a:lnTo>
                    <a:pt x="899" y="7334"/>
                  </a:lnTo>
                  <a:lnTo>
                    <a:pt x="1198" y="4790"/>
                  </a:lnTo>
                  <a:lnTo>
                    <a:pt x="1198" y="2395"/>
                  </a:lnTo>
                  <a:lnTo>
                    <a:pt x="1049" y="1197"/>
                  </a:lnTo>
                  <a:lnTo>
                    <a:pt x="749" y="0"/>
                  </a:lnTo>
                  <a:close/>
                </a:path>
              </a:pathLst>
            </a:custGeom>
            <a:solidFill>
              <a:schemeClr val="dk1"/>
            </a:solidFill>
            <a:ln w="0">
              <a:noFill/>
            </a:ln>
          </p:spPr>
          <p:style>
            <a:lnRef idx="0"/>
            <a:fillRef idx="0"/>
            <a:effectRef idx="0"/>
            <a:fontRef idx="minor"/>
          </p:style>
          <p:txBody>
            <a:bodyPr tIns="52920" bIns="52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6" name="Google Shape;2965;p119"/>
            <p:cNvSpPr/>
            <p:nvPr/>
          </p:nvSpPr>
          <p:spPr>
            <a:xfrm>
              <a:off x="6828120" y="2145600"/>
              <a:ext cx="9360" cy="105840"/>
            </a:xfrm>
            <a:custGeom>
              <a:avLst/>
              <a:gdLst>
                <a:gd name="textAreaLeft" fmla="*/ 0 w 9360"/>
                <a:gd name="textAreaRight" fmla="*/ 9720 w 9360"/>
                <a:gd name="textAreaTop" fmla="*/ 0 h 105840"/>
                <a:gd name="textAreaBottom" fmla="*/ 106200 h 105840"/>
              </a:gdLst>
              <a:ahLst/>
              <a:cxnLst/>
              <a:rect l="textAreaLeft" t="textAreaTop" r="textAreaRight" b="textAreaBottom"/>
              <a:pathLst>
                <a:path w="899" h="9731">
                  <a:moveTo>
                    <a:pt x="449" y="1"/>
                  </a:moveTo>
                  <a:lnTo>
                    <a:pt x="300" y="151"/>
                  </a:lnTo>
                  <a:lnTo>
                    <a:pt x="0" y="1198"/>
                  </a:lnTo>
                  <a:lnTo>
                    <a:pt x="0" y="2396"/>
                  </a:lnTo>
                  <a:lnTo>
                    <a:pt x="0" y="4641"/>
                  </a:lnTo>
                  <a:lnTo>
                    <a:pt x="0" y="7036"/>
                  </a:lnTo>
                  <a:lnTo>
                    <a:pt x="300" y="9580"/>
                  </a:lnTo>
                  <a:lnTo>
                    <a:pt x="300" y="9730"/>
                  </a:lnTo>
                  <a:lnTo>
                    <a:pt x="599" y="9730"/>
                  </a:lnTo>
                  <a:lnTo>
                    <a:pt x="599" y="9580"/>
                  </a:lnTo>
                  <a:lnTo>
                    <a:pt x="749" y="7036"/>
                  </a:lnTo>
                  <a:lnTo>
                    <a:pt x="749" y="4641"/>
                  </a:lnTo>
                  <a:lnTo>
                    <a:pt x="898" y="2396"/>
                  </a:lnTo>
                  <a:lnTo>
                    <a:pt x="749" y="1198"/>
                  </a:lnTo>
                  <a:lnTo>
                    <a:pt x="599" y="151"/>
                  </a:lnTo>
                  <a:lnTo>
                    <a:pt x="449" y="1"/>
                  </a:lnTo>
                  <a:close/>
                </a:path>
              </a:pathLst>
            </a:custGeom>
            <a:solidFill>
              <a:schemeClr val="dk1"/>
            </a:solidFill>
            <a:ln w="0">
              <a:noFill/>
            </a:ln>
          </p:spPr>
          <p:style>
            <a:lnRef idx="0"/>
            <a:fillRef idx="0"/>
            <a:effectRef idx="0"/>
            <a:fontRef idx="minor"/>
          </p:style>
          <p:txBody>
            <a:bodyPr tIns="52920" bIns="52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7" name="Google Shape;2966;p119"/>
            <p:cNvSpPr/>
            <p:nvPr/>
          </p:nvSpPr>
          <p:spPr>
            <a:xfrm>
              <a:off x="6792480" y="2145600"/>
              <a:ext cx="9360" cy="101160"/>
            </a:xfrm>
            <a:custGeom>
              <a:avLst/>
              <a:gdLst>
                <a:gd name="textAreaLeft" fmla="*/ 0 w 9360"/>
                <a:gd name="textAreaRight" fmla="*/ 9720 w 9360"/>
                <a:gd name="textAreaTop" fmla="*/ 0 h 101160"/>
                <a:gd name="textAreaBottom" fmla="*/ 101520 h 101160"/>
              </a:gdLst>
              <a:ahLst/>
              <a:cxnLst/>
              <a:rect l="textAreaLeft" t="textAreaTop" r="textAreaRight" b="textAreaBottom"/>
              <a:pathLst>
                <a:path w="899" h="9282">
                  <a:moveTo>
                    <a:pt x="300" y="1"/>
                  </a:moveTo>
                  <a:lnTo>
                    <a:pt x="300" y="151"/>
                  </a:lnTo>
                  <a:lnTo>
                    <a:pt x="0" y="4641"/>
                  </a:lnTo>
                  <a:lnTo>
                    <a:pt x="150" y="6886"/>
                  </a:lnTo>
                  <a:lnTo>
                    <a:pt x="300" y="9131"/>
                  </a:lnTo>
                  <a:lnTo>
                    <a:pt x="599" y="9281"/>
                  </a:lnTo>
                  <a:lnTo>
                    <a:pt x="749" y="9131"/>
                  </a:lnTo>
                  <a:lnTo>
                    <a:pt x="899" y="6886"/>
                  </a:lnTo>
                  <a:lnTo>
                    <a:pt x="899" y="4641"/>
                  </a:lnTo>
                  <a:lnTo>
                    <a:pt x="749" y="151"/>
                  </a:lnTo>
                  <a:lnTo>
                    <a:pt x="599" y="1"/>
                  </a:lnTo>
                  <a:close/>
                </a:path>
              </a:pathLst>
            </a:custGeom>
            <a:solidFill>
              <a:schemeClr val="dk1"/>
            </a:solidFill>
            <a:ln w="0">
              <a:noFill/>
            </a:ln>
          </p:spPr>
          <p:style>
            <a:lnRef idx="0"/>
            <a:fillRef idx="0"/>
            <a:effectRef idx="0"/>
            <a:fontRef idx="minor"/>
          </p:style>
          <p:txBody>
            <a:bodyPr tIns="50760" bIns="50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8" name="Google Shape;2967;p119"/>
            <p:cNvSpPr/>
            <p:nvPr/>
          </p:nvSpPr>
          <p:spPr>
            <a:xfrm>
              <a:off x="6756480" y="2140560"/>
              <a:ext cx="9360" cy="102600"/>
            </a:xfrm>
            <a:custGeom>
              <a:avLst/>
              <a:gdLst>
                <a:gd name="textAreaLeft" fmla="*/ 0 w 9360"/>
                <a:gd name="textAreaRight" fmla="*/ 9720 w 9360"/>
                <a:gd name="textAreaTop" fmla="*/ 0 h 102600"/>
                <a:gd name="textAreaBottom" fmla="*/ 102960 h 102600"/>
              </a:gdLst>
              <a:ahLst/>
              <a:cxnLst/>
              <a:rect l="textAreaLeft" t="textAreaTop" r="textAreaRight" b="textAreaBottom"/>
              <a:pathLst>
                <a:path w="899" h="9431">
                  <a:moveTo>
                    <a:pt x="599" y="1"/>
                  </a:moveTo>
                  <a:lnTo>
                    <a:pt x="450" y="151"/>
                  </a:lnTo>
                  <a:lnTo>
                    <a:pt x="300" y="300"/>
                  </a:lnTo>
                  <a:lnTo>
                    <a:pt x="150" y="2695"/>
                  </a:lnTo>
                  <a:lnTo>
                    <a:pt x="1" y="5090"/>
                  </a:lnTo>
                  <a:lnTo>
                    <a:pt x="1" y="7186"/>
                  </a:lnTo>
                  <a:lnTo>
                    <a:pt x="1" y="8383"/>
                  </a:lnTo>
                  <a:lnTo>
                    <a:pt x="150" y="9431"/>
                  </a:lnTo>
                  <a:lnTo>
                    <a:pt x="599" y="9431"/>
                  </a:lnTo>
                  <a:lnTo>
                    <a:pt x="749" y="8383"/>
                  </a:lnTo>
                  <a:lnTo>
                    <a:pt x="899" y="7186"/>
                  </a:lnTo>
                  <a:lnTo>
                    <a:pt x="899" y="5090"/>
                  </a:lnTo>
                  <a:lnTo>
                    <a:pt x="899" y="2695"/>
                  </a:lnTo>
                  <a:lnTo>
                    <a:pt x="749" y="300"/>
                  </a:lnTo>
                  <a:lnTo>
                    <a:pt x="599" y="151"/>
                  </a:lnTo>
                  <a:lnTo>
                    <a:pt x="599" y="1"/>
                  </a:lnTo>
                  <a:close/>
                </a:path>
              </a:pathLst>
            </a:custGeom>
            <a:solidFill>
              <a:schemeClr val="dk1"/>
            </a:solidFill>
            <a:ln w="0">
              <a:noFill/>
            </a:ln>
          </p:spPr>
          <p:style>
            <a:lnRef idx="0"/>
            <a:fillRef idx="0"/>
            <a:effectRef idx="0"/>
            <a:fontRef idx="minor"/>
          </p:style>
          <p:txBody>
            <a:bodyPr tIns="51480" bIns="51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9" name="Google Shape;2968;p119"/>
            <p:cNvSpPr/>
            <p:nvPr/>
          </p:nvSpPr>
          <p:spPr>
            <a:xfrm>
              <a:off x="6721920" y="2147040"/>
              <a:ext cx="9360" cy="89640"/>
            </a:xfrm>
            <a:custGeom>
              <a:avLst/>
              <a:gdLst>
                <a:gd name="textAreaLeft" fmla="*/ 0 w 9360"/>
                <a:gd name="textAreaRight" fmla="*/ 9720 w 9360"/>
                <a:gd name="textAreaTop" fmla="*/ 0 h 89640"/>
                <a:gd name="textAreaBottom" fmla="*/ 90000 h 89640"/>
              </a:gdLst>
              <a:ahLst/>
              <a:cxnLst/>
              <a:rect l="textAreaLeft" t="textAreaTop" r="textAreaRight" b="textAreaBottom"/>
              <a:pathLst>
                <a:path w="899" h="8233">
                  <a:moveTo>
                    <a:pt x="449" y="1"/>
                  </a:moveTo>
                  <a:lnTo>
                    <a:pt x="300" y="150"/>
                  </a:lnTo>
                  <a:lnTo>
                    <a:pt x="150" y="300"/>
                  </a:lnTo>
                  <a:lnTo>
                    <a:pt x="0" y="2246"/>
                  </a:lnTo>
                  <a:lnTo>
                    <a:pt x="0" y="4192"/>
                  </a:lnTo>
                  <a:lnTo>
                    <a:pt x="0" y="6137"/>
                  </a:lnTo>
                  <a:lnTo>
                    <a:pt x="300" y="8083"/>
                  </a:lnTo>
                  <a:lnTo>
                    <a:pt x="300" y="8233"/>
                  </a:lnTo>
                  <a:lnTo>
                    <a:pt x="449" y="8083"/>
                  </a:lnTo>
                  <a:lnTo>
                    <a:pt x="898" y="4192"/>
                  </a:lnTo>
                  <a:lnTo>
                    <a:pt x="898" y="2246"/>
                  </a:lnTo>
                  <a:lnTo>
                    <a:pt x="749" y="300"/>
                  </a:lnTo>
                  <a:lnTo>
                    <a:pt x="599" y="150"/>
                  </a:lnTo>
                  <a:lnTo>
                    <a:pt x="449" y="1"/>
                  </a:lnTo>
                  <a:close/>
                </a:path>
              </a:pathLst>
            </a:custGeom>
            <a:solidFill>
              <a:schemeClr val="dk1"/>
            </a:solidFill>
            <a:ln w="0">
              <a:noFill/>
            </a:ln>
          </p:spPr>
          <p:style>
            <a:lnRef idx="0"/>
            <a:fillRef idx="0"/>
            <a:effectRef idx="0"/>
            <a:fontRef idx="minor"/>
          </p:style>
          <p:txBody>
            <a:bodyPr tIns="45000" bIns="45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0" name="Google Shape;2969;p119"/>
            <p:cNvSpPr/>
            <p:nvPr/>
          </p:nvSpPr>
          <p:spPr>
            <a:xfrm>
              <a:off x="6684480" y="2124360"/>
              <a:ext cx="12600" cy="107640"/>
            </a:xfrm>
            <a:custGeom>
              <a:avLst/>
              <a:gdLst>
                <a:gd name="textAreaLeft" fmla="*/ 0 w 12600"/>
                <a:gd name="textAreaRight" fmla="*/ 12960 w 12600"/>
                <a:gd name="textAreaTop" fmla="*/ 0 h 107640"/>
                <a:gd name="textAreaBottom" fmla="*/ 108000 h 107640"/>
              </a:gdLst>
              <a:ahLst/>
              <a:cxnLst/>
              <a:rect l="textAreaLeft" t="textAreaTop" r="textAreaRight" b="textAreaBottom"/>
              <a:pathLst>
                <a:path w="1199" h="9879">
                  <a:moveTo>
                    <a:pt x="599" y="0"/>
                  </a:moveTo>
                  <a:lnTo>
                    <a:pt x="450" y="150"/>
                  </a:lnTo>
                  <a:lnTo>
                    <a:pt x="150" y="2545"/>
                  </a:lnTo>
                  <a:lnTo>
                    <a:pt x="1" y="4940"/>
                  </a:lnTo>
                  <a:lnTo>
                    <a:pt x="150" y="7334"/>
                  </a:lnTo>
                  <a:lnTo>
                    <a:pt x="450" y="9729"/>
                  </a:lnTo>
                  <a:lnTo>
                    <a:pt x="599" y="9879"/>
                  </a:lnTo>
                  <a:lnTo>
                    <a:pt x="749" y="9729"/>
                  </a:lnTo>
                  <a:lnTo>
                    <a:pt x="1048" y="7634"/>
                  </a:lnTo>
                  <a:lnTo>
                    <a:pt x="1198" y="5688"/>
                  </a:lnTo>
                  <a:lnTo>
                    <a:pt x="1198" y="3892"/>
                  </a:lnTo>
                  <a:lnTo>
                    <a:pt x="1048" y="1946"/>
                  </a:lnTo>
                  <a:lnTo>
                    <a:pt x="899" y="150"/>
                  </a:lnTo>
                  <a:lnTo>
                    <a:pt x="749" y="150"/>
                  </a:lnTo>
                  <a:lnTo>
                    <a:pt x="599" y="0"/>
                  </a:lnTo>
                  <a:close/>
                </a:path>
              </a:pathLst>
            </a:custGeom>
            <a:solidFill>
              <a:schemeClr val="dk1"/>
            </a:solidFill>
            <a:ln w="0">
              <a:noFill/>
            </a:ln>
          </p:spPr>
          <p:style>
            <a:lnRef idx="0"/>
            <a:fillRef idx="0"/>
            <a:effectRef idx="0"/>
            <a:fontRef idx="minor"/>
          </p:style>
          <p:txBody>
            <a:bodyPr tIns="54000" bIns="54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1" name="Google Shape;2970;p119"/>
            <p:cNvSpPr/>
            <p:nvPr/>
          </p:nvSpPr>
          <p:spPr>
            <a:xfrm>
              <a:off x="6651720" y="2142360"/>
              <a:ext cx="9360" cy="84600"/>
            </a:xfrm>
            <a:custGeom>
              <a:avLst/>
              <a:gdLst>
                <a:gd name="textAreaLeft" fmla="*/ 0 w 9360"/>
                <a:gd name="textAreaRight" fmla="*/ 9720 w 9360"/>
                <a:gd name="textAreaTop" fmla="*/ 0 h 84600"/>
                <a:gd name="textAreaBottom" fmla="*/ 84960 h 84600"/>
              </a:gdLst>
              <a:ahLst/>
              <a:cxnLst/>
              <a:rect l="textAreaLeft" t="textAreaTop" r="textAreaRight" b="textAreaBottom"/>
              <a:pathLst>
                <a:path w="899" h="7784">
                  <a:moveTo>
                    <a:pt x="299" y="1"/>
                  </a:moveTo>
                  <a:lnTo>
                    <a:pt x="150" y="150"/>
                  </a:lnTo>
                  <a:lnTo>
                    <a:pt x="0" y="2096"/>
                  </a:lnTo>
                  <a:lnTo>
                    <a:pt x="0" y="3892"/>
                  </a:lnTo>
                  <a:lnTo>
                    <a:pt x="0" y="5838"/>
                  </a:lnTo>
                  <a:lnTo>
                    <a:pt x="299" y="7634"/>
                  </a:lnTo>
                  <a:lnTo>
                    <a:pt x="449" y="7784"/>
                  </a:lnTo>
                  <a:lnTo>
                    <a:pt x="599" y="7634"/>
                  </a:lnTo>
                  <a:lnTo>
                    <a:pt x="749" y="5838"/>
                  </a:lnTo>
                  <a:lnTo>
                    <a:pt x="898" y="3892"/>
                  </a:lnTo>
                  <a:lnTo>
                    <a:pt x="749" y="2096"/>
                  </a:lnTo>
                  <a:lnTo>
                    <a:pt x="599" y="150"/>
                  </a:lnTo>
                  <a:lnTo>
                    <a:pt x="599" y="1"/>
                  </a:lnTo>
                  <a:close/>
                </a:path>
              </a:pathLst>
            </a:custGeom>
            <a:solidFill>
              <a:schemeClr val="dk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2" name="Google Shape;2971;p119"/>
            <p:cNvSpPr/>
            <p:nvPr/>
          </p:nvSpPr>
          <p:spPr>
            <a:xfrm>
              <a:off x="6581520" y="2145600"/>
              <a:ext cx="9360" cy="71640"/>
            </a:xfrm>
            <a:custGeom>
              <a:avLst/>
              <a:gdLst>
                <a:gd name="textAreaLeft" fmla="*/ 0 w 9360"/>
                <a:gd name="textAreaRight" fmla="*/ 9720 w 9360"/>
                <a:gd name="textAreaTop" fmla="*/ 0 h 71640"/>
                <a:gd name="textAreaBottom" fmla="*/ 72000 h 71640"/>
              </a:gdLst>
              <a:ahLst/>
              <a:cxnLst/>
              <a:rect l="textAreaLeft" t="textAreaTop" r="textAreaRight" b="textAreaBottom"/>
              <a:pathLst>
                <a:path w="900" h="6587">
                  <a:moveTo>
                    <a:pt x="450" y="1"/>
                  </a:moveTo>
                  <a:lnTo>
                    <a:pt x="300" y="151"/>
                  </a:lnTo>
                  <a:lnTo>
                    <a:pt x="151" y="300"/>
                  </a:lnTo>
                  <a:lnTo>
                    <a:pt x="151" y="899"/>
                  </a:lnTo>
                  <a:lnTo>
                    <a:pt x="1" y="2246"/>
                  </a:lnTo>
                  <a:lnTo>
                    <a:pt x="1" y="3743"/>
                  </a:lnTo>
                  <a:lnTo>
                    <a:pt x="151" y="5090"/>
                  </a:lnTo>
                  <a:lnTo>
                    <a:pt x="300" y="6587"/>
                  </a:lnTo>
                  <a:lnTo>
                    <a:pt x="600" y="6587"/>
                  </a:lnTo>
                  <a:lnTo>
                    <a:pt x="899" y="4940"/>
                  </a:lnTo>
                  <a:lnTo>
                    <a:pt x="899" y="3444"/>
                  </a:lnTo>
                  <a:lnTo>
                    <a:pt x="899" y="1797"/>
                  </a:lnTo>
                  <a:lnTo>
                    <a:pt x="600" y="300"/>
                  </a:lnTo>
                  <a:lnTo>
                    <a:pt x="600" y="151"/>
                  </a:lnTo>
                  <a:lnTo>
                    <a:pt x="450" y="1"/>
                  </a:lnTo>
                  <a:close/>
                </a:path>
              </a:pathLst>
            </a:custGeom>
            <a:solidFill>
              <a:schemeClr val="dk1"/>
            </a:solidFill>
            <a:ln w="0">
              <a:noFill/>
            </a:ln>
          </p:spPr>
          <p:style>
            <a:lnRef idx="0"/>
            <a:fillRef idx="0"/>
            <a:effectRef idx="0"/>
            <a:fontRef idx="minor"/>
          </p:style>
          <p:txBody>
            <a:bodyPr tIns="36000" bIns="36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3" name="Google Shape;2972;p119"/>
            <p:cNvSpPr/>
            <p:nvPr/>
          </p:nvSpPr>
          <p:spPr>
            <a:xfrm>
              <a:off x="6615720" y="2147040"/>
              <a:ext cx="9360" cy="74880"/>
            </a:xfrm>
            <a:custGeom>
              <a:avLst/>
              <a:gdLst>
                <a:gd name="textAreaLeft" fmla="*/ 0 w 9360"/>
                <a:gd name="textAreaRight" fmla="*/ 9720 w 9360"/>
                <a:gd name="textAreaTop" fmla="*/ 0 h 74880"/>
                <a:gd name="textAreaBottom" fmla="*/ 75240 h 74880"/>
              </a:gdLst>
              <a:ahLst/>
              <a:cxnLst/>
              <a:rect l="textAreaLeft" t="textAreaTop" r="textAreaRight" b="textAreaBottom"/>
              <a:pathLst>
                <a:path w="899" h="6886">
                  <a:moveTo>
                    <a:pt x="300" y="1"/>
                  </a:moveTo>
                  <a:lnTo>
                    <a:pt x="300" y="150"/>
                  </a:lnTo>
                  <a:lnTo>
                    <a:pt x="0" y="1797"/>
                  </a:lnTo>
                  <a:lnTo>
                    <a:pt x="0" y="3443"/>
                  </a:lnTo>
                  <a:lnTo>
                    <a:pt x="150" y="5090"/>
                  </a:lnTo>
                  <a:lnTo>
                    <a:pt x="300" y="6736"/>
                  </a:lnTo>
                  <a:lnTo>
                    <a:pt x="449" y="6886"/>
                  </a:lnTo>
                  <a:lnTo>
                    <a:pt x="599" y="6886"/>
                  </a:lnTo>
                  <a:lnTo>
                    <a:pt x="599" y="6736"/>
                  </a:lnTo>
                  <a:lnTo>
                    <a:pt x="898" y="5090"/>
                  </a:lnTo>
                  <a:lnTo>
                    <a:pt x="898" y="3443"/>
                  </a:lnTo>
                  <a:lnTo>
                    <a:pt x="898" y="1797"/>
                  </a:lnTo>
                  <a:lnTo>
                    <a:pt x="749" y="150"/>
                  </a:lnTo>
                  <a:lnTo>
                    <a:pt x="599" y="1"/>
                  </a:lnTo>
                  <a:close/>
                </a:path>
              </a:pathLst>
            </a:custGeom>
            <a:solidFill>
              <a:schemeClr val="dk1"/>
            </a:solidFill>
            <a:ln w="0">
              <a:noFill/>
            </a:ln>
          </p:spPr>
          <p:style>
            <a:lnRef idx="0"/>
            <a:fillRef idx="0"/>
            <a:effectRef idx="0"/>
            <a:fontRef idx="minor"/>
          </p:style>
          <p:txBody>
            <a:bodyPr tIns="37440" bIns="37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4" name="Google Shape;2973;p119"/>
            <p:cNvSpPr/>
            <p:nvPr/>
          </p:nvSpPr>
          <p:spPr>
            <a:xfrm>
              <a:off x="6545520" y="2148840"/>
              <a:ext cx="9360" cy="65160"/>
            </a:xfrm>
            <a:custGeom>
              <a:avLst/>
              <a:gdLst>
                <a:gd name="textAreaLeft" fmla="*/ 0 w 9360"/>
                <a:gd name="textAreaRight" fmla="*/ 9720 w 9360"/>
                <a:gd name="textAreaTop" fmla="*/ 0 h 65160"/>
                <a:gd name="textAreaBottom" fmla="*/ 65520 h 65160"/>
              </a:gdLst>
              <a:ahLst/>
              <a:cxnLst/>
              <a:rect l="textAreaLeft" t="textAreaTop" r="textAreaRight" b="textAreaBottom"/>
              <a:pathLst>
                <a:path w="899" h="5988">
                  <a:moveTo>
                    <a:pt x="299" y="0"/>
                  </a:moveTo>
                  <a:lnTo>
                    <a:pt x="299" y="150"/>
                  </a:lnTo>
                  <a:lnTo>
                    <a:pt x="0" y="1497"/>
                  </a:lnTo>
                  <a:lnTo>
                    <a:pt x="0" y="2994"/>
                  </a:lnTo>
                  <a:lnTo>
                    <a:pt x="150" y="4491"/>
                  </a:lnTo>
                  <a:lnTo>
                    <a:pt x="299" y="5838"/>
                  </a:lnTo>
                  <a:lnTo>
                    <a:pt x="449" y="5987"/>
                  </a:lnTo>
                  <a:lnTo>
                    <a:pt x="599" y="5838"/>
                  </a:lnTo>
                  <a:lnTo>
                    <a:pt x="898" y="4491"/>
                  </a:lnTo>
                  <a:lnTo>
                    <a:pt x="898" y="2994"/>
                  </a:lnTo>
                  <a:lnTo>
                    <a:pt x="898" y="1497"/>
                  </a:lnTo>
                  <a:lnTo>
                    <a:pt x="748" y="150"/>
                  </a:lnTo>
                  <a:lnTo>
                    <a:pt x="599" y="0"/>
                  </a:lnTo>
                  <a:close/>
                </a:path>
              </a:pathLst>
            </a:custGeom>
            <a:solidFill>
              <a:schemeClr val="dk1"/>
            </a:solidFill>
            <a:ln w="0">
              <a:noFill/>
            </a:ln>
          </p:spPr>
          <p:style>
            <a:lnRef idx="0"/>
            <a:fillRef idx="0"/>
            <a:effectRef idx="0"/>
            <a:fontRef idx="minor"/>
          </p:style>
          <p:txBody>
            <a:bodyPr tIns="32760" bIns="32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5" name="Google Shape;2974;p119"/>
            <p:cNvSpPr/>
            <p:nvPr/>
          </p:nvSpPr>
          <p:spPr>
            <a:xfrm>
              <a:off x="6509520" y="2148840"/>
              <a:ext cx="11160" cy="58680"/>
            </a:xfrm>
            <a:custGeom>
              <a:avLst/>
              <a:gdLst>
                <a:gd name="textAreaLeft" fmla="*/ 0 w 11160"/>
                <a:gd name="textAreaRight" fmla="*/ 11520 w 11160"/>
                <a:gd name="textAreaTop" fmla="*/ 0 h 58680"/>
                <a:gd name="textAreaBottom" fmla="*/ 59040 h 58680"/>
              </a:gdLst>
              <a:ahLst/>
              <a:cxnLst/>
              <a:rect l="textAreaLeft" t="textAreaTop" r="textAreaRight" b="textAreaBottom"/>
              <a:pathLst>
                <a:path w="1048" h="5389">
                  <a:moveTo>
                    <a:pt x="449" y="0"/>
                  </a:moveTo>
                  <a:lnTo>
                    <a:pt x="299" y="150"/>
                  </a:lnTo>
                  <a:lnTo>
                    <a:pt x="150" y="1497"/>
                  </a:lnTo>
                  <a:lnTo>
                    <a:pt x="0" y="2695"/>
                  </a:lnTo>
                  <a:lnTo>
                    <a:pt x="150" y="4042"/>
                  </a:lnTo>
                  <a:lnTo>
                    <a:pt x="449" y="5239"/>
                  </a:lnTo>
                  <a:lnTo>
                    <a:pt x="449" y="5389"/>
                  </a:lnTo>
                  <a:lnTo>
                    <a:pt x="749" y="5389"/>
                  </a:lnTo>
                  <a:lnTo>
                    <a:pt x="749" y="5239"/>
                  </a:lnTo>
                  <a:lnTo>
                    <a:pt x="1048" y="4042"/>
                  </a:lnTo>
                  <a:lnTo>
                    <a:pt x="1048" y="2695"/>
                  </a:lnTo>
                  <a:lnTo>
                    <a:pt x="1048" y="1497"/>
                  </a:lnTo>
                  <a:lnTo>
                    <a:pt x="749" y="150"/>
                  </a:lnTo>
                  <a:lnTo>
                    <a:pt x="749" y="0"/>
                  </a:lnTo>
                  <a:close/>
                </a:path>
              </a:pathLst>
            </a:custGeom>
            <a:solidFill>
              <a:schemeClr val="dk1"/>
            </a:solidFill>
            <a:ln w="0">
              <a:noFill/>
            </a:ln>
          </p:spPr>
          <p:style>
            <a:lnRef idx="0"/>
            <a:fillRef idx="0"/>
            <a:effectRef idx="0"/>
            <a:fontRef idx="minor"/>
          </p:style>
          <p:txBody>
            <a:bodyPr tIns="29520" bIns="29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6" name="Google Shape;2975;p119"/>
            <p:cNvSpPr/>
            <p:nvPr/>
          </p:nvSpPr>
          <p:spPr>
            <a:xfrm>
              <a:off x="6474960" y="2142360"/>
              <a:ext cx="9360" cy="61920"/>
            </a:xfrm>
            <a:custGeom>
              <a:avLst/>
              <a:gdLst>
                <a:gd name="textAreaLeft" fmla="*/ 0 w 9360"/>
                <a:gd name="textAreaRight" fmla="*/ 9720 w 9360"/>
                <a:gd name="textAreaTop" fmla="*/ 0 h 61920"/>
                <a:gd name="textAreaBottom" fmla="*/ 62280 h 61920"/>
              </a:gdLst>
              <a:ahLst/>
              <a:cxnLst/>
              <a:rect l="textAreaLeft" t="textAreaTop" r="textAreaRight" b="textAreaBottom"/>
              <a:pathLst>
                <a:path w="899" h="5689">
                  <a:moveTo>
                    <a:pt x="300" y="1"/>
                  </a:moveTo>
                  <a:lnTo>
                    <a:pt x="151" y="599"/>
                  </a:lnTo>
                  <a:lnTo>
                    <a:pt x="1" y="1348"/>
                  </a:lnTo>
                  <a:lnTo>
                    <a:pt x="1" y="2695"/>
                  </a:lnTo>
                  <a:lnTo>
                    <a:pt x="151" y="4042"/>
                  </a:lnTo>
                  <a:lnTo>
                    <a:pt x="300" y="5539"/>
                  </a:lnTo>
                  <a:lnTo>
                    <a:pt x="450" y="5688"/>
                  </a:lnTo>
                  <a:lnTo>
                    <a:pt x="749" y="5539"/>
                  </a:lnTo>
                  <a:lnTo>
                    <a:pt x="899" y="4042"/>
                  </a:lnTo>
                  <a:lnTo>
                    <a:pt x="899" y="2695"/>
                  </a:lnTo>
                  <a:lnTo>
                    <a:pt x="899" y="1348"/>
                  </a:lnTo>
                  <a:lnTo>
                    <a:pt x="749" y="599"/>
                  </a:lnTo>
                  <a:lnTo>
                    <a:pt x="600" y="1"/>
                  </a:lnTo>
                  <a:close/>
                </a:path>
              </a:pathLst>
            </a:custGeom>
            <a:solidFill>
              <a:schemeClr val="dk1"/>
            </a:solidFill>
            <a:ln w="0">
              <a:noFill/>
            </a:ln>
          </p:spPr>
          <p:style>
            <a:lnRef idx="0"/>
            <a:fillRef idx="0"/>
            <a:effectRef idx="0"/>
            <a:fontRef idx="minor"/>
          </p:style>
          <p:txBody>
            <a:bodyPr tIns="30960" bIns="30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7" name="Google Shape;2976;p119"/>
            <p:cNvSpPr/>
            <p:nvPr/>
          </p:nvSpPr>
          <p:spPr>
            <a:xfrm>
              <a:off x="6440760" y="2139120"/>
              <a:ext cx="9360" cy="58680"/>
            </a:xfrm>
            <a:custGeom>
              <a:avLst/>
              <a:gdLst>
                <a:gd name="textAreaLeft" fmla="*/ 0 w 9360"/>
                <a:gd name="textAreaRight" fmla="*/ 9720 w 9360"/>
                <a:gd name="textAreaTop" fmla="*/ 0 h 58680"/>
                <a:gd name="textAreaBottom" fmla="*/ 59040 h 58680"/>
              </a:gdLst>
              <a:ahLst/>
              <a:cxnLst/>
              <a:rect l="textAreaLeft" t="textAreaTop" r="textAreaRight" b="textAreaBottom"/>
              <a:pathLst>
                <a:path w="899" h="5389">
                  <a:moveTo>
                    <a:pt x="300" y="0"/>
                  </a:moveTo>
                  <a:lnTo>
                    <a:pt x="150" y="150"/>
                  </a:lnTo>
                  <a:lnTo>
                    <a:pt x="1" y="749"/>
                  </a:lnTo>
                  <a:lnTo>
                    <a:pt x="1" y="1347"/>
                  </a:lnTo>
                  <a:lnTo>
                    <a:pt x="1" y="2545"/>
                  </a:lnTo>
                  <a:lnTo>
                    <a:pt x="1" y="3892"/>
                  </a:lnTo>
                  <a:lnTo>
                    <a:pt x="150" y="5239"/>
                  </a:lnTo>
                  <a:lnTo>
                    <a:pt x="300" y="5389"/>
                  </a:lnTo>
                  <a:lnTo>
                    <a:pt x="599" y="5389"/>
                  </a:lnTo>
                  <a:lnTo>
                    <a:pt x="599" y="5239"/>
                  </a:lnTo>
                  <a:lnTo>
                    <a:pt x="749" y="3892"/>
                  </a:lnTo>
                  <a:lnTo>
                    <a:pt x="899" y="2545"/>
                  </a:lnTo>
                  <a:lnTo>
                    <a:pt x="749" y="1347"/>
                  </a:lnTo>
                  <a:lnTo>
                    <a:pt x="749" y="749"/>
                  </a:lnTo>
                  <a:lnTo>
                    <a:pt x="450" y="150"/>
                  </a:lnTo>
                  <a:lnTo>
                    <a:pt x="300" y="0"/>
                  </a:lnTo>
                  <a:close/>
                </a:path>
              </a:pathLst>
            </a:custGeom>
            <a:solidFill>
              <a:schemeClr val="dk1"/>
            </a:solidFill>
            <a:ln w="0">
              <a:noFill/>
            </a:ln>
          </p:spPr>
          <p:style>
            <a:lnRef idx="0"/>
            <a:fillRef idx="0"/>
            <a:effectRef idx="0"/>
            <a:fontRef idx="minor"/>
          </p:style>
          <p:txBody>
            <a:bodyPr tIns="29520" bIns="29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8" name="Google Shape;2977;p119"/>
            <p:cNvSpPr/>
            <p:nvPr/>
          </p:nvSpPr>
          <p:spPr>
            <a:xfrm>
              <a:off x="6402960" y="2137320"/>
              <a:ext cx="12600" cy="60120"/>
            </a:xfrm>
            <a:custGeom>
              <a:avLst/>
              <a:gdLst>
                <a:gd name="textAreaLeft" fmla="*/ 0 w 12600"/>
                <a:gd name="textAreaRight" fmla="*/ 12960 w 12600"/>
                <a:gd name="textAreaTop" fmla="*/ 0 h 60120"/>
                <a:gd name="textAreaBottom" fmla="*/ 60480 h 60120"/>
              </a:gdLst>
              <a:ahLst/>
              <a:cxnLst/>
              <a:rect l="textAreaLeft" t="textAreaTop" r="textAreaRight" b="textAreaBottom"/>
              <a:pathLst>
                <a:path w="1198" h="5539">
                  <a:moveTo>
                    <a:pt x="599" y="1"/>
                  </a:moveTo>
                  <a:lnTo>
                    <a:pt x="449" y="150"/>
                  </a:lnTo>
                  <a:lnTo>
                    <a:pt x="150" y="749"/>
                  </a:lnTo>
                  <a:lnTo>
                    <a:pt x="0" y="1348"/>
                  </a:lnTo>
                  <a:lnTo>
                    <a:pt x="0" y="2695"/>
                  </a:lnTo>
                  <a:lnTo>
                    <a:pt x="150" y="4042"/>
                  </a:lnTo>
                  <a:lnTo>
                    <a:pt x="449" y="5389"/>
                  </a:lnTo>
                  <a:lnTo>
                    <a:pt x="599" y="5539"/>
                  </a:lnTo>
                  <a:lnTo>
                    <a:pt x="748" y="5389"/>
                  </a:lnTo>
                  <a:lnTo>
                    <a:pt x="1048" y="4042"/>
                  </a:lnTo>
                  <a:lnTo>
                    <a:pt x="1197" y="2695"/>
                  </a:lnTo>
                  <a:lnTo>
                    <a:pt x="1048" y="1348"/>
                  </a:lnTo>
                  <a:lnTo>
                    <a:pt x="1048" y="749"/>
                  </a:lnTo>
                  <a:lnTo>
                    <a:pt x="748" y="150"/>
                  </a:lnTo>
                  <a:lnTo>
                    <a:pt x="599" y="1"/>
                  </a:lnTo>
                  <a:close/>
                </a:path>
              </a:pathLst>
            </a:custGeom>
            <a:solidFill>
              <a:schemeClr val="dk1"/>
            </a:solidFill>
            <a:ln w="0">
              <a:noFill/>
            </a:ln>
          </p:spPr>
          <p:style>
            <a:lnRef idx="0"/>
            <a:fillRef idx="0"/>
            <a:effectRef idx="0"/>
            <a:fontRef idx="minor"/>
          </p:style>
          <p:txBody>
            <a:bodyPr tIns="30240" bIns="302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9" name="Google Shape;2978;p119"/>
            <p:cNvSpPr/>
            <p:nvPr/>
          </p:nvSpPr>
          <p:spPr>
            <a:xfrm>
              <a:off x="6368760" y="2130840"/>
              <a:ext cx="11160" cy="58680"/>
            </a:xfrm>
            <a:custGeom>
              <a:avLst/>
              <a:gdLst>
                <a:gd name="textAreaLeft" fmla="*/ 0 w 11160"/>
                <a:gd name="textAreaRight" fmla="*/ 11520 w 11160"/>
                <a:gd name="textAreaTop" fmla="*/ 0 h 58680"/>
                <a:gd name="textAreaBottom" fmla="*/ 59040 h 58680"/>
              </a:gdLst>
              <a:ahLst/>
              <a:cxnLst/>
              <a:rect l="textAreaLeft" t="textAreaTop" r="textAreaRight" b="textAreaBottom"/>
              <a:pathLst>
                <a:path w="1049" h="5390">
                  <a:moveTo>
                    <a:pt x="450" y="1"/>
                  </a:moveTo>
                  <a:lnTo>
                    <a:pt x="300" y="151"/>
                  </a:lnTo>
                  <a:lnTo>
                    <a:pt x="1" y="1348"/>
                  </a:lnTo>
                  <a:lnTo>
                    <a:pt x="1" y="2695"/>
                  </a:lnTo>
                  <a:lnTo>
                    <a:pt x="150" y="4042"/>
                  </a:lnTo>
                  <a:lnTo>
                    <a:pt x="300" y="5240"/>
                  </a:lnTo>
                  <a:lnTo>
                    <a:pt x="450" y="5389"/>
                  </a:lnTo>
                  <a:lnTo>
                    <a:pt x="599" y="5240"/>
                  </a:lnTo>
                  <a:lnTo>
                    <a:pt x="899" y="4042"/>
                  </a:lnTo>
                  <a:lnTo>
                    <a:pt x="1049" y="2695"/>
                  </a:lnTo>
                  <a:lnTo>
                    <a:pt x="899" y="1348"/>
                  </a:lnTo>
                  <a:lnTo>
                    <a:pt x="749" y="151"/>
                  </a:lnTo>
                  <a:lnTo>
                    <a:pt x="450" y="1"/>
                  </a:lnTo>
                  <a:close/>
                </a:path>
              </a:pathLst>
            </a:custGeom>
            <a:solidFill>
              <a:schemeClr val="dk1"/>
            </a:solidFill>
            <a:ln w="0">
              <a:noFill/>
            </a:ln>
          </p:spPr>
          <p:style>
            <a:lnRef idx="0"/>
            <a:fillRef idx="0"/>
            <a:effectRef idx="0"/>
            <a:fontRef idx="minor"/>
          </p:style>
          <p:txBody>
            <a:bodyPr tIns="29520" bIns="29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0" name="Google Shape;2979;p119"/>
            <p:cNvSpPr/>
            <p:nvPr/>
          </p:nvSpPr>
          <p:spPr>
            <a:xfrm>
              <a:off x="6334560" y="2137320"/>
              <a:ext cx="9360" cy="47160"/>
            </a:xfrm>
            <a:custGeom>
              <a:avLst/>
              <a:gdLst>
                <a:gd name="textAreaLeft" fmla="*/ 0 w 9360"/>
                <a:gd name="textAreaRight" fmla="*/ 9720 w 9360"/>
                <a:gd name="textAreaTop" fmla="*/ 0 h 47160"/>
                <a:gd name="textAreaBottom" fmla="*/ 47520 h 47160"/>
              </a:gdLst>
              <a:ahLst/>
              <a:cxnLst/>
              <a:rect l="textAreaLeft" t="textAreaTop" r="textAreaRight" b="textAreaBottom"/>
              <a:pathLst>
                <a:path w="899" h="4342">
                  <a:moveTo>
                    <a:pt x="450" y="1"/>
                  </a:moveTo>
                  <a:lnTo>
                    <a:pt x="150" y="150"/>
                  </a:lnTo>
                  <a:lnTo>
                    <a:pt x="1" y="599"/>
                  </a:lnTo>
                  <a:lnTo>
                    <a:pt x="1" y="1048"/>
                  </a:lnTo>
                  <a:lnTo>
                    <a:pt x="1" y="2096"/>
                  </a:lnTo>
                  <a:lnTo>
                    <a:pt x="1" y="3144"/>
                  </a:lnTo>
                  <a:lnTo>
                    <a:pt x="300" y="4192"/>
                  </a:lnTo>
                  <a:lnTo>
                    <a:pt x="450" y="4341"/>
                  </a:lnTo>
                  <a:lnTo>
                    <a:pt x="599" y="4192"/>
                  </a:lnTo>
                  <a:lnTo>
                    <a:pt x="899" y="3144"/>
                  </a:lnTo>
                  <a:lnTo>
                    <a:pt x="899" y="2096"/>
                  </a:lnTo>
                  <a:lnTo>
                    <a:pt x="899" y="1048"/>
                  </a:lnTo>
                  <a:lnTo>
                    <a:pt x="749" y="599"/>
                  </a:lnTo>
                  <a:lnTo>
                    <a:pt x="599" y="150"/>
                  </a:lnTo>
                  <a:lnTo>
                    <a:pt x="450" y="1"/>
                  </a:lnTo>
                  <a:close/>
                </a:path>
              </a:pathLst>
            </a:custGeom>
            <a:solidFill>
              <a:schemeClr val="dk1"/>
            </a:solidFill>
            <a:ln w="0">
              <a:noFill/>
            </a:ln>
          </p:spPr>
          <p:style>
            <a:lnRef idx="0"/>
            <a:fillRef idx="0"/>
            <a:effectRef idx="0"/>
            <a:fontRef idx="minor"/>
          </p:style>
          <p:txBody>
            <a:bodyPr tIns="23760" bIns="23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1" name="Google Shape;2980;p119"/>
            <p:cNvSpPr/>
            <p:nvPr/>
          </p:nvSpPr>
          <p:spPr>
            <a:xfrm>
              <a:off x="6298560" y="2145600"/>
              <a:ext cx="9360" cy="33840"/>
            </a:xfrm>
            <a:custGeom>
              <a:avLst/>
              <a:gdLst>
                <a:gd name="textAreaLeft" fmla="*/ 0 w 9360"/>
                <a:gd name="textAreaRight" fmla="*/ 9720 w 9360"/>
                <a:gd name="textAreaTop" fmla="*/ 0 h 33840"/>
                <a:gd name="textAreaBottom" fmla="*/ 34200 h 33840"/>
              </a:gdLst>
              <a:ahLst/>
              <a:cxnLst/>
              <a:rect l="textAreaLeft" t="textAreaTop" r="textAreaRight" b="textAreaBottom"/>
              <a:pathLst>
                <a:path w="899" h="3145">
                  <a:moveTo>
                    <a:pt x="300" y="1"/>
                  </a:moveTo>
                  <a:lnTo>
                    <a:pt x="150" y="151"/>
                  </a:lnTo>
                  <a:lnTo>
                    <a:pt x="1" y="899"/>
                  </a:lnTo>
                  <a:lnTo>
                    <a:pt x="150" y="1647"/>
                  </a:lnTo>
                  <a:lnTo>
                    <a:pt x="300" y="3144"/>
                  </a:lnTo>
                  <a:lnTo>
                    <a:pt x="599" y="3144"/>
                  </a:lnTo>
                  <a:lnTo>
                    <a:pt x="899" y="1647"/>
                  </a:lnTo>
                  <a:lnTo>
                    <a:pt x="899" y="899"/>
                  </a:lnTo>
                  <a:lnTo>
                    <a:pt x="749" y="151"/>
                  </a:lnTo>
                  <a:lnTo>
                    <a:pt x="599" y="1"/>
                  </a:lnTo>
                  <a:close/>
                </a:path>
              </a:pathLst>
            </a:custGeom>
            <a:solidFill>
              <a:schemeClr val="dk1"/>
            </a:solidFill>
            <a:ln w="0">
              <a:noFill/>
            </a:ln>
          </p:spPr>
          <p:style>
            <a:lnRef idx="0"/>
            <a:fillRef idx="0"/>
            <a:effectRef idx="0"/>
            <a:fontRef idx="minor"/>
          </p:style>
          <p:txBody>
            <a:bodyPr tIns="16920" bIns="16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2" name="Google Shape;2981;p119"/>
            <p:cNvSpPr/>
            <p:nvPr/>
          </p:nvSpPr>
          <p:spPr>
            <a:xfrm>
              <a:off x="6264000" y="2148840"/>
              <a:ext cx="9360" cy="29160"/>
            </a:xfrm>
            <a:custGeom>
              <a:avLst/>
              <a:gdLst>
                <a:gd name="textAreaLeft" fmla="*/ 0 w 9360"/>
                <a:gd name="textAreaRight" fmla="*/ 9720 w 9360"/>
                <a:gd name="textAreaTop" fmla="*/ 0 h 29160"/>
                <a:gd name="textAreaBottom" fmla="*/ 29520 h 29160"/>
              </a:gdLst>
              <a:ahLst/>
              <a:cxnLst/>
              <a:rect l="textAreaLeft" t="textAreaTop" r="textAreaRight" b="textAreaBottom"/>
              <a:pathLst>
                <a:path w="899" h="2695">
                  <a:moveTo>
                    <a:pt x="300" y="0"/>
                  </a:moveTo>
                  <a:lnTo>
                    <a:pt x="150" y="150"/>
                  </a:lnTo>
                  <a:lnTo>
                    <a:pt x="0" y="749"/>
                  </a:lnTo>
                  <a:lnTo>
                    <a:pt x="0" y="1347"/>
                  </a:lnTo>
                  <a:lnTo>
                    <a:pt x="0" y="1946"/>
                  </a:lnTo>
                  <a:lnTo>
                    <a:pt x="300" y="2545"/>
                  </a:lnTo>
                  <a:lnTo>
                    <a:pt x="449" y="2695"/>
                  </a:lnTo>
                  <a:lnTo>
                    <a:pt x="599" y="2545"/>
                  </a:lnTo>
                  <a:lnTo>
                    <a:pt x="749" y="1946"/>
                  </a:lnTo>
                  <a:lnTo>
                    <a:pt x="898" y="1347"/>
                  </a:lnTo>
                  <a:lnTo>
                    <a:pt x="749" y="749"/>
                  </a:lnTo>
                  <a:lnTo>
                    <a:pt x="599" y="150"/>
                  </a:lnTo>
                  <a:lnTo>
                    <a:pt x="599" y="0"/>
                  </a:lnTo>
                  <a:close/>
                </a:path>
              </a:pathLst>
            </a:custGeom>
            <a:solidFill>
              <a:schemeClr val="dk1"/>
            </a:solidFill>
            <a:ln w="0">
              <a:noFill/>
            </a:ln>
          </p:spPr>
          <p:style>
            <a:lnRef idx="0"/>
            <a:fillRef idx="0"/>
            <a:effectRef idx="0"/>
            <a:fontRef idx="minor"/>
          </p:style>
          <p:txBody>
            <a:bodyPr tIns="14760" bIns="14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3" name="Google Shape;2982;p119"/>
            <p:cNvSpPr/>
            <p:nvPr/>
          </p:nvSpPr>
          <p:spPr>
            <a:xfrm>
              <a:off x="6228000" y="2142360"/>
              <a:ext cx="9360" cy="29160"/>
            </a:xfrm>
            <a:custGeom>
              <a:avLst/>
              <a:gdLst>
                <a:gd name="textAreaLeft" fmla="*/ 0 w 9360"/>
                <a:gd name="textAreaRight" fmla="*/ 9720 w 9360"/>
                <a:gd name="textAreaTop" fmla="*/ 0 h 29160"/>
                <a:gd name="textAreaBottom" fmla="*/ 29520 h 29160"/>
              </a:gdLst>
              <a:ahLst/>
              <a:cxnLst/>
              <a:rect l="textAreaLeft" t="textAreaTop" r="textAreaRight" b="textAreaBottom"/>
              <a:pathLst>
                <a:path w="899" h="2695">
                  <a:moveTo>
                    <a:pt x="300" y="1"/>
                  </a:moveTo>
                  <a:lnTo>
                    <a:pt x="150" y="300"/>
                  </a:lnTo>
                  <a:lnTo>
                    <a:pt x="0" y="599"/>
                  </a:lnTo>
                  <a:lnTo>
                    <a:pt x="0" y="1348"/>
                  </a:lnTo>
                  <a:lnTo>
                    <a:pt x="300" y="2545"/>
                  </a:lnTo>
                  <a:lnTo>
                    <a:pt x="449" y="2695"/>
                  </a:lnTo>
                  <a:lnTo>
                    <a:pt x="599" y="2545"/>
                  </a:lnTo>
                  <a:lnTo>
                    <a:pt x="749" y="1946"/>
                  </a:lnTo>
                  <a:lnTo>
                    <a:pt x="899" y="1348"/>
                  </a:lnTo>
                  <a:lnTo>
                    <a:pt x="899" y="599"/>
                  </a:lnTo>
                  <a:lnTo>
                    <a:pt x="749" y="300"/>
                  </a:lnTo>
                  <a:lnTo>
                    <a:pt x="599" y="1"/>
                  </a:lnTo>
                  <a:close/>
                </a:path>
              </a:pathLst>
            </a:custGeom>
            <a:solidFill>
              <a:schemeClr val="dk1"/>
            </a:solidFill>
            <a:ln w="0">
              <a:noFill/>
            </a:ln>
          </p:spPr>
          <p:style>
            <a:lnRef idx="0"/>
            <a:fillRef idx="0"/>
            <a:effectRef idx="0"/>
            <a:fontRef idx="minor"/>
          </p:style>
          <p:txBody>
            <a:bodyPr tIns="14760" bIns="14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4" name="Google Shape;2983;p119"/>
            <p:cNvSpPr/>
            <p:nvPr/>
          </p:nvSpPr>
          <p:spPr>
            <a:xfrm>
              <a:off x="6193800" y="2143800"/>
              <a:ext cx="7920" cy="25920"/>
            </a:xfrm>
            <a:custGeom>
              <a:avLst/>
              <a:gdLst>
                <a:gd name="textAreaLeft" fmla="*/ 0 w 7920"/>
                <a:gd name="textAreaRight" fmla="*/ 8280 w 7920"/>
                <a:gd name="textAreaTop" fmla="*/ 0 h 25920"/>
                <a:gd name="textAreaBottom" fmla="*/ 26280 h 25920"/>
              </a:gdLst>
              <a:ahLst/>
              <a:cxnLst/>
              <a:rect l="textAreaLeft" t="textAreaTop" r="textAreaRight" b="textAreaBottom"/>
              <a:pathLst>
                <a:path w="749" h="2396">
                  <a:moveTo>
                    <a:pt x="300" y="0"/>
                  </a:moveTo>
                  <a:lnTo>
                    <a:pt x="150" y="150"/>
                  </a:lnTo>
                  <a:lnTo>
                    <a:pt x="0" y="1198"/>
                  </a:lnTo>
                  <a:lnTo>
                    <a:pt x="150" y="2245"/>
                  </a:lnTo>
                  <a:lnTo>
                    <a:pt x="300" y="2395"/>
                  </a:lnTo>
                  <a:lnTo>
                    <a:pt x="449" y="2395"/>
                  </a:lnTo>
                  <a:lnTo>
                    <a:pt x="599" y="2245"/>
                  </a:lnTo>
                  <a:lnTo>
                    <a:pt x="749" y="1198"/>
                  </a:lnTo>
                  <a:lnTo>
                    <a:pt x="599" y="150"/>
                  </a:lnTo>
                  <a:lnTo>
                    <a:pt x="599" y="0"/>
                  </a:lnTo>
                  <a:close/>
                </a:path>
              </a:pathLst>
            </a:custGeom>
            <a:solidFill>
              <a:schemeClr val="dk1"/>
            </a:solidFill>
            <a:ln w="0">
              <a:noFill/>
            </a:ln>
          </p:spPr>
          <p:style>
            <a:lnRef idx="0"/>
            <a:fillRef idx="0"/>
            <a:effectRef idx="0"/>
            <a:fontRef idx="minor"/>
          </p:style>
          <p:txBody>
            <a:bodyPr tIns="12960" bIns="12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5" name="Google Shape;2984;p119"/>
            <p:cNvSpPr/>
            <p:nvPr/>
          </p:nvSpPr>
          <p:spPr>
            <a:xfrm>
              <a:off x="7158600" y="2273040"/>
              <a:ext cx="127080" cy="7920"/>
            </a:xfrm>
            <a:custGeom>
              <a:avLst/>
              <a:gdLst>
                <a:gd name="textAreaLeft" fmla="*/ 0 w 127080"/>
                <a:gd name="textAreaRight" fmla="*/ 127440 w 127080"/>
                <a:gd name="textAreaTop" fmla="*/ 0 h 7920"/>
                <a:gd name="textAreaBottom" fmla="*/ 8280 h 7920"/>
              </a:gdLst>
              <a:ahLst/>
              <a:cxnLst/>
              <a:rect l="textAreaLeft" t="textAreaTop" r="textAreaRight" b="textAreaBottom"/>
              <a:pathLst>
                <a:path w="11676" h="750">
                  <a:moveTo>
                    <a:pt x="2096" y="1"/>
                  </a:moveTo>
                  <a:lnTo>
                    <a:pt x="898" y="151"/>
                  </a:lnTo>
                  <a:lnTo>
                    <a:pt x="0" y="151"/>
                  </a:lnTo>
                  <a:lnTo>
                    <a:pt x="0" y="300"/>
                  </a:lnTo>
                  <a:lnTo>
                    <a:pt x="0" y="450"/>
                  </a:lnTo>
                  <a:lnTo>
                    <a:pt x="150" y="450"/>
                  </a:lnTo>
                  <a:lnTo>
                    <a:pt x="898" y="600"/>
                  </a:lnTo>
                  <a:lnTo>
                    <a:pt x="2246" y="600"/>
                  </a:lnTo>
                  <a:lnTo>
                    <a:pt x="6886" y="749"/>
                  </a:lnTo>
                  <a:lnTo>
                    <a:pt x="9280" y="600"/>
                  </a:lnTo>
                  <a:lnTo>
                    <a:pt x="11526" y="450"/>
                  </a:lnTo>
                  <a:lnTo>
                    <a:pt x="11675" y="450"/>
                  </a:lnTo>
                  <a:lnTo>
                    <a:pt x="11675" y="300"/>
                  </a:lnTo>
                  <a:lnTo>
                    <a:pt x="11526" y="151"/>
                  </a:lnTo>
                  <a:lnTo>
                    <a:pt x="9280" y="1"/>
                  </a:lnTo>
                  <a:close/>
                </a:path>
              </a:pathLst>
            </a:custGeom>
            <a:solidFill>
              <a:schemeClr val="dk1"/>
            </a:solidFill>
            <a:ln w="0">
              <a:noFill/>
            </a:ln>
          </p:spPr>
          <p:style>
            <a:lnRef idx="0"/>
            <a:fillRef idx="0"/>
            <a:effectRef idx="0"/>
            <a:fontRef idx="minor"/>
          </p:style>
          <p:txBody>
            <a:bodyPr tIns="3960" bIns="3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6" name="Google Shape;2985;p119"/>
            <p:cNvSpPr/>
            <p:nvPr/>
          </p:nvSpPr>
          <p:spPr>
            <a:xfrm>
              <a:off x="7168320" y="2343240"/>
              <a:ext cx="122400" cy="7920"/>
            </a:xfrm>
            <a:custGeom>
              <a:avLst/>
              <a:gdLst>
                <a:gd name="textAreaLeft" fmla="*/ 0 w 122400"/>
                <a:gd name="textAreaRight" fmla="*/ 122760 w 122400"/>
                <a:gd name="textAreaTop" fmla="*/ 0 h 7920"/>
                <a:gd name="textAreaBottom" fmla="*/ 8280 h 7920"/>
              </a:gdLst>
              <a:ahLst/>
              <a:cxnLst/>
              <a:rect l="textAreaLeft" t="textAreaTop" r="textAreaRight" b="textAreaBottom"/>
              <a:pathLst>
                <a:path w="11227" h="749">
                  <a:moveTo>
                    <a:pt x="3742" y="0"/>
                  </a:moveTo>
                  <a:lnTo>
                    <a:pt x="150" y="150"/>
                  </a:lnTo>
                  <a:lnTo>
                    <a:pt x="0" y="299"/>
                  </a:lnTo>
                  <a:lnTo>
                    <a:pt x="0" y="449"/>
                  </a:lnTo>
                  <a:lnTo>
                    <a:pt x="150" y="599"/>
                  </a:lnTo>
                  <a:lnTo>
                    <a:pt x="4491" y="748"/>
                  </a:lnTo>
                  <a:lnTo>
                    <a:pt x="8682" y="748"/>
                  </a:lnTo>
                  <a:lnTo>
                    <a:pt x="10478" y="599"/>
                  </a:lnTo>
                  <a:lnTo>
                    <a:pt x="11077" y="449"/>
                  </a:lnTo>
                  <a:lnTo>
                    <a:pt x="11226" y="299"/>
                  </a:lnTo>
                  <a:lnTo>
                    <a:pt x="11077" y="299"/>
                  </a:lnTo>
                  <a:lnTo>
                    <a:pt x="10628" y="150"/>
                  </a:lnTo>
                  <a:lnTo>
                    <a:pt x="8083" y="0"/>
                  </a:lnTo>
                  <a:close/>
                </a:path>
              </a:pathLst>
            </a:custGeom>
            <a:solidFill>
              <a:schemeClr val="dk1"/>
            </a:solidFill>
            <a:ln w="0">
              <a:noFill/>
            </a:ln>
          </p:spPr>
          <p:style>
            <a:lnRef idx="0"/>
            <a:fillRef idx="0"/>
            <a:effectRef idx="0"/>
            <a:fontRef idx="minor"/>
          </p:style>
          <p:txBody>
            <a:bodyPr tIns="3960" bIns="3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7" name="Google Shape;2986;p119"/>
            <p:cNvSpPr/>
            <p:nvPr/>
          </p:nvSpPr>
          <p:spPr>
            <a:xfrm>
              <a:off x="7166880" y="2377800"/>
              <a:ext cx="119160" cy="11160"/>
            </a:xfrm>
            <a:custGeom>
              <a:avLst/>
              <a:gdLst>
                <a:gd name="textAreaLeft" fmla="*/ 0 w 119160"/>
                <a:gd name="textAreaRight" fmla="*/ 119520 w 119160"/>
                <a:gd name="textAreaTop" fmla="*/ 0 h 11160"/>
                <a:gd name="textAreaBottom" fmla="*/ 11520 h 11160"/>
              </a:gdLst>
              <a:ahLst/>
              <a:cxnLst/>
              <a:rect l="textAreaLeft" t="textAreaTop" r="textAreaRight" b="textAreaBottom"/>
              <a:pathLst>
                <a:path w="10928" h="1049">
                  <a:moveTo>
                    <a:pt x="1947" y="0"/>
                  </a:moveTo>
                  <a:lnTo>
                    <a:pt x="1" y="300"/>
                  </a:lnTo>
                  <a:lnTo>
                    <a:pt x="1" y="449"/>
                  </a:lnTo>
                  <a:lnTo>
                    <a:pt x="2246" y="898"/>
                  </a:lnTo>
                  <a:lnTo>
                    <a:pt x="4491" y="1048"/>
                  </a:lnTo>
                  <a:lnTo>
                    <a:pt x="6886" y="898"/>
                  </a:lnTo>
                  <a:lnTo>
                    <a:pt x="9131" y="749"/>
                  </a:lnTo>
                  <a:lnTo>
                    <a:pt x="10029" y="749"/>
                  </a:lnTo>
                  <a:lnTo>
                    <a:pt x="10179" y="599"/>
                  </a:lnTo>
                  <a:lnTo>
                    <a:pt x="10927" y="599"/>
                  </a:lnTo>
                  <a:lnTo>
                    <a:pt x="10927" y="449"/>
                  </a:lnTo>
                  <a:lnTo>
                    <a:pt x="10778" y="300"/>
                  </a:lnTo>
                  <a:lnTo>
                    <a:pt x="10329" y="300"/>
                  </a:lnTo>
                  <a:lnTo>
                    <a:pt x="9281" y="150"/>
                  </a:lnTo>
                  <a:lnTo>
                    <a:pt x="8083" y="0"/>
                  </a:lnTo>
                  <a:close/>
                </a:path>
              </a:pathLst>
            </a:custGeom>
            <a:solidFill>
              <a:schemeClr val="dk1"/>
            </a:solidFill>
            <a:ln w="0">
              <a:noFill/>
            </a:ln>
          </p:spPr>
          <p:style>
            <a:lnRef idx="0"/>
            <a:fillRef idx="0"/>
            <a:effectRef idx="0"/>
            <a:fontRef idx="minor"/>
          </p:style>
          <p:txBody>
            <a:bodyPr tIns="5760" bIns="5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8" name="Google Shape;2987;p119"/>
            <p:cNvSpPr/>
            <p:nvPr/>
          </p:nvSpPr>
          <p:spPr>
            <a:xfrm>
              <a:off x="7170120" y="2413800"/>
              <a:ext cx="114120" cy="7920"/>
            </a:xfrm>
            <a:custGeom>
              <a:avLst/>
              <a:gdLst>
                <a:gd name="textAreaLeft" fmla="*/ 0 w 114120"/>
                <a:gd name="textAreaRight" fmla="*/ 114480 w 114120"/>
                <a:gd name="textAreaTop" fmla="*/ 0 h 7920"/>
                <a:gd name="textAreaBottom" fmla="*/ 8280 h 7920"/>
              </a:gdLst>
              <a:ahLst/>
              <a:cxnLst/>
              <a:rect l="textAreaLeft" t="textAreaTop" r="textAreaRight" b="textAreaBottom"/>
              <a:pathLst>
                <a:path w="10478" h="749">
                  <a:moveTo>
                    <a:pt x="1198" y="0"/>
                  </a:moveTo>
                  <a:lnTo>
                    <a:pt x="0" y="300"/>
                  </a:lnTo>
                  <a:lnTo>
                    <a:pt x="0" y="449"/>
                  </a:lnTo>
                  <a:lnTo>
                    <a:pt x="1198" y="749"/>
                  </a:lnTo>
                  <a:lnTo>
                    <a:pt x="7185" y="749"/>
                  </a:lnTo>
                  <a:lnTo>
                    <a:pt x="9430" y="599"/>
                  </a:lnTo>
                  <a:lnTo>
                    <a:pt x="10178" y="599"/>
                  </a:lnTo>
                  <a:lnTo>
                    <a:pt x="10328" y="449"/>
                  </a:lnTo>
                  <a:lnTo>
                    <a:pt x="10478" y="449"/>
                  </a:lnTo>
                  <a:lnTo>
                    <a:pt x="10328" y="150"/>
                  </a:lnTo>
                  <a:lnTo>
                    <a:pt x="9580" y="150"/>
                  </a:lnTo>
                  <a:lnTo>
                    <a:pt x="7185" y="0"/>
                  </a:lnTo>
                  <a:close/>
                </a:path>
              </a:pathLst>
            </a:custGeom>
            <a:solidFill>
              <a:schemeClr val="dk1"/>
            </a:solidFill>
            <a:ln w="0">
              <a:noFill/>
            </a:ln>
          </p:spPr>
          <p:style>
            <a:lnRef idx="0"/>
            <a:fillRef idx="0"/>
            <a:effectRef idx="0"/>
            <a:fontRef idx="minor"/>
          </p:style>
          <p:txBody>
            <a:bodyPr tIns="3960" bIns="3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9" name="Google Shape;2988;p119"/>
            <p:cNvSpPr/>
            <p:nvPr/>
          </p:nvSpPr>
          <p:spPr>
            <a:xfrm>
              <a:off x="7170120" y="2446560"/>
              <a:ext cx="107640" cy="12600"/>
            </a:xfrm>
            <a:custGeom>
              <a:avLst/>
              <a:gdLst>
                <a:gd name="textAreaLeft" fmla="*/ 0 w 107640"/>
                <a:gd name="textAreaRight" fmla="*/ 108000 w 107640"/>
                <a:gd name="textAreaTop" fmla="*/ 0 h 12600"/>
                <a:gd name="textAreaBottom" fmla="*/ 12960 h 12600"/>
              </a:gdLst>
              <a:ahLst/>
              <a:cxnLst/>
              <a:rect l="textAreaLeft" t="textAreaTop" r="textAreaRight" b="textAreaBottom"/>
              <a:pathLst>
                <a:path w="9879" h="1199">
                  <a:moveTo>
                    <a:pt x="4640" y="1"/>
                  </a:moveTo>
                  <a:lnTo>
                    <a:pt x="2245" y="151"/>
                  </a:lnTo>
                  <a:lnTo>
                    <a:pt x="1198" y="300"/>
                  </a:lnTo>
                  <a:lnTo>
                    <a:pt x="150" y="450"/>
                  </a:lnTo>
                  <a:lnTo>
                    <a:pt x="0" y="600"/>
                  </a:lnTo>
                  <a:lnTo>
                    <a:pt x="150" y="749"/>
                  </a:lnTo>
                  <a:lnTo>
                    <a:pt x="898" y="899"/>
                  </a:lnTo>
                  <a:lnTo>
                    <a:pt x="2395" y="1198"/>
                  </a:lnTo>
                  <a:lnTo>
                    <a:pt x="4341" y="1198"/>
                  </a:lnTo>
                  <a:lnTo>
                    <a:pt x="6287" y="1049"/>
                  </a:lnTo>
                  <a:lnTo>
                    <a:pt x="7933" y="899"/>
                  </a:lnTo>
                  <a:lnTo>
                    <a:pt x="8981" y="899"/>
                  </a:lnTo>
                  <a:lnTo>
                    <a:pt x="9729" y="749"/>
                  </a:lnTo>
                  <a:lnTo>
                    <a:pt x="9879" y="600"/>
                  </a:lnTo>
                  <a:lnTo>
                    <a:pt x="9729" y="600"/>
                  </a:lnTo>
                  <a:lnTo>
                    <a:pt x="9131" y="450"/>
                  </a:lnTo>
                  <a:lnTo>
                    <a:pt x="6885" y="300"/>
                  </a:lnTo>
                  <a:lnTo>
                    <a:pt x="4640" y="1"/>
                  </a:lnTo>
                  <a:close/>
                </a:path>
              </a:pathLst>
            </a:custGeom>
            <a:solidFill>
              <a:schemeClr val="dk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0" name="Google Shape;2989;p119"/>
            <p:cNvSpPr/>
            <p:nvPr/>
          </p:nvSpPr>
          <p:spPr>
            <a:xfrm>
              <a:off x="7166880" y="2484000"/>
              <a:ext cx="105840" cy="7920"/>
            </a:xfrm>
            <a:custGeom>
              <a:avLst/>
              <a:gdLst>
                <a:gd name="textAreaLeft" fmla="*/ 0 w 105840"/>
                <a:gd name="textAreaRight" fmla="*/ 106200 w 105840"/>
                <a:gd name="textAreaTop" fmla="*/ 0 h 7920"/>
                <a:gd name="textAreaBottom" fmla="*/ 8280 h 7920"/>
              </a:gdLst>
              <a:ahLst/>
              <a:cxnLst/>
              <a:rect l="textAreaLeft" t="textAreaTop" r="textAreaRight" b="textAreaBottom"/>
              <a:pathLst>
                <a:path w="9730" h="749">
                  <a:moveTo>
                    <a:pt x="1198" y="0"/>
                  </a:moveTo>
                  <a:lnTo>
                    <a:pt x="150" y="300"/>
                  </a:lnTo>
                  <a:lnTo>
                    <a:pt x="1" y="449"/>
                  </a:lnTo>
                  <a:lnTo>
                    <a:pt x="150" y="599"/>
                  </a:lnTo>
                  <a:lnTo>
                    <a:pt x="1198" y="749"/>
                  </a:lnTo>
                  <a:lnTo>
                    <a:pt x="4491" y="749"/>
                  </a:lnTo>
                  <a:lnTo>
                    <a:pt x="8832" y="599"/>
                  </a:lnTo>
                  <a:lnTo>
                    <a:pt x="9580" y="599"/>
                  </a:lnTo>
                  <a:lnTo>
                    <a:pt x="9730" y="449"/>
                  </a:lnTo>
                  <a:lnTo>
                    <a:pt x="9730" y="300"/>
                  </a:lnTo>
                  <a:lnTo>
                    <a:pt x="9580" y="150"/>
                  </a:lnTo>
                  <a:lnTo>
                    <a:pt x="8982" y="150"/>
                  </a:lnTo>
                  <a:lnTo>
                    <a:pt x="6736" y="0"/>
                  </a:lnTo>
                  <a:close/>
                </a:path>
              </a:pathLst>
            </a:custGeom>
            <a:solidFill>
              <a:schemeClr val="dk1"/>
            </a:solidFill>
            <a:ln w="0">
              <a:noFill/>
            </a:ln>
          </p:spPr>
          <p:style>
            <a:lnRef idx="0"/>
            <a:fillRef idx="0"/>
            <a:effectRef idx="0"/>
            <a:fontRef idx="minor"/>
          </p:style>
          <p:txBody>
            <a:bodyPr tIns="3960" bIns="3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1" name="Google Shape;2990;p119"/>
            <p:cNvSpPr/>
            <p:nvPr/>
          </p:nvSpPr>
          <p:spPr>
            <a:xfrm>
              <a:off x="7165080" y="2518200"/>
              <a:ext cx="102600" cy="9360"/>
            </a:xfrm>
            <a:custGeom>
              <a:avLst/>
              <a:gdLst>
                <a:gd name="textAreaLeft" fmla="*/ 0 w 102600"/>
                <a:gd name="textAreaRight" fmla="*/ 102960 w 102600"/>
                <a:gd name="textAreaTop" fmla="*/ 0 h 9360"/>
                <a:gd name="textAreaBottom" fmla="*/ 9720 h 9360"/>
              </a:gdLst>
              <a:ahLst/>
              <a:cxnLst/>
              <a:rect l="textAreaLeft" t="textAreaTop" r="textAreaRight" b="textAreaBottom"/>
              <a:pathLst>
                <a:path w="9430" h="899">
                  <a:moveTo>
                    <a:pt x="4490" y="1"/>
                  </a:moveTo>
                  <a:lnTo>
                    <a:pt x="299" y="300"/>
                  </a:lnTo>
                  <a:lnTo>
                    <a:pt x="0" y="300"/>
                  </a:lnTo>
                  <a:lnTo>
                    <a:pt x="0" y="599"/>
                  </a:lnTo>
                  <a:lnTo>
                    <a:pt x="299" y="749"/>
                  </a:lnTo>
                  <a:lnTo>
                    <a:pt x="4490" y="899"/>
                  </a:lnTo>
                  <a:lnTo>
                    <a:pt x="6586" y="899"/>
                  </a:lnTo>
                  <a:lnTo>
                    <a:pt x="8681" y="599"/>
                  </a:lnTo>
                  <a:lnTo>
                    <a:pt x="9280" y="599"/>
                  </a:lnTo>
                  <a:lnTo>
                    <a:pt x="9430" y="450"/>
                  </a:lnTo>
                  <a:lnTo>
                    <a:pt x="9280" y="300"/>
                  </a:lnTo>
                  <a:lnTo>
                    <a:pt x="8681" y="150"/>
                  </a:lnTo>
                  <a:lnTo>
                    <a:pt x="6586" y="1"/>
                  </a:lnTo>
                  <a:close/>
                </a:path>
              </a:pathLst>
            </a:custGeom>
            <a:solidFill>
              <a:schemeClr val="dk1"/>
            </a:solidFill>
            <a:ln w="0">
              <a:noFill/>
            </a:ln>
          </p:spPr>
          <p:style>
            <a:lnRef idx="0"/>
            <a:fillRef idx="0"/>
            <a:effectRef idx="0"/>
            <a:fontRef idx="minor"/>
          </p:style>
          <p:txBody>
            <a:bodyPr tIns="4680" bIns="4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2" name="Google Shape;2991;p119"/>
            <p:cNvSpPr/>
            <p:nvPr/>
          </p:nvSpPr>
          <p:spPr>
            <a:xfrm>
              <a:off x="7161840" y="2554200"/>
              <a:ext cx="102600" cy="11160"/>
            </a:xfrm>
            <a:custGeom>
              <a:avLst/>
              <a:gdLst>
                <a:gd name="textAreaLeft" fmla="*/ 0 w 102600"/>
                <a:gd name="textAreaRight" fmla="*/ 102960 w 102600"/>
                <a:gd name="textAreaTop" fmla="*/ 0 h 11160"/>
                <a:gd name="textAreaBottom" fmla="*/ 11520 h 11160"/>
              </a:gdLst>
              <a:ahLst/>
              <a:cxnLst/>
              <a:rect l="textAreaLeft" t="textAreaTop" r="textAreaRight" b="textAreaBottom"/>
              <a:pathLst>
                <a:path w="9431" h="1049">
                  <a:moveTo>
                    <a:pt x="3593" y="1"/>
                  </a:moveTo>
                  <a:lnTo>
                    <a:pt x="1947" y="150"/>
                  </a:lnTo>
                  <a:lnTo>
                    <a:pt x="150" y="150"/>
                  </a:lnTo>
                  <a:lnTo>
                    <a:pt x="1" y="300"/>
                  </a:lnTo>
                  <a:lnTo>
                    <a:pt x="1" y="450"/>
                  </a:lnTo>
                  <a:lnTo>
                    <a:pt x="1" y="599"/>
                  </a:lnTo>
                  <a:lnTo>
                    <a:pt x="150" y="599"/>
                  </a:lnTo>
                  <a:lnTo>
                    <a:pt x="2695" y="749"/>
                  </a:lnTo>
                  <a:lnTo>
                    <a:pt x="5090" y="899"/>
                  </a:lnTo>
                  <a:lnTo>
                    <a:pt x="6736" y="1048"/>
                  </a:lnTo>
                  <a:lnTo>
                    <a:pt x="8383" y="899"/>
                  </a:lnTo>
                  <a:lnTo>
                    <a:pt x="9131" y="749"/>
                  </a:lnTo>
                  <a:lnTo>
                    <a:pt x="9431" y="749"/>
                  </a:lnTo>
                  <a:lnTo>
                    <a:pt x="9431" y="599"/>
                  </a:lnTo>
                  <a:lnTo>
                    <a:pt x="9431" y="450"/>
                  </a:lnTo>
                  <a:lnTo>
                    <a:pt x="9281" y="300"/>
                  </a:lnTo>
                  <a:lnTo>
                    <a:pt x="8532" y="150"/>
                  </a:lnTo>
                  <a:lnTo>
                    <a:pt x="7185" y="150"/>
                  </a:lnTo>
                  <a:lnTo>
                    <a:pt x="5988" y="1"/>
                  </a:lnTo>
                  <a:close/>
                </a:path>
              </a:pathLst>
            </a:custGeom>
            <a:solidFill>
              <a:schemeClr val="dk1"/>
            </a:solidFill>
            <a:ln w="0">
              <a:noFill/>
            </a:ln>
          </p:spPr>
          <p:style>
            <a:lnRef idx="0"/>
            <a:fillRef idx="0"/>
            <a:effectRef idx="0"/>
            <a:fontRef idx="minor"/>
          </p:style>
          <p:txBody>
            <a:bodyPr tIns="5760" bIns="5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3" name="Google Shape;2992;p119"/>
            <p:cNvSpPr/>
            <p:nvPr/>
          </p:nvSpPr>
          <p:spPr>
            <a:xfrm>
              <a:off x="7168320" y="2590200"/>
              <a:ext cx="89640" cy="9360"/>
            </a:xfrm>
            <a:custGeom>
              <a:avLst/>
              <a:gdLst>
                <a:gd name="textAreaLeft" fmla="*/ 0 w 89640"/>
                <a:gd name="textAreaRight" fmla="*/ 90000 w 89640"/>
                <a:gd name="textAreaTop" fmla="*/ 0 h 9360"/>
                <a:gd name="textAreaBottom" fmla="*/ 9720 h 9360"/>
              </a:gdLst>
              <a:ahLst/>
              <a:cxnLst/>
              <a:rect l="textAreaLeft" t="textAreaTop" r="textAreaRight" b="textAreaBottom"/>
              <a:pathLst>
                <a:path w="8233" h="899">
                  <a:moveTo>
                    <a:pt x="2096" y="1"/>
                  </a:moveTo>
                  <a:lnTo>
                    <a:pt x="150" y="150"/>
                  </a:lnTo>
                  <a:lnTo>
                    <a:pt x="0" y="150"/>
                  </a:lnTo>
                  <a:lnTo>
                    <a:pt x="0" y="300"/>
                  </a:lnTo>
                  <a:lnTo>
                    <a:pt x="0" y="599"/>
                  </a:lnTo>
                  <a:lnTo>
                    <a:pt x="150" y="599"/>
                  </a:lnTo>
                  <a:lnTo>
                    <a:pt x="2096" y="749"/>
                  </a:lnTo>
                  <a:lnTo>
                    <a:pt x="3892" y="899"/>
                  </a:lnTo>
                  <a:lnTo>
                    <a:pt x="7484" y="599"/>
                  </a:lnTo>
                  <a:lnTo>
                    <a:pt x="8083" y="599"/>
                  </a:lnTo>
                  <a:lnTo>
                    <a:pt x="8233" y="450"/>
                  </a:lnTo>
                  <a:lnTo>
                    <a:pt x="8083" y="300"/>
                  </a:lnTo>
                  <a:lnTo>
                    <a:pt x="7484" y="300"/>
                  </a:lnTo>
                  <a:lnTo>
                    <a:pt x="3892" y="1"/>
                  </a:lnTo>
                  <a:close/>
                </a:path>
              </a:pathLst>
            </a:custGeom>
            <a:solidFill>
              <a:schemeClr val="dk1"/>
            </a:solidFill>
            <a:ln w="0">
              <a:noFill/>
            </a:ln>
          </p:spPr>
          <p:style>
            <a:lnRef idx="0"/>
            <a:fillRef idx="0"/>
            <a:effectRef idx="0"/>
            <a:fontRef idx="minor"/>
          </p:style>
          <p:txBody>
            <a:bodyPr tIns="4680" bIns="4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4" name="Google Shape;2993;p119"/>
            <p:cNvSpPr/>
            <p:nvPr/>
          </p:nvSpPr>
          <p:spPr>
            <a:xfrm>
              <a:off x="7145640" y="2622960"/>
              <a:ext cx="105840" cy="12600"/>
            </a:xfrm>
            <a:custGeom>
              <a:avLst/>
              <a:gdLst>
                <a:gd name="textAreaLeft" fmla="*/ 0 w 105840"/>
                <a:gd name="textAreaRight" fmla="*/ 106200 w 105840"/>
                <a:gd name="textAreaTop" fmla="*/ 0 h 12600"/>
                <a:gd name="textAreaBottom" fmla="*/ 12960 h 12600"/>
              </a:gdLst>
              <a:ahLst/>
              <a:cxnLst/>
              <a:rect l="textAreaLeft" t="textAreaTop" r="textAreaRight" b="textAreaBottom"/>
              <a:pathLst>
                <a:path w="9731" h="1198">
                  <a:moveTo>
                    <a:pt x="3743" y="0"/>
                  </a:moveTo>
                  <a:lnTo>
                    <a:pt x="1947" y="150"/>
                  </a:lnTo>
                  <a:lnTo>
                    <a:pt x="151" y="449"/>
                  </a:lnTo>
                  <a:lnTo>
                    <a:pt x="1" y="449"/>
                  </a:lnTo>
                  <a:lnTo>
                    <a:pt x="1" y="599"/>
                  </a:lnTo>
                  <a:lnTo>
                    <a:pt x="151" y="898"/>
                  </a:lnTo>
                  <a:lnTo>
                    <a:pt x="2246" y="1048"/>
                  </a:lnTo>
                  <a:lnTo>
                    <a:pt x="4641" y="1198"/>
                  </a:lnTo>
                  <a:lnTo>
                    <a:pt x="6886" y="1048"/>
                  </a:lnTo>
                  <a:lnTo>
                    <a:pt x="9131" y="898"/>
                  </a:lnTo>
                  <a:lnTo>
                    <a:pt x="9580" y="749"/>
                  </a:lnTo>
                  <a:lnTo>
                    <a:pt x="9730" y="599"/>
                  </a:lnTo>
                  <a:lnTo>
                    <a:pt x="9580" y="449"/>
                  </a:lnTo>
                  <a:lnTo>
                    <a:pt x="9131" y="299"/>
                  </a:lnTo>
                  <a:lnTo>
                    <a:pt x="7635" y="150"/>
                  </a:lnTo>
                  <a:lnTo>
                    <a:pt x="5689" y="0"/>
                  </a:lnTo>
                  <a:close/>
                </a:path>
              </a:pathLst>
            </a:custGeom>
            <a:solidFill>
              <a:schemeClr val="dk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5" name="Google Shape;2994;p119"/>
            <p:cNvSpPr/>
            <p:nvPr/>
          </p:nvSpPr>
          <p:spPr>
            <a:xfrm>
              <a:off x="7161840" y="2658960"/>
              <a:ext cx="86400" cy="11160"/>
            </a:xfrm>
            <a:custGeom>
              <a:avLst/>
              <a:gdLst>
                <a:gd name="textAreaLeft" fmla="*/ 0 w 86400"/>
                <a:gd name="textAreaRight" fmla="*/ 86760 w 86400"/>
                <a:gd name="textAreaTop" fmla="*/ 0 h 11160"/>
                <a:gd name="textAreaBottom" fmla="*/ 11520 h 11160"/>
              </a:gdLst>
              <a:ahLst/>
              <a:cxnLst/>
              <a:rect l="textAreaLeft" t="textAreaTop" r="textAreaRight" b="textAreaBottom"/>
              <a:pathLst>
                <a:path w="7934" h="1048">
                  <a:moveTo>
                    <a:pt x="3743" y="0"/>
                  </a:moveTo>
                  <a:lnTo>
                    <a:pt x="1947" y="150"/>
                  </a:lnTo>
                  <a:lnTo>
                    <a:pt x="300" y="299"/>
                  </a:lnTo>
                  <a:lnTo>
                    <a:pt x="150" y="299"/>
                  </a:lnTo>
                  <a:lnTo>
                    <a:pt x="1" y="449"/>
                  </a:lnTo>
                  <a:lnTo>
                    <a:pt x="150" y="599"/>
                  </a:lnTo>
                  <a:lnTo>
                    <a:pt x="300" y="748"/>
                  </a:lnTo>
                  <a:lnTo>
                    <a:pt x="3743" y="1048"/>
                  </a:lnTo>
                  <a:lnTo>
                    <a:pt x="5389" y="1048"/>
                  </a:lnTo>
                  <a:lnTo>
                    <a:pt x="7185" y="748"/>
                  </a:lnTo>
                  <a:lnTo>
                    <a:pt x="7784" y="748"/>
                  </a:lnTo>
                  <a:lnTo>
                    <a:pt x="7934" y="599"/>
                  </a:lnTo>
                  <a:lnTo>
                    <a:pt x="7784" y="449"/>
                  </a:lnTo>
                  <a:lnTo>
                    <a:pt x="7185" y="299"/>
                  </a:lnTo>
                  <a:lnTo>
                    <a:pt x="5539" y="150"/>
                  </a:lnTo>
                  <a:lnTo>
                    <a:pt x="3743" y="0"/>
                  </a:lnTo>
                  <a:close/>
                </a:path>
              </a:pathLst>
            </a:custGeom>
            <a:solidFill>
              <a:schemeClr val="dk1"/>
            </a:solidFill>
            <a:ln w="0">
              <a:noFill/>
            </a:ln>
          </p:spPr>
          <p:style>
            <a:lnRef idx="0"/>
            <a:fillRef idx="0"/>
            <a:effectRef idx="0"/>
            <a:fontRef idx="minor"/>
          </p:style>
          <p:txBody>
            <a:bodyPr tIns="5760" bIns="5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6" name="Google Shape;2995;p119"/>
            <p:cNvSpPr/>
            <p:nvPr/>
          </p:nvSpPr>
          <p:spPr>
            <a:xfrm>
              <a:off x="7166880" y="2729160"/>
              <a:ext cx="71640" cy="11160"/>
            </a:xfrm>
            <a:custGeom>
              <a:avLst/>
              <a:gdLst>
                <a:gd name="textAreaLeft" fmla="*/ 0 w 71640"/>
                <a:gd name="textAreaRight" fmla="*/ 72000 w 71640"/>
                <a:gd name="textAreaTop" fmla="*/ 0 h 11160"/>
                <a:gd name="textAreaBottom" fmla="*/ 11520 h 11160"/>
              </a:gdLst>
              <a:ahLst/>
              <a:cxnLst/>
              <a:rect l="textAreaLeft" t="textAreaTop" r="textAreaRight" b="textAreaBottom"/>
              <a:pathLst>
                <a:path w="6587" h="1048">
                  <a:moveTo>
                    <a:pt x="2994" y="0"/>
                  </a:moveTo>
                  <a:lnTo>
                    <a:pt x="1498" y="150"/>
                  </a:lnTo>
                  <a:lnTo>
                    <a:pt x="150" y="300"/>
                  </a:lnTo>
                  <a:lnTo>
                    <a:pt x="1" y="449"/>
                  </a:lnTo>
                  <a:lnTo>
                    <a:pt x="1" y="599"/>
                  </a:lnTo>
                  <a:lnTo>
                    <a:pt x="1" y="749"/>
                  </a:lnTo>
                  <a:lnTo>
                    <a:pt x="150" y="749"/>
                  </a:lnTo>
                  <a:lnTo>
                    <a:pt x="749" y="898"/>
                  </a:lnTo>
                  <a:lnTo>
                    <a:pt x="2096" y="1048"/>
                  </a:lnTo>
                  <a:lnTo>
                    <a:pt x="3294" y="1048"/>
                  </a:lnTo>
                  <a:lnTo>
                    <a:pt x="5838" y="749"/>
                  </a:lnTo>
                  <a:lnTo>
                    <a:pt x="6437" y="599"/>
                  </a:lnTo>
                  <a:lnTo>
                    <a:pt x="6587" y="599"/>
                  </a:lnTo>
                  <a:lnTo>
                    <a:pt x="6587" y="449"/>
                  </a:lnTo>
                  <a:lnTo>
                    <a:pt x="6587" y="300"/>
                  </a:lnTo>
                  <a:lnTo>
                    <a:pt x="6437" y="300"/>
                  </a:lnTo>
                  <a:lnTo>
                    <a:pt x="5838" y="150"/>
                  </a:lnTo>
                  <a:lnTo>
                    <a:pt x="4491" y="0"/>
                  </a:lnTo>
                  <a:close/>
                </a:path>
              </a:pathLst>
            </a:custGeom>
            <a:solidFill>
              <a:schemeClr val="dk1"/>
            </a:solidFill>
            <a:ln w="0">
              <a:noFill/>
            </a:ln>
          </p:spPr>
          <p:style>
            <a:lnRef idx="0"/>
            <a:fillRef idx="0"/>
            <a:effectRef idx="0"/>
            <a:fontRef idx="minor"/>
          </p:style>
          <p:txBody>
            <a:bodyPr tIns="5760" bIns="5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7" name="Google Shape;2996;p119"/>
            <p:cNvSpPr/>
            <p:nvPr/>
          </p:nvSpPr>
          <p:spPr>
            <a:xfrm>
              <a:off x="7168320" y="2694960"/>
              <a:ext cx="74880" cy="9360"/>
            </a:xfrm>
            <a:custGeom>
              <a:avLst/>
              <a:gdLst>
                <a:gd name="textAreaLeft" fmla="*/ 0 w 74880"/>
                <a:gd name="textAreaRight" fmla="*/ 75240 w 74880"/>
                <a:gd name="textAreaTop" fmla="*/ 0 h 9360"/>
                <a:gd name="textAreaBottom" fmla="*/ 9720 h 9360"/>
              </a:gdLst>
              <a:ahLst/>
              <a:cxnLst/>
              <a:rect l="textAreaLeft" t="textAreaTop" r="textAreaRight" b="textAreaBottom"/>
              <a:pathLst>
                <a:path w="6886" h="900">
                  <a:moveTo>
                    <a:pt x="1647" y="1"/>
                  </a:moveTo>
                  <a:lnTo>
                    <a:pt x="150" y="151"/>
                  </a:lnTo>
                  <a:lnTo>
                    <a:pt x="0" y="300"/>
                  </a:lnTo>
                  <a:lnTo>
                    <a:pt x="0" y="450"/>
                  </a:lnTo>
                  <a:lnTo>
                    <a:pt x="0" y="600"/>
                  </a:lnTo>
                  <a:lnTo>
                    <a:pt x="150" y="749"/>
                  </a:lnTo>
                  <a:lnTo>
                    <a:pt x="1647" y="899"/>
                  </a:lnTo>
                  <a:lnTo>
                    <a:pt x="3144" y="899"/>
                  </a:lnTo>
                  <a:lnTo>
                    <a:pt x="6137" y="749"/>
                  </a:lnTo>
                  <a:lnTo>
                    <a:pt x="6736" y="600"/>
                  </a:lnTo>
                  <a:lnTo>
                    <a:pt x="6886" y="600"/>
                  </a:lnTo>
                  <a:lnTo>
                    <a:pt x="6886" y="450"/>
                  </a:lnTo>
                  <a:lnTo>
                    <a:pt x="6886" y="300"/>
                  </a:lnTo>
                  <a:lnTo>
                    <a:pt x="6736" y="300"/>
                  </a:lnTo>
                  <a:lnTo>
                    <a:pt x="6137" y="151"/>
                  </a:lnTo>
                  <a:lnTo>
                    <a:pt x="3144" y="1"/>
                  </a:lnTo>
                  <a:close/>
                </a:path>
              </a:pathLst>
            </a:custGeom>
            <a:solidFill>
              <a:schemeClr val="dk1"/>
            </a:solidFill>
            <a:ln w="0">
              <a:noFill/>
            </a:ln>
          </p:spPr>
          <p:style>
            <a:lnRef idx="0"/>
            <a:fillRef idx="0"/>
            <a:effectRef idx="0"/>
            <a:fontRef idx="minor"/>
          </p:style>
          <p:txBody>
            <a:bodyPr tIns="4680" bIns="4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8" name="Google Shape;2997;p119"/>
            <p:cNvSpPr/>
            <p:nvPr/>
          </p:nvSpPr>
          <p:spPr>
            <a:xfrm>
              <a:off x="7168320" y="2765160"/>
              <a:ext cx="65160" cy="9360"/>
            </a:xfrm>
            <a:custGeom>
              <a:avLst/>
              <a:gdLst>
                <a:gd name="textAreaLeft" fmla="*/ 0 w 65160"/>
                <a:gd name="textAreaRight" fmla="*/ 65520 w 65160"/>
                <a:gd name="textAreaTop" fmla="*/ 0 h 9360"/>
                <a:gd name="textAreaBottom" fmla="*/ 9720 h 9360"/>
              </a:gdLst>
              <a:ahLst/>
              <a:cxnLst/>
              <a:rect l="textAreaLeft" t="textAreaTop" r="textAreaRight" b="textAreaBottom"/>
              <a:pathLst>
                <a:path w="5988" h="899">
                  <a:moveTo>
                    <a:pt x="1497" y="0"/>
                  </a:moveTo>
                  <a:lnTo>
                    <a:pt x="150" y="300"/>
                  </a:lnTo>
                  <a:lnTo>
                    <a:pt x="0" y="449"/>
                  </a:lnTo>
                  <a:lnTo>
                    <a:pt x="150" y="599"/>
                  </a:lnTo>
                  <a:lnTo>
                    <a:pt x="150" y="749"/>
                  </a:lnTo>
                  <a:lnTo>
                    <a:pt x="1497" y="898"/>
                  </a:lnTo>
                  <a:lnTo>
                    <a:pt x="3892" y="898"/>
                  </a:lnTo>
                  <a:lnTo>
                    <a:pt x="5239" y="749"/>
                  </a:lnTo>
                  <a:lnTo>
                    <a:pt x="5988" y="599"/>
                  </a:lnTo>
                  <a:lnTo>
                    <a:pt x="5988" y="449"/>
                  </a:lnTo>
                  <a:lnTo>
                    <a:pt x="5988" y="300"/>
                  </a:lnTo>
                  <a:lnTo>
                    <a:pt x="5239" y="150"/>
                  </a:lnTo>
                  <a:lnTo>
                    <a:pt x="4042" y="0"/>
                  </a:lnTo>
                  <a:close/>
                </a:path>
              </a:pathLst>
            </a:custGeom>
            <a:solidFill>
              <a:schemeClr val="dk1"/>
            </a:solidFill>
            <a:ln w="0">
              <a:noFill/>
            </a:ln>
          </p:spPr>
          <p:style>
            <a:lnRef idx="0"/>
            <a:fillRef idx="0"/>
            <a:effectRef idx="0"/>
            <a:fontRef idx="minor"/>
          </p:style>
          <p:txBody>
            <a:bodyPr tIns="4680" bIns="4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9" name="Google Shape;2998;p119"/>
            <p:cNvSpPr/>
            <p:nvPr/>
          </p:nvSpPr>
          <p:spPr>
            <a:xfrm>
              <a:off x="7170120" y="2799720"/>
              <a:ext cx="58680" cy="11160"/>
            </a:xfrm>
            <a:custGeom>
              <a:avLst/>
              <a:gdLst>
                <a:gd name="textAreaLeft" fmla="*/ 0 w 58680"/>
                <a:gd name="textAreaRight" fmla="*/ 59040 w 58680"/>
                <a:gd name="textAreaTop" fmla="*/ 0 h 11160"/>
                <a:gd name="textAreaBottom" fmla="*/ 11520 h 11160"/>
              </a:gdLst>
              <a:ahLst/>
              <a:cxnLst/>
              <a:rect l="textAreaLeft" t="textAreaTop" r="textAreaRight" b="textAreaBottom"/>
              <a:pathLst>
                <a:path w="5389" h="1049">
                  <a:moveTo>
                    <a:pt x="2395" y="0"/>
                  </a:moveTo>
                  <a:lnTo>
                    <a:pt x="1198" y="150"/>
                  </a:lnTo>
                  <a:lnTo>
                    <a:pt x="150" y="300"/>
                  </a:lnTo>
                  <a:lnTo>
                    <a:pt x="0" y="449"/>
                  </a:lnTo>
                  <a:lnTo>
                    <a:pt x="0" y="599"/>
                  </a:lnTo>
                  <a:lnTo>
                    <a:pt x="0" y="749"/>
                  </a:lnTo>
                  <a:lnTo>
                    <a:pt x="150" y="749"/>
                  </a:lnTo>
                  <a:lnTo>
                    <a:pt x="300" y="898"/>
                  </a:lnTo>
                  <a:lnTo>
                    <a:pt x="1347" y="1048"/>
                  </a:lnTo>
                  <a:lnTo>
                    <a:pt x="2395" y="1048"/>
                  </a:lnTo>
                  <a:lnTo>
                    <a:pt x="3892" y="898"/>
                  </a:lnTo>
                  <a:lnTo>
                    <a:pt x="4640" y="749"/>
                  </a:lnTo>
                  <a:lnTo>
                    <a:pt x="5239" y="749"/>
                  </a:lnTo>
                  <a:lnTo>
                    <a:pt x="5239" y="599"/>
                  </a:lnTo>
                  <a:lnTo>
                    <a:pt x="5389" y="449"/>
                  </a:lnTo>
                  <a:lnTo>
                    <a:pt x="5239" y="300"/>
                  </a:lnTo>
                  <a:lnTo>
                    <a:pt x="4640" y="150"/>
                  </a:lnTo>
                  <a:lnTo>
                    <a:pt x="3592" y="0"/>
                  </a:lnTo>
                  <a:close/>
                </a:path>
              </a:pathLst>
            </a:custGeom>
            <a:solidFill>
              <a:schemeClr val="dk1"/>
            </a:solidFill>
            <a:ln w="0">
              <a:noFill/>
            </a:ln>
          </p:spPr>
          <p:style>
            <a:lnRef idx="0"/>
            <a:fillRef idx="0"/>
            <a:effectRef idx="0"/>
            <a:fontRef idx="minor"/>
          </p:style>
          <p:txBody>
            <a:bodyPr tIns="5760" bIns="5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60" name="Google Shape;2999;p119"/>
            <p:cNvSpPr/>
            <p:nvPr/>
          </p:nvSpPr>
          <p:spPr>
            <a:xfrm>
              <a:off x="7161840" y="2835720"/>
              <a:ext cx="61920" cy="9360"/>
            </a:xfrm>
            <a:custGeom>
              <a:avLst/>
              <a:gdLst>
                <a:gd name="textAreaLeft" fmla="*/ 0 w 61920"/>
                <a:gd name="textAreaRight" fmla="*/ 62280 w 61920"/>
                <a:gd name="textAreaTop" fmla="*/ 0 h 9360"/>
                <a:gd name="textAreaBottom" fmla="*/ 9720 h 9360"/>
              </a:gdLst>
              <a:ahLst/>
              <a:cxnLst/>
              <a:rect l="textAreaLeft" t="textAreaTop" r="textAreaRight" b="textAreaBottom"/>
              <a:pathLst>
                <a:path w="5689" h="899">
                  <a:moveTo>
                    <a:pt x="1348" y="0"/>
                  </a:moveTo>
                  <a:lnTo>
                    <a:pt x="749" y="150"/>
                  </a:lnTo>
                  <a:lnTo>
                    <a:pt x="150" y="300"/>
                  </a:lnTo>
                  <a:lnTo>
                    <a:pt x="1" y="599"/>
                  </a:lnTo>
                  <a:lnTo>
                    <a:pt x="150" y="599"/>
                  </a:lnTo>
                  <a:lnTo>
                    <a:pt x="749" y="898"/>
                  </a:lnTo>
                  <a:lnTo>
                    <a:pt x="2695" y="898"/>
                  </a:lnTo>
                  <a:lnTo>
                    <a:pt x="4940" y="749"/>
                  </a:lnTo>
                  <a:lnTo>
                    <a:pt x="5539" y="599"/>
                  </a:lnTo>
                  <a:lnTo>
                    <a:pt x="5689" y="599"/>
                  </a:lnTo>
                  <a:lnTo>
                    <a:pt x="5689" y="449"/>
                  </a:lnTo>
                  <a:lnTo>
                    <a:pt x="5539" y="300"/>
                  </a:lnTo>
                  <a:lnTo>
                    <a:pt x="4940" y="150"/>
                  </a:lnTo>
                  <a:lnTo>
                    <a:pt x="3892" y="0"/>
                  </a:lnTo>
                  <a:close/>
                </a:path>
              </a:pathLst>
            </a:custGeom>
            <a:solidFill>
              <a:schemeClr val="dk1"/>
            </a:solidFill>
            <a:ln w="0">
              <a:noFill/>
            </a:ln>
          </p:spPr>
          <p:style>
            <a:lnRef idx="0"/>
            <a:fillRef idx="0"/>
            <a:effectRef idx="0"/>
            <a:fontRef idx="minor"/>
          </p:style>
          <p:txBody>
            <a:bodyPr tIns="4680" bIns="4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61" name="Google Shape;3000;p119"/>
            <p:cNvSpPr/>
            <p:nvPr/>
          </p:nvSpPr>
          <p:spPr>
            <a:xfrm>
              <a:off x="7160400" y="2871720"/>
              <a:ext cx="58680" cy="9360"/>
            </a:xfrm>
            <a:custGeom>
              <a:avLst/>
              <a:gdLst>
                <a:gd name="textAreaLeft" fmla="*/ 0 w 58680"/>
                <a:gd name="textAreaRight" fmla="*/ 59040 w 58680"/>
                <a:gd name="textAreaTop" fmla="*/ 0 h 9360"/>
                <a:gd name="textAreaBottom" fmla="*/ 9720 h 9360"/>
              </a:gdLst>
              <a:ahLst/>
              <a:cxnLst/>
              <a:rect l="textAreaLeft" t="textAreaTop" r="textAreaRight" b="textAreaBottom"/>
              <a:pathLst>
                <a:path w="5389" h="899">
                  <a:moveTo>
                    <a:pt x="1497" y="0"/>
                  </a:moveTo>
                  <a:lnTo>
                    <a:pt x="449" y="150"/>
                  </a:lnTo>
                  <a:lnTo>
                    <a:pt x="150" y="300"/>
                  </a:lnTo>
                  <a:lnTo>
                    <a:pt x="0" y="300"/>
                  </a:lnTo>
                  <a:lnTo>
                    <a:pt x="0" y="449"/>
                  </a:lnTo>
                  <a:lnTo>
                    <a:pt x="150" y="599"/>
                  </a:lnTo>
                  <a:lnTo>
                    <a:pt x="599" y="749"/>
                  </a:lnTo>
                  <a:lnTo>
                    <a:pt x="1198" y="898"/>
                  </a:lnTo>
                  <a:lnTo>
                    <a:pt x="2545" y="898"/>
                  </a:lnTo>
                  <a:lnTo>
                    <a:pt x="4640" y="749"/>
                  </a:lnTo>
                  <a:lnTo>
                    <a:pt x="5239" y="599"/>
                  </a:lnTo>
                  <a:lnTo>
                    <a:pt x="5389" y="449"/>
                  </a:lnTo>
                  <a:lnTo>
                    <a:pt x="5389" y="300"/>
                  </a:lnTo>
                  <a:lnTo>
                    <a:pt x="5239" y="150"/>
                  </a:lnTo>
                  <a:lnTo>
                    <a:pt x="4640" y="150"/>
                  </a:lnTo>
                  <a:lnTo>
                    <a:pt x="3592" y="0"/>
                  </a:lnTo>
                  <a:close/>
                </a:path>
              </a:pathLst>
            </a:custGeom>
            <a:solidFill>
              <a:schemeClr val="dk1"/>
            </a:solidFill>
            <a:ln w="0">
              <a:noFill/>
            </a:ln>
          </p:spPr>
          <p:style>
            <a:lnRef idx="0"/>
            <a:fillRef idx="0"/>
            <a:effectRef idx="0"/>
            <a:fontRef idx="minor"/>
          </p:style>
          <p:txBody>
            <a:bodyPr tIns="4680" bIns="4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62" name="Google Shape;3001;p119"/>
            <p:cNvSpPr/>
            <p:nvPr/>
          </p:nvSpPr>
          <p:spPr>
            <a:xfrm>
              <a:off x="7158600" y="2905920"/>
              <a:ext cx="58680" cy="11160"/>
            </a:xfrm>
            <a:custGeom>
              <a:avLst/>
              <a:gdLst>
                <a:gd name="textAreaLeft" fmla="*/ 0 w 58680"/>
                <a:gd name="textAreaRight" fmla="*/ 59040 w 58680"/>
                <a:gd name="textAreaTop" fmla="*/ 0 h 11160"/>
                <a:gd name="textAreaBottom" fmla="*/ 11520 h 11160"/>
              </a:gdLst>
              <a:ahLst/>
              <a:cxnLst/>
              <a:rect l="textAreaLeft" t="textAreaTop" r="textAreaRight" b="textAreaBottom"/>
              <a:pathLst>
                <a:path w="5389" h="1049">
                  <a:moveTo>
                    <a:pt x="1348" y="1"/>
                  </a:moveTo>
                  <a:lnTo>
                    <a:pt x="749" y="150"/>
                  </a:lnTo>
                  <a:lnTo>
                    <a:pt x="150" y="300"/>
                  </a:lnTo>
                  <a:lnTo>
                    <a:pt x="0" y="450"/>
                  </a:lnTo>
                  <a:lnTo>
                    <a:pt x="0" y="599"/>
                  </a:lnTo>
                  <a:lnTo>
                    <a:pt x="150" y="749"/>
                  </a:lnTo>
                  <a:lnTo>
                    <a:pt x="1048" y="1048"/>
                  </a:lnTo>
                  <a:lnTo>
                    <a:pt x="3293" y="1048"/>
                  </a:lnTo>
                  <a:lnTo>
                    <a:pt x="4341" y="899"/>
                  </a:lnTo>
                  <a:lnTo>
                    <a:pt x="5089" y="749"/>
                  </a:lnTo>
                  <a:lnTo>
                    <a:pt x="5239" y="749"/>
                  </a:lnTo>
                  <a:lnTo>
                    <a:pt x="5389" y="599"/>
                  </a:lnTo>
                  <a:lnTo>
                    <a:pt x="5389" y="450"/>
                  </a:lnTo>
                  <a:lnTo>
                    <a:pt x="5239" y="300"/>
                  </a:lnTo>
                  <a:lnTo>
                    <a:pt x="5089" y="300"/>
                  </a:lnTo>
                  <a:lnTo>
                    <a:pt x="4341" y="150"/>
                  </a:lnTo>
                  <a:lnTo>
                    <a:pt x="3593" y="1"/>
                  </a:lnTo>
                  <a:close/>
                </a:path>
              </a:pathLst>
            </a:custGeom>
            <a:solidFill>
              <a:schemeClr val="dk1"/>
            </a:solidFill>
            <a:ln w="0">
              <a:noFill/>
            </a:ln>
          </p:spPr>
          <p:style>
            <a:lnRef idx="0"/>
            <a:fillRef idx="0"/>
            <a:effectRef idx="0"/>
            <a:fontRef idx="minor"/>
          </p:style>
          <p:txBody>
            <a:bodyPr tIns="5760" bIns="5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63" name="Google Shape;3002;p119"/>
            <p:cNvSpPr/>
            <p:nvPr/>
          </p:nvSpPr>
          <p:spPr>
            <a:xfrm>
              <a:off x="7152120" y="2941920"/>
              <a:ext cx="58680" cy="11160"/>
            </a:xfrm>
            <a:custGeom>
              <a:avLst/>
              <a:gdLst>
                <a:gd name="textAreaLeft" fmla="*/ 0 w 58680"/>
                <a:gd name="textAreaRight" fmla="*/ 59040 w 58680"/>
                <a:gd name="textAreaTop" fmla="*/ 0 h 11160"/>
                <a:gd name="textAreaBottom" fmla="*/ 11520 h 11160"/>
              </a:gdLst>
              <a:ahLst/>
              <a:cxnLst/>
              <a:rect l="textAreaLeft" t="textAreaTop" r="textAreaRight" b="textAreaBottom"/>
              <a:pathLst>
                <a:path w="5390" h="1049">
                  <a:moveTo>
                    <a:pt x="1198" y="0"/>
                  </a:moveTo>
                  <a:lnTo>
                    <a:pt x="150" y="300"/>
                  </a:lnTo>
                  <a:lnTo>
                    <a:pt x="1" y="449"/>
                  </a:lnTo>
                  <a:lnTo>
                    <a:pt x="150" y="599"/>
                  </a:lnTo>
                  <a:lnTo>
                    <a:pt x="1198" y="899"/>
                  </a:lnTo>
                  <a:lnTo>
                    <a:pt x="2246" y="1048"/>
                  </a:lnTo>
                  <a:lnTo>
                    <a:pt x="3294" y="899"/>
                  </a:lnTo>
                  <a:lnTo>
                    <a:pt x="4491" y="749"/>
                  </a:lnTo>
                  <a:lnTo>
                    <a:pt x="5239" y="599"/>
                  </a:lnTo>
                  <a:lnTo>
                    <a:pt x="5389" y="449"/>
                  </a:lnTo>
                  <a:lnTo>
                    <a:pt x="5239" y="300"/>
                  </a:lnTo>
                  <a:lnTo>
                    <a:pt x="4491" y="150"/>
                  </a:lnTo>
                  <a:lnTo>
                    <a:pt x="3443" y="0"/>
                  </a:lnTo>
                  <a:close/>
                </a:path>
              </a:pathLst>
            </a:custGeom>
            <a:solidFill>
              <a:schemeClr val="dk1"/>
            </a:solidFill>
            <a:ln w="0">
              <a:noFill/>
            </a:ln>
          </p:spPr>
          <p:style>
            <a:lnRef idx="0"/>
            <a:fillRef idx="0"/>
            <a:effectRef idx="0"/>
            <a:fontRef idx="minor"/>
          </p:style>
          <p:txBody>
            <a:bodyPr tIns="5760" bIns="5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64" name="Google Shape;3003;p119"/>
            <p:cNvSpPr/>
            <p:nvPr/>
          </p:nvSpPr>
          <p:spPr>
            <a:xfrm>
              <a:off x="7158600" y="2977920"/>
              <a:ext cx="47160" cy="7920"/>
            </a:xfrm>
            <a:custGeom>
              <a:avLst/>
              <a:gdLst>
                <a:gd name="textAreaLeft" fmla="*/ 0 w 47160"/>
                <a:gd name="textAreaRight" fmla="*/ 47520 w 47160"/>
                <a:gd name="textAreaTop" fmla="*/ 0 h 7920"/>
                <a:gd name="textAreaBottom" fmla="*/ 8280 h 7920"/>
              </a:gdLst>
              <a:ahLst/>
              <a:cxnLst/>
              <a:rect l="textAreaLeft" t="textAreaTop" r="textAreaRight" b="textAreaBottom"/>
              <a:pathLst>
                <a:path w="4342" h="749">
                  <a:moveTo>
                    <a:pt x="599" y="0"/>
                  </a:moveTo>
                  <a:lnTo>
                    <a:pt x="0" y="150"/>
                  </a:lnTo>
                  <a:lnTo>
                    <a:pt x="0" y="449"/>
                  </a:lnTo>
                  <a:lnTo>
                    <a:pt x="0" y="599"/>
                  </a:lnTo>
                  <a:lnTo>
                    <a:pt x="599" y="749"/>
                  </a:lnTo>
                  <a:lnTo>
                    <a:pt x="3443" y="749"/>
                  </a:lnTo>
                  <a:lnTo>
                    <a:pt x="4191" y="449"/>
                  </a:lnTo>
                  <a:lnTo>
                    <a:pt x="4341" y="449"/>
                  </a:lnTo>
                  <a:lnTo>
                    <a:pt x="4191" y="300"/>
                  </a:lnTo>
                  <a:lnTo>
                    <a:pt x="4191" y="150"/>
                  </a:lnTo>
                  <a:lnTo>
                    <a:pt x="3593" y="0"/>
                  </a:lnTo>
                  <a:close/>
                </a:path>
              </a:pathLst>
            </a:custGeom>
            <a:solidFill>
              <a:schemeClr val="dk1"/>
            </a:solidFill>
            <a:ln w="0">
              <a:noFill/>
            </a:ln>
          </p:spPr>
          <p:style>
            <a:lnRef idx="0"/>
            <a:fillRef idx="0"/>
            <a:effectRef idx="0"/>
            <a:fontRef idx="minor"/>
          </p:style>
          <p:txBody>
            <a:bodyPr tIns="3960" bIns="3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65" name="Google Shape;3004;p119"/>
            <p:cNvSpPr/>
            <p:nvPr/>
          </p:nvSpPr>
          <p:spPr>
            <a:xfrm>
              <a:off x="7165080" y="3012120"/>
              <a:ext cx="35640" cy="9360"/>
            </a:xfrm>
            <a:custGeom>
              <a:avLst/>
              <a:gdLst>
                <a:gd name="textAreaLeft" fmla="*/ 0 w 35640"/>
                <a:gd name="textAreaRight" fmla="*/ 36000 w 35640"/>
                <a:gd name="textAreaTop" fmla="*/ 0 h 9360"/>
                <a:gd name="textAreaBottom" fmla="*/ 9720 h 9360"/>
              </a:gdLst>
              <a:ahLst/>
              <a:cxnLst/>
              <a:rect l="textAreaLeft" t="textAreaTop" r="textAreaRight" b="textAreaBottom"/>
              <a:pathLst>
                <a:path w="3294" h="899">
                  <a:moveTo>
                    <a:pt x="749" y="1"/>
                  </a:moveTo>
                  <a:lnTo>
                    <a:pt x="299" y="150"/>
                  </a:lnTo>
                  <a:lnTo>
                    <a:pt x="150" y="300"/>
                  </a:lnTo>
                  <a:lnTo>
                    <a:pt x="0" y="450"/>
                  </a:lnTo>
                  <a:lnTo>
                    <a:pt x="150" y="599"/>
                  </a:lnTo>
                  <a:lnTo>
                    <a:pt x="299" y="749"/>
                  </a:lnTo>
                  <a:lnTo>
                    <a:pt x="749" y="899"/>
                  </a:lnTo>
                  <a:lnTo>
                    <a:pt x="1347" y="899"/>
                  </a:lnTo>
                  <a:lnTo>
                    <a:pt x="2395" y="749"/>
                  </a:lnTo>
                  <a:lnTo>
                    <a:pt x="3143" y="599"/>
                  </a:lnTo>
                  <a:lnTo>
                    <a:pt x="3293" y="450"/>
                  </a:lnTo>
                  <a:lnTo>
                    <a:pt x="3143" y="300"/>
                  </a:lnTo>
                  <a:lnTo>
                    <a:pt x="2545" y="150"/>
                  </a:lnTo>
                  <a:lnTo>
                    <a:pt x="1347" y="1"/>
                  </a:lnTo>
                  <a:close/>
                </a:path>
              </a:pathLst>
            </a:custGeom>
            <a:solidFill>
              <a:schemeClr val="dk1"/>
            </a:solidFill>
            <a:ln w="0">
              <a:noFill/>
            </a:ln>
          </p:spPr>
          <p:style>
            <a:lnRef idx="0"/>
            <a:fillRef idx="0"/>
            <a:effectRef idx="0"/>
            <a:fontRef idx="minor"/>
          </p:style>
          <p:txBody>
            <a:bodyPr tIns="4680" bIns="4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66" name="Google Shape;3005;p119"/>
            <p:cNvSpPr/>
            <p:nvPr/>
          </p:nvSpPr>
          <p:spPr>
            <a:xfrm>
              <a:off x="7168320" y="3048120"/>
              <a:ext cx="30600" cy="7920"/>
            </a:xfrm>
            <a:custGeom>
              <a:avLst/>
              <a:gdLst>
                <a:gd name="textAreaLeft" fmla="*/ 0 w 30600"/>
                <a:gd name="textAreaRight" fmla="*/ 30960 w 30600"/>
                <a:gd name="textAreaTop" fmla="*/ 0 h 7920"/>
                <a:gd name="textAreaBottom" fmla="*/ 8280 h 7920"/>
              </a:gdLst>
              <a:ahLst/>
              <a:cxnLst/>
              <a:rect l="textAreaLeft" t="textAreaTop" r="textAreaRight" b="textAreaBottom"/>
              <a:pathLst>
                <a:path w="2845" h="749">
                  <a:moveTo>
                    <a:pt x="899" y="1"/>
                  </a:moveTo>
                  <a:lnTo>
                    <a:pt x="150" y="150"/>
                  </a:lnTo>
                  <a:lnTo>
                    <a:pt x="150" y="300"/>
                  </a:lnTo>
                  <a:lnTo>
                    <a:pt x="0" y="450"/>
                  </a:lnTo>
                  <a:lnTo>
                    <a:pt x="150" y="599"/>
                  </a:lnTo>
                  <a:lnTo>
                    <a:pt x="899" y="749"/>
                  </a:lnTo>
                  <a:lnTo>
                    <a:pt x="1647" y="749"/>
                  </a:lnTo>
                  <a:lnTo>
                    <a:pt x="2395" y="599"/>
                  </a:lnTo>
                  <a:lnTo>
                    <a:pt x="2695" y="599"/>
                  </a:lnTo>
                  <a:lnTo>
                    <a:pt x="2844" y="450"/>
                  </a:lnTo>
                  <a:lnTo>
                    <a:pt x="2695" y="150"/>
                  </a:lnTo>
                  <a:lnTo>
                    <a:pt x="2395" y="150"/>
                  </a:lnTo>
                  <a:lnTo>
                    <a:pt x="1797" y="1"/>
                  </a:lnTo>
                  <a:close/>
                </a:path>
              </a:pathLst>
            </a:custGeom>
            <a:solidFill>
              <a:schemeClr val="dk1"/>
            </a:solidFill>
            <a:ln w="0">
              <a:noFill/>
            </a:ln>
          </p:spPr>
          <p:style>
            <a:lnRef idx="0"/>
            <a:fillRef idx="0"/>
            <a:effectRef idx="0"/>
            <a:fontRef idx="minor"/>
          </p:style>
          <p:txBody>
            <a:bodyPr tIns="3960" bIns="3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67" name="Google Shape;3006;p119"/>
            <p:cNvSpPr/>
            <p:nvPr/>
          </p:nvSpPr>
          <p:spPr>
            <a:xfrm>
              <a:off x="7163640" y="3082680"/>
              <a:ext cx="29160" cy="9360"/>
            </a:xfrm>
            <a:custGeom>
              <a:avLst/>
              <a:gdLst>
                <a:gd name="textAreaLeft" fmla="*/ 0 w 29160"/>
                <a:gd name="textAreaRight" fmla="*/ 29520 w 29160"/>
                <a:gd name="textAreaTop" fmla="*/ 0 h 9360"/>
                <a:gd name="textAreaBottom" fmla="*/ 9720 h 9360"/>
              </a:gdLst>
              <a:ahLst/>
              <a:cxnLst/>
              <a:rect l="textAreaLeft" t="textAreaTop" r="textAreaRight" b="textAreaBottom"/>
              <a:pathLst>
                <a:path w="2695" h="899">
                  <a:moveTo>
                    <a:pt x="1048" y="1"/>
                  </a:moveTo>
                  <a:lnTo>
                    <a:pt x="449" y="150"/>
                  </a:lnTo>
                  <a:lnTo>
                    <a:pt x="0" y="300"/>
                  </a:lnTo>
                  <a:lnTo>
                    <a:pt x="0" y="450"/>
                  </a:lnTo>
                  <a:lnTo>
                    <a:pt x="0" y="749"/>
                  </a:lnTo>
                  <a:lnTo>
                    <a:pt x="300" y="899"/>
                  </a:lnTo>
                  <a:lnTo>
                    <a:pt x="1647" y="899"/>
                  </a:lnTo>
                  <a:lnTo>
                    <a:pt x="2395" y="749"/>
                  </a:lnTo>
                  <a:lnTo>
                    <a:pt x="2545" y="600"/>
                  </a:lnTo>
                  <a:lnTo>
                    <a:pt x="2695" y="450"/>
                  </a:lnTo>
                  <a:lnTo>
                    <a:pt x="2545" y="300"/>
                  </a:lnTo>
                  <a:lnTo>
                    <a:pt x="2395" y="300"/>
                  </a:lnTo>
                  <a:lnTo>
                    <a:pt x="1797" y="150"/>
                  </a:lnTo>
                  <a:lnTo>
                    <a:pt x="1048" y="1"/>
                  </a:lnTo>
                  <a:close/>
                </a:path>
              </a:pathLst>
            </a:custGeom>
            <a:solidFill>
              <a:schemeClr val="dk1"/>
            </a:solidFill>
            <a:ln w="0">
              <a:noFill/>
            </a:ln>
          </p:spPr>
          <p:style>
            <a:lnRef idx="0"/>
            <a:fillRef idx="0"/>
            <a:effectRef idx="0"/>
            <a:fontRef idx="minor"/>
          </p:style>
          <p:txBody>
            <a:bodyPr tIns="4680" bIns="4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68" name="Google Shape;3007;p119"/>
            <p:cNvSpPr/>
            <p:nvPr/>
          </p:nvSpPr>
          <p:spPr>
            <a:xfrm>
              <a:off x="7163640" y="3120120"/>
              <a:ext cx="25920" cy="6120"/>
            </a:xfrm>
            <a:custGeom>
              <a:avLst/>
              <a:gdLst>
                <a:gd name="textAreaLeft" fmla="*/ 0 w 25920"/>
                <a:gd name="textAreaRight" fmla="*/ 26280 w 25920"/>
                <a:gd name="textAreaTop" fmla="*/ 0 h 6120"/>
                <a:gd name="textAreaBottom" fmla="*/ 6480 h 6120"/>
              </a:gdLst>
              <a:ahLst/>
              <a:cxnLst/>
              <a:rect l="textAreaLeft" t="textAreaTop" r="textAreaRight" b="textAreaBottom"/>
              <a:pathLst>
                <a:path w="2396" h="600">
                  <a:moveTo>
                    <a:pt x="150" y="0"/>
                  </a:moveTo>
                  <a:lnTo>
                    <a:pt x="150" y="150"/>
                  </a:lnTo>
                  <a:lnTo>
                    <a:pt x="0" y="300"/>
                  </a:lnTo>
                  <a:lnTo>
                    <a:pt x="0" y="449"/>
                  </a:lnTo>
                  <a:lnTo>
                    <a:pt x="300" y="449"/>
                  </a:lnTo>
                  <a:lnTo>
                    <a:pt x="1048" y="599"/>
                  </a:lnTo>
                  <a:lnTo>
                    <a:pt x="1946" y="599"/>
                  </a:lnTo>
                  <a:lnTo>
                    <a:pt x="2395" y="449"/>
                  </a:lnTo>
                  <a:lnTo>
                    <a:pt x="2395" y="300"/>
                  </a:lnTo>
                  <a:lnTo>
                    <a:pt x="2395" y="150"/>
                  </a:lnTo>
                  <a:lnTo>
                    <a:pt x="2096" y="0"/>
                  </a:lnTo>
                  <a:close/>
                </a:path>
              </a:pathLst>
            </a:custGeom>
            <a:solidFill>
              <a:schemeClr val="dk1"/>
            </a:solidFill>
            <a:ln w="0">
              <a:noFill/>
            </a:ln>
          </p:spPr>
          <p:style>
            <a:lnRef idx="0"/>
            <a:fillRef idx="0"/>
            <a:effectRef idx="0"/>
            <a:fontRef idx="minor"/>
          </p:style>
          <p:txBody>
            <a:bodyPr tIns="3240" bIns="32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69" name="Google Shape;3008;p119"/>
            <p:cNvSpPr/>
            <p:nvPr/>
          </p:nvSpPr>
          <p:spPr>
            <a:xfrm>
              <a:off x="6027120" y="1005840"/>
              <a:ext cx="2287440" cy="2288880"/>
            </a:xfrm>
            <a:custGeom>
              <a:avLst/>
              <a:gdLst>
                <a:gd name="textAreaLeft" fmla="*/ 0 w 2287440"/>
                <a:gd name="textAreaRight" fmla="*/ 2287800 w 2287440"/>
                <a:gd name="textAreaTop" fmla="*/ 0 h 2288880"/>
                <a:gd name="textAreaBottom" fmla="*/ 2289240 h 2288880"/>
              </a:gdLst>
              <a:ahLst/>
              <a:cxnLst/>
              <a:rect l="textAreaLeft" t="textAreaTop" r="textAreaRight" b="textAreaBottom"/>
              <a:pathLst>
                <a:path w="209400" h="209550">
                  <a:moveTo>
                    <a:pt x="100135" y="23200"/>
                  </a:moveTo>
                  <a:lnTo>
                    <a:pt x="98638" y="34276"/>
                  </a:lnTo>
                  <a:lnTo>
                    <a:pt x="94597" y="34725"/>
                  </a:lnTo>
                  <a:lnTo>
                    <a:pt x="90555" y="35324"/>
                  </a:lnTo>
                  <a:lnTo>
                    <a:pt x="90555" y="35324"/>
                  </a:lnTo>
                  <a:lnTo>
                    <a:pt x="90705" y="24248"/>
                  </a:lnTo>
                  <a:lnTo>
                    <a:pt x="95345" y="23649"/>
                  </a:lnTo>
                  <a:lnTo>
                    <a:pt x="100135" y="23200"/>
                  </a:lnTo>
                  <a:close/>
                  <a:moveTo>
                    <a:pt x="108517" y="23200"/>
                  </a:moveTo>
                  <a:lnTo>
                    <a:pt x="113606" y="23500"/>
                  </a:lnTo>
                  <a:lnTo>
                    <a:pt x="118845" y="24248"/>
                  </a:lnTo>
                  <a:lnTo>
                    <a:pt x="118845" y="35324"/>
                  </a:lnTo>
                  <a:lnTo>
                    <a:pt x="114504" y="34576"/>
                  </a:lnTo>
                  <a:lnTo>
                    <a:pt x="110163" y="34127"/>
                  </a:lnTo>
                  <a:lnTo>
                    <a:pt x="108517" y="23200"/>
                  </a:lnTo>
                  <a:close/>
                  <a:moveTo>
                    <a:pt x="89657" y="24398"/>
                  </a:moveTo>
                  <a:lnTo>
                    <a:pt x="89657" y="24547"/>
                  </a:lnTo>
                  <a:lnTo>
                    <a:pt x="88310" y="24996"/>
                  </a:lnTo>
                  <a:lnTo>
                    <a:pt x="87262" y="25146"/>
                  </a:lnTo>
                  <a:lnTo>
                    <a:pt x="86215" y="25595"/>
                  </a:lnTo>
                  <a:lnTo>
                    <a:pt x="86215" y="25745"/>
                  </a:lnTo>
                  <a:lnTo>
                    <a:pt x="88011" y="25296"/>
                  </a:lnTo>
                  <a:lnTo>
                    <a:pt x="88909" y="25146"/>
                  </a:lnTo>
                  <a:lnTo>
                    <a:pt x="89657" y="24996"/>
                  </a:lnTo>
                  <a:lnTo>
                    <a:pt x="89657" y="25745"/>
                  </a:lnTo>
                  <a:lnTo>
                    <a:pt x="88310" y="26194"/>
                  </a:lnTo>
                  <a:lnTo>
                    <a:pt x="87412" y="26493"/>
                  </a:lnTo>
                  <a:lnTo>
                    <a:pt x="86514" y="26792"/>
                  </a:lnTo>
                  <a:lnTo>
                    <a:pt x="86364" y="26942"/>
                  </a:lnTo>
                  <a:lnTo>
                    <a:pt x="86514" y="26942"/>
                  </a:lnTo>
                  <a:lnTo>
                    <a:pt x="88460" y="26493"/>
                  </a:lnTo>
                  <a:lnTo>
                    <a:pt x="89657" y="26194"/>
                  </a:lnTo>
                  <a:lnTo>
                    <a:pt x="89657" y="27092"/>
                  </a:lnTo>
                  <a:lnTo>
                    <a:pt x="88310" y="27541"/>
                  </a:lnTo>
                  <a:lnTo>
                    <a:pt x="87412" y="27691"/>
                  </a:lnTo>
                  <a:lnTo>
                    <a:pt x="86514" y="28140"/>
                  </a:lnTo>
                  <a:lnTo>
                    <a:pt x="86514" y="28289"/>
                  </a:lnTo>
                  <a:lnTo>
                    <a:pt x="87412" y="27990"/>
                  </a:lnTo>
                  <a:lnTo>
                    <a:pt x="88310" y="27840"/>
                  </a:lnTo>
                  <a:lnTo>
                    <a:pt x="89657" y="27391"/>
                  </a:lnTo>
                  <a:lnTo>
                    <a:pt x="89657" y="28289"/>
                  </a:lnTo>
                  <a:lnTo>
                    <a:pt x="88310" y="28589"/>
                  </a:lnTo>
                  <a:lnTo>
                    <a:pt x="87562" y="28888"/>
                  </a:lnTo>
                  <a:lnTo>
                    <a:pt x="86963" y="29187"/>
                  </a:lnTo>
                  <a:lnTo>
                    <a:pt x="86963" y="29337"/>
                  </a:lnTo>
                  <a:lnTo>
                    <a:pt x="87113" y="29337"/>
                  </a:lnTo>
                  <a:lnTo>
                    <a:pt x="88759" y="28738"/>
                  </a:lnTo>
                  <a:lnTo>
                    <a:pt x="89657" y="28589"/>
                  </a:lnTo>
                  <a:lnTo>
                    <a:pt x="89657" y="29786"/>
                  </a:lnTo>
                  <a:lnTo>
                    <a:pt x="88610" y="30085"/>
                  </a:lnTo>
                  <a:lnTo>
                    <a:pt x="87712" y="30385"/>
                  </a:lnTo>
                  <a:lnTo>
                    <a:pt x="86963" y="30684"/>
                  </a:lnTo>
                  <a:lnTo>
                    <a:pt x="86963" y="30834"/>
                  </a:lnTo>
                  <a:lnTo>
                    <a:pt x="87861" y="30534"/>
                  </a:lnTo>
                  <a:lnTo>
                    <a:pt x="88610" y="30385"/>
                  </a:lnTo>
                  <a:lnTo>
                    <a:pt x="89657" y="30085"/>
                  </a:lnTo>
                  <a:lnTo>
                    <a:pt x="89657" y="30983"/>
                  </a:lnTo>
                  <a:lnTo>
                    <a:pt x="88759" y="31133"/>
                  </a:lnTo>
                  <a:lnTo>
                    <a:pt x="88011" y="31433"/>
                  </a:lnTo>
                  <a:lnTo>
                    <a:pt x="87262" y="31732"/>
                  </a:lnTo>
                  <a:lnTo>
                    <a:pt x="87262" y="31882"/>
                  </a:lnTo>
                  <a:lnTo>
                    <a:pt x="89208" y="31283"/>
                  </a:lnTo>
                  <a:lnTo>
                    <a:pt x="89657" y="31283"/>
                  </a:lnTo>
                  <a:lnTo>
                    <a:pt x="89657" y="32031"/>
                  </a:lnTo>
                  <a:lnTo>
                    <a:pt x="89059" y="32181"/>
                  </a:lnTo>
                  <a:lnTo>
                    <a:pt x="87562" y="32780"/>
                  </a:lnTo>
                  <a:lnTo>
                    <a:pt x="87562" y="32929"/>
                  </a:lnTo>
                  <a:lnTo>
                    <a:pt x="87712" y="32929"/>
                  </a:lnTo>
                  <a:lnTo>
                    <a:pt x="89059" y="32480"/>
                  </a:lnTo>
                  <a:lnTo>
                    <a:pt x="89657" y="32331"/>
                  </a:lnTo>
                  <a:lnTo>
                    <a:pt x="89657" y="32331"/>
                  </a:lnTo>
                  <a:lnTo>
                    <a:pt x="89508" y="33229"/>
                  </a:lnTo>
                  <a:lnTo>
                    <a:pt x="88759" y="33378"/>
                  </a:lnTo>
                  <a:lnTo>
                    <a:pt x="87861" y="33678"/>
                  </a:lnTo>
                  <a:lnTo>
                    <a:pt x="87861" y="33827"/>
                  </a:lnTo>
                  <a:lnTo>
                    <a:pt x="88759" y="33678"/>
                  </a:lnTo>
                  <a:lnTo>
                    <a:pt x="89508" y="33378"/>
                  </a:lnTo>
                  <a:lnTo>
                    <a:pt x="89508" y="34276"/>
                  </a:lnTo>
                  <a:lnTo>
                    <a:pt x="89208" y="34276"/>
                  </a:lnTo>
                  <a:lnTo>
                    <a:pt x="88759" y="34576"/>
                  </a:lnTo>
                  <a:lnTo>
                    <a:pt x="88161" y="34725"/>
                  </a:lnTo>
                  <a:lnTo>
                    <a:pt x="88161" y="34875"/>
                  </a:lnTo>
                  <a:lnTo>
                    <a:pt x="89358" y="34576"/>
                  </a:lnTo>
                  <a:lnTo>
                    <a:pt x="89508" y="34426"/>
                  </a:lnTo>
                  <a:lnTo>
                    <a:pt x="89508" y="35174"/>
                  </a:lnTo>
                  <a:lnTo>
                    <a:pt x="88310" y="35773"/>
                  </a:lnTo>
                  <a:lnTo>
                    <a:pt x="88310" y="35923"/>
                  </a:lnTo>
                  <a:lnTo>
                    <a:pt x="88460" y="35923"/>
                  </a:lnTo>
                  <a:lnTo>
                    <a:pt x="89059" y="35624"/>
                  </a:lnTo>
                  <a:lnTo>
                    <a:pt x="89508" y="35474"/>
                  </a:lnTo>
                  <a:lnTo>
                    <a:pt x="89508" y="35624"/>
                  </a:lnTo>
                  <a:lnTo>
                    <a:pt x="89508" y="36222"/>
                  </a:lnTo>
                  <a:lnTo>
                    <a:pt x="89358" y="36222"/>
                  </a:lnTo>
                  <a:lnTo>
                    <a:pt x="88909" y="36522"/>
                  </a:lnTo>
                  <a:lnTo>
                    <a:pt x="88460" y="36821"/>
                  </a:lnTo>
                  <a:lnTo>
                    <a:pt x="88610" y="36821"/>
                  </a:lnTo>
                  <a:lnTo>
                    <a:pt x="88909" y="36671"/>
                  </a:lnTo>
                  <a:lnTo>
                    <a:pt x="89358" y="36522"/>
                  </a:lnTo>
                  <a:lnTo>
                    <a:pt x="89508" y="36522"/>
                  </a:lnTo>
                  <a:lnTo>
                    <a:pt x="89508" y="37120"/>
                  </a:lnTo>
                  <a:lnTo>
                    <a:pt x="89508" y="37270"/>
                  </a:lnTo>
                  <a:lnTo>
                    <a:pt x="88909" y="37569"/>
                  </a:lnTo>
                  <a:lnTo>
                    <a:pt x="88909" y="37719"/>
                  </a:lnTo>
                  <a:lnTo>
                    <a:pt x="89508" y="37420"/>
                  </a:lnTo>
                  <a:lnTo>
                    <a:pt x="89508" y="38318"/>
                  </a:lnTo>
                  <a:lnTo>
                    <a:pt x="88909" y="38617"/>
                  </a:lnTo>
                  <a:lnTo>
                    <a:pt x="88011" y="36971"/>
                  </a:lnTo>
                  <a:lnTo>
                    <a:pt x="87412" y="36073"/>
                  </a:lnTo>
                  <a:lnTo>
                    <a:pt x="82024" y="26343"/>
                  </a:lnTo>
                  <a:lnTo>
                    <a:pt x="85766" y="25296"/>
                  </a:lnTo>
                  <a:lnTo>
                    <a:pt x="89657" y="24398"/>
                  </a:lnTo>
                  <a:close/>
                  <a:moveTo>
                    <a:pt x="119743" y="24398"/>
                  </a:moveTo>
                  <a:lnTo>
                    <a:pt x="123634" y="25296"/>
                  </a:lnTo>
                  <a:lnTo>
                    <a:pt x="127526" y="26343"/>
                  </a:lnTo>
                  <a:lnTo>
                    <a:pt x="121988" y="36073"/>
                  </a:lnTo>
                  <a:lnTo>
                    <a:pt x="121389" y="36971"/>
                  </a:lnTo>
                  <a:lnTo>
                    <a:pt x="120491" y="38617"/>
                  </a:lnTo>
                  <a:lnTo>
                    <a:pt x="120042" y="38318"/>
                  </a:lnTo>
                  <a:lnTo>
                    <a:pt x="119892" y="38318"/>
                  </a:lnTo>
                  <a:lnTo>
                    <a:pt x="119892" y="37420"/>
                  </a:lnTo>
                  <a:lnTo>
                    <a:pt x="120491" y="37719"/>
                  </a:lnTo>
                  <a:lnTo>
                    <a:pt x="120641" y="37569"/>
                  </a:lnTo>
                  <a:lnTo>
                    <a:pt x="119892" y="37270"/>
                  </a:lnTo>
                  <a:lnTo>
                    <a:pt x="119892" y="37120"/>
                  </a:lnTo>
                  <a:lnTo>
                    <a:pt x="119892" y="36671"/>
                  </a:lnTo>
                  <a:lnTo>
                    <a:pt x="119892" y="36522"/>
                  </a:lnTo>
                  <a:lnTo>
                    <a:pt x="120042" y="36522"/>
                  </a:lnTo>
                  <a:lnTo>
                    <a:pt x="120491" y="36821"/>
                  </a:lnTo>
                  <a:lnTo>
                    <a:pt x="120940" y="36821"/>
                  </a:lnTo>
                  <a:lnTo>
                    <a:pt x="120491" y="36522"/>
                  </a:lnTo>
                  <a:lnTo>
                    <a:pt x="120042" y="36222"/>
                  </a:lnTo>
                  <a:lnTo>
                    <a:pt x="119892" y="36222"/>
                  </a:lnTo>
                  <a:lnTo>
                    <a:pt x="119892" y="35624"/>
                  </a:lnTo>
                  <a:lnTo>
                    <a:pt x="119892" y="35474"/>
                  </a:lnTo>
                  <a:lnTo>
                    <a:pt x="120491" y="35773"/>
                  </a:lnTo>
                  <a:lnTo>
                    <a:pt x="120940" y="35923"/>
                  </a:lnTo>
                  <a:lnTo>
                    <a:pt x="121090" y="35923"/>
                  </a:lnTo>
                  <a:lnTo>
                    <a:pt x="121090" y="35773"/>
                  </a:lnTo>
                  <a:lnTo>
                    <a:pt x="119892" y="35174"/>
                  </a:lnTo>
                  <a:lnTo>
                    <a:pt x="119892" y="34426"/>
                  </a:lnTo>
                  <a:lnTo>
                    <a:pt x="120042" y="34576"/>
                  </a:lnTo>
                  <a:lnTo>
                    <a:pt x="121239" y="34875"/>
                  </a:lnTo>
                  <a:lnTo>
                    <a:pt x="121239" y="34725"/>
                  </a:lnTo>
                  <a:lnTo>
                    <a:pt x="120790" y="34576"/>
                  </a:lnTo>
                  <a:lnTo>
                    <a:pt x="120192" y="34276"/>
                  </a:lnTo>
                  <a:lnTo>
                    <a:pt x="119892" y="34276"/>
                  </a:lnTo>
                  <a:lnTo>
                    <a:pt x="119892" y="33378"/>
                  </a:lnTo>
                  <a:lnTo>
                    <a:pt x="120641" y="33678"/>
                  </a:lnTo>
                  <a:lnTo>
                    <a:pt x="121539" y="33827"/>
                  </a:lnTo>
                  <a:lnTo>
                    <a:pt x="121539" y="33678"/>
                  </a:lnTo>
                  <a:lnTo>
                    <a:pt x="120790" y="33378"/>
                  </a:lnTo>
                  <a:lnTo>
                    <a:pt x="119892" y="33229"/>
                  </a:lnTo>
                  <a:lnTo>
                    <a:pt x="119892" y="32331"/>
                  </a:lnTo>
                  <a:lnTo>
                    <a:pt x="120491" y="32480"/>
                  </a:lnTo>
                  <a:lnTo>
                    <a:pt x="121838" y="32929"/>
                  </a:lnTo>
                  <a:lnTo>
                    <a:pt x="121838" y="32780"/>
                  </a:lnTo>
                  <a:lnTo>
                    <a:pt x="120341" y="32181"/>
                  </a:lnTo>
                  <a:lnTo>
                    <a:pt x="119892" y="32031"/>
                  </a:lnTo>
                  <a:lnTo>
                    <a:pt x="119892" y="31283"/>
                  </a:lnTo>
                  <a:lnTo>
                    <a:pt x="120192" y="31283"/>
                  </a:lnTo>
                  <a:lnTo>
                    <a:pt x="122138" y="31882"/>
                  </a:lnTo>
                  <a:lnTo>
                    <a:pt x="122138" y="31732"/>
                  </a:lnTo>
                  <a:lnTo>
                    <a:pt x="121539" y="31433"/>
                  </a:lnTo>
                  <a:lnTo>
                    <a:pt x="120641" y="31133"/>
                  </a:lnTo>
                  <a:lnTo>
                    <a:pt x="119892" y="30983"/>
                  </a:lnTo>
                  <a:lnTo>
                    <a:pt x="119892" y="30085"/>
                  </a:lnTo>
                  <a:lnTo>
                    <a:pt x="120790" y="30385"/>
                  </a:lnTo>
                  <a:lnTo>
                    <a:pt x="121688" y="30534"/>
                  </a:lnTo>
                  <a:lnTo>
                    <a:pt x="122437" y="30834"/>
                  </a:lnTo>
                  <a:lnTo>
                    <a:pt x="122437" y="30684"/>
                  </a:lnTo>
                  <a:lnTo>
                    <a:pt x="121688" y="30385"/>
                  </a:lnTo>
                  <a:lnTo>
                    <a:pt x="120940" y="30085"/>
                  </a:lnTo>
                  <a:lnTo>
                    <a:pt x="119892" y="29786"/>
                  </a:lnTo>
                  <a:lnTo>
                    <a:pt x="119743" y="28589"/>
                  </a:lnTo>
                  <a:lnTo>
                    <a:pt x="120790" y="28738"/>
                  </a:lnTo>
                  <a:lnTo>
                    <a:pt x="122437" y="29337"/>
                  </a:lnTo>
                  <a:lnTo>
                    <a:pt x="122437" y="29187"/>
                  </a:lnTo>
                  <a:lnTo>
                    <a:pt x="121838" y="28888"/>
                  </a:lnTo>
                  <a:lnTo>
                    <a:pt x="121239" y="28589"/>
                  </a:lnTo>
                  <a:lnTo>
                    <a:pt x="119743" y="28289"/>
                  </a:lnTo>
                  <a:lnTo>
                    <a:pt x="119743" y="27391"/>
                  </a:lnTo>
                  <a:lnTo>
                    <a:pt x="121090" y="27840"/>
                  </a:lnTo>
                  <a:lnTo>
                    <a:pt x="121988" y="27990"/>
                  </a:lnTo>
                  <a:lnTo>
                    <a:pt x="122886" y="28289"/>
                  </a:lnTo>
                  <a:lnTo>
                    <a:pt x="122886" y="28140"/>
                  </a:lnTo>
                  <a:lnTo>
                    <a:pt x="121988" y="27691"/>
                  </a:lnTo>
                  <a:lnTo>
                    <a:pt x="121090" y="27541"/>
                  </a:lnTo>
                  <a:lnTo>
                    <a:pt x="119743" y="27092"/>
                  </a:lnTo>
                  <a:lnTo>
                    <a:pt x="119743" y="26194"/>
                  </a:lnTo>
                  <a:lnTo>
                    <a:pt x="120940" y="26493"/>
                  </a:lnTo>
                  <a:lnTo>
                    <a:pt x="122886" y="26942"/>
                  </a:lnTo>
                  <a:lnTo>
                    <a:pt x="123036" y="26942"/>
                  </a:lnTo>
                  <a:lnTo>
                    <a:pt x="123036" y="26792"/>
                  </a:lnTo>
                  <a:lnTo>
                    <a:pt x="122138" y="26493"/>
                  </a:lnTo>
                  <a:lnTo>
                    <a:pt x="121239" y="26194"/>
                  </a:lnTo>
                  <a:lnTo>
                    <a:pt x="119743" y="25745"/>
                  </a:lnTo>
                  <a:lnTo>
                    <a:pt x="119743" y="24996"/>
                  </a:lnTo>
                  <a:lnTo>
                    <a:pt x="120641" y="25146"/>
                  </a:lnTo>
                  <a:lnTo>
                    <a:pt x="121539" y="25296"/>
                  </a:lnTo>
                  <a:lnTo>
                    <a:pt x="123185" y="25745"/>
                  </a:lnTo>
                  <a:lnTo>
                    <a:pt x="123335" y="25595"/>
                  </a:lnTo>
                  <a:lnTo>
                    <a:pt x="123185" y="25595"/>
                  </a:lnTo>
                  <a:lnTo>
                    <a:pt x="122287" y="25146"/>
                  </a:lnTo>
                  <a:lnTo>
                    <a:pt x="121090" y="24996"/>
                  </a:lnTo>
                  <a:lnTo>
                    <a:pt x="119743" y="24547"/>
                  </a:lnTo>
                  <a:lnTo>
                    <a:pt x="119743" y="24398"/>
                  </a:lnTo>
                  <a:close/>
                  <a:moveTo>
                    <a:pt x="89508" y="38467"/>
                  </a:moveTo>
                  <a:lnTo>
                    <a:pt x="89508" y="39665"/>
                  </a:lnTo>
                  <a:lnTo>
                    <a:pt x="89059" y="38767"/>
                  </a:lnTo>
                  <a:lnTo>
                    <a:pt x="89508" y="38467"/>
                  </a:lnTo>
                  <a:close/>
                  <a:moveTo>
                    <a:pt x="119892" y="38467"/>
                  </a:moveTo>
                  <a:lnTo>
                    <a:pt x="120491" y="38767"/>
                  </a:lnTo>
                  <a:lnTo>
                    <a:pt x="119892" y="39665"/>
                  </a:lnTo>
                  <a:lnTo>
                    <a:pt x="119892" y="38467"/>
                  </a:lnTo>
                  <a:close/>
                  <a:moveTo>
                    <a:pt x="80976" y="26643"/>
                  </a:moveTo>
                  <a:lnTo>
                    <a:pt x="86514" y="36372"/>
                  </a:lnTo>
                  <a:lnTo>
                    <a:pt x="81874" y="37719"/>
                  </a:lnTo>
                  <a:lnTo>
                    <a:pt x="77384" y="39515"/>
                  </a:lnTo>
                  <a:lnTo>
                    <a:pt x="73043" y="41461"/>
                  </a:lnTo>
                  <a:lnTo>
                    <a:pt x="68702" y="43706"/>
                  </a:lnTo>
                  <a:lnTo>
                    <a:pt x="65260" y="33229"/>
                  </a:lnTo>
                  <a:lnTo>
                    <a:pt x="69002" y="31283"/>
                  </a:lnTo>
                  <a:lnTo>
                    <a:pt x="72893" y="29487"/>
                  </a:lnTo>
                  <a:lnTo>
                    <a:pt x="76935" y="27990"/>
                  </a:lnTo>
                  <a:lnTo>
                    <a:pt x="80976" y="26643"/>
                  </a:lnTo>
                  <a:close/>
                  <a:moveTo>
                    <a:pt x="128424" y="26643"/>
                  </a:moveTo>
                  <a:lnTo>
                    <a:pt x="132465" y="27990"/>
                  </a:lnTo>
                  <a:lnTo>
                    <a:pt x="136507" y="29487"/>
                  </a:lnTo>
                  <a:lnTo>
                    <a:pt x="140398" y="31283"/>
                  </a:lnTo>
                  <a:lnTo>
                    <a:pt x="144140" y="33229"/>
                  </a:lnTo>
                  <a:lnTo>
                    <a:pt x="140698" y="43706"/>
                  </a:lnTo>
                  <a:lnTo>
                    <a:pt x="136507" y="41461"/>
                  </a:lnTo>
                  <a:lnTo>
                    <a:pt x="132166" y="39515"/>
                  </a:lnTo>
                  <a:lnTo>
                    <a:pt x="127526" y="37719"/>
                  </a:lnTo>
                  <a:lnTo>
                    <a:pt x="122886" y="36372"/>
                  </a:lnTo>
                  <a:lnTo>
                    <a:pt x="128424" y="26643"/>
                  </a:lnTo>
                  <a:close/>
                  <a:moveTo>
                    <a:pt x="64511" y="33678"/>
                  </a:moveTo>
                  <a:lnTo>
                    <a:pt x="64511" y="33827"/>
                  </a:lnTo>
                  <a:lnTo>
                    <a:pt x="63314" y="34576"/>
                  </a:lnTo>
                  <a:lnTo>
                    <a:pt x="62416" y="35174"/>
                  </a:lnTo>
                  <a:lnTo>
                    <a:pt x="61518" y="35923"/>
                  </a:lnTo>
                  <a:lnTo>
                    <a:pt x="61667" y="35923"/>
                  </a:lnTo>
                  <a:lnTo>
                    <a:pt x="63613" y="34725"/>
                  </a:lnTo>
                  <a:lnTo>
                    <a:pt x="64511" y="34127"/>
                  </a:lnTo>
                  <a:lnTo>
                    <a:pt x="64811" y="35025"/>
                  </a:lnTo>
                  <a:lnTo>
                    <a:pt x="63613" y="35923"/>
                  </a:lnTo>
                  <a:lnTo>
                    <a:pt x="62865" y="36372"/>
                  </a:lnTo>
                  <a:lnTo>
                    <a:pt x="62117" y="36971"/>
                  </a:lnTo>
                  <a:lnTo>
                    <a:pt x="62117" y="37120"/>
                  </a:lnTo>
                  <a:lnTo>
                    <a:pt x="62266" y="37120"/>
                  </a:lnTo>
                  <a:lnTo>
                    <a:pt x="63913" y="36073"/>
                  </a:lnTo>
                  <a:lnTo>
                    <a:pt x="64960" y="35324"/>
                  </a:lnTo>
                  <a:lnTo>
                    <a:pt x="65260" y="36222"/>
                  </a:lnTo>
                  <a:lnTo>
                    <a:pt x="64062" y="36971"/>
                  </a:lnTo>
                  <a:lnTo>
                    <a:pt x="63314" y="37569"/>
                  </a:lnTo>
                  <a:lnTo>
                    <a:pt x="62566" y="38168"/>
                  </a:lnTo>
                  <a:lnTo>
                    <a:pt x="62566" y="38318"/>
                  </a:lnTo>
                  <a:lnTo>
                    <a:pt x="62715" y="38318"/>
                  </a:lnTo>
                  <a:lnTo>
                    <a:pt x="63464" y="37869"/>
                  </a:lnTo>
                  <a:lnTo>
                    <a:pt x="64212" y="37270"/>
                  </a:lnTo>
                  <a:lnTo>
                    <a:pt x="65409" y="36372"/>
                  </a:lnTo>
                  <a:lnTo>
                    <a:pt x="65559" y="37270"/>
                  </a:lnTo>
                  <a:lnTo>
                    <a:pt x="64661" y="38018"/>
                  </a:lnTo>
                  <a:lnTo>
                    <a:pt x="63913" y="38467"/>
                  </a:lnTo>
                  <a:lnTo>
                    <a:pt x="63464" y="39066"/>
                  </a:lnTo>
                  <a:lnTo>
                    <a:pt x="63464" y="39216"/>
                  </a:lnTo>
                  <a:lnTo>
                    <a:pt x="63613" y="39216"/>
                  </a:lnTo>
                  <a:lnTo>
                    <a:pt x="64960" y="38168"/>
                  </a:lnTo>
                  <a:lnTo>
                    <a:pt x="65709" y="37569"/>
                  </a:lnTo>
                  <a:lnTo>
                    <a:pt x="66158" y="38767"/>
                  </a:lnTo>
                  <a:lnTo>
                    <a:pt x="65260" y="39365"/>
                  </a:lnTo>
                  <a:lnTo>
                    <a:pt x="64511" y="39815"/>
                  </a:lnTo>
                  <a:lnTo>
                    <a:pt x="63913" y="40413"/>
                  </a:lnTo>
                  <a:lnTo>
                    <a:pt x="63913" y="40563"/>
                  </a:lnTo>
                  <a:lnTo>
                    <a:pt x="64661" y="40114"/>
                  </a:lnTo>
                  <a:lnTo>
                    <a:pt x="65409" y="39515"/>
                  </a:lnTo>
                  <a:lnTo>
                    <a:pt x="66158" y="39066"/>
                  </a:lnTo>
                  <a:lnTo>
                    <a:pt x="66457" y="39964"/>
                  </a:lnTo>
                  <a:lnTo>
                    <a:pt x="65709" y="40264"/>
                  </a:lnTo>
                  <a:lnTo>
                    <a:pt x="65110" y="40862"/>
                  </a:lnTo>
                  <a:lnTo>
                    <a:pt x="64511" y="41461"/>
                  </a:lnTo>
                  <a:lnTo>
                    <a:pt x="64511" y="41461"/>
                  </a:lnTo>
                  <a:lnTo>
                    <a:pt x="66308" y="40264"/>
                  </a:lnTo>
                  <a:lnTo>
                    <a:pt x="66607" y="40114"/>
                  </a:lnTo>
                  <a:lnTo>
                    <a:pt x="66757" y="40862"/>
                  </a:lnTo>
                  <a:lnTo>
                    <a:pt x="66457" y="41162"/>
                  </a:lnTo>
                  <a:lnTo>
                    <a:pt x="65858" y="41611"/>
                  </a:lnTo>
                  <a:lnTo>
                    <a:pt x="65110" y="42209"/>
                  </a:lnTo>
                  <a:lnTo>
                    <a:pt x="65110" y="42359"/>
                  </a:lnTo>
                  <a:lnTo>
                    <a:pt x="65260" y="42359"/>
                  </a:lnTo>
                  <a:lnTo>
                    <a:pt x="66457" y="41461"/>
                  </a:lnTo>
                  <a:lnTo>
                    <a:pt x="66906" y="41162"/>
                  </a:lnTo>
                  <a:lnTo>
                    <a:pt x="67206" y="41910"/>
                  </a:lnTo>
                  <a:lnTo>
                    <a:pt x="66607" y="42359"/>
                  </a:lnTo>
                  <a:lnTo>
                    <a:pt x="65709" y="43107"/>
                  </a:lnTo>
                  <a:lnTo>
                    <a:pt x="65858" y="43107"/>
                  </a:lnTo>
                  <a:lnTo>
                    <a:pt x="66308" y="42808"/>
                  </a:lnTo>
                  <a:lnTo>
                    <a:pt x="66757" y="42509"/>
                  </a:lnTo>
                  <a:lnTo>
                    <a:pt x="67206" y="42209"/>
                  </a:lnTo>
                  <a:lnTo>
                    <a:pt x="67505" y="42958"/>
                  </a:lnTo>
                  <a:lnTo>
                    <a:pt x="67206" y="43257"/>
                  </a:lnTo>
                  <a:lnTo>
                    <a:pt x="66757" y="43556"/>
                  </a:lnTo>
                  <a:lnTo>
                    <a:pt x="66308" y="44006"/>
                  </a:lnTo>
                  <a:lnTo>
                    <a:pt x="66457" y="44006"/>
                  </a:lnTo>
                  <a:lnTo>
                    <a:pt x="67505" y="43257"/>
                  </a:lnTo>
                  <a:lnTo>
                    <a:pt x="67804" y="43856"/>
                  </a:lnTo>
                  <a:lnTo>
                    <a:pt x="66906" y="44754"/>
                  </a:lnTo>
                  <a:lnTo>
                    <a:pt x="66906" y="44904"/>
                  </a:lnTo>
                  <a:lnTo>
                    <a:pt x="67505" y="44455"/>
                  </a:lnTo>
                  <a:lnTo>
                    <a:pt x="67954" y="44155"/>
                  </a:lnTo>
                  <a:lnTo>
                    <a:pt x="67954" y="44305"/>
                  </a:lnTo>
                  <a:lnTo>
                    <a:pt x="68104" y="44754"/>
                  </a:lnTo>
                  <a:lnTo>
                    <a:pt x="67954" y="45053"/>
                  </a:lnTo>
                  <a:lnTo>
                    <a:pt x="67505" y="45353"/>
                  </a:lnTo>
                  <a:lnTo>
                    <a:pt x="67355" y="45652"/>
                  </a:lnTo>
                  <a:lnTo>
                    <a:pt x="67355" y="45802"/>
                  </a:lnTo>
                  <a:lnTo>
                    <a:pt x="67804" y="45502"/>
                  </a:lnTo>
                  <a:lnTo>
                    <a:pt x="68104" y="45203"/>
                  </a:lnTo>
                  <a:lnTo>
                    <a:pt x="68253" y="45053"/>
                  </a:lnTo>
                  <a:lnTo>
                    <a:pt x="68253" y="45203"/>
                  </a:lnTo>
                  <a:lnTo>
                    <a:pt x="68403" y="45802"/>
                  </a:lnTo>
                  <a:lnTo>
                    <a:pt x="67954" y="46400"/>
                  </a:lnTo>
                  <a:lnTo>
                    <a:pt x="68553" y="46101"/>
                  </a:lnTo>
                  <a:lnTo>
                    <a:pt x="68702" y="46849"/>
                  </a:lnTo>
                  <a:lnTo>
                    <a:pt x="68403" y="47298"/>
                  </a:lnTo>
                  <a:lnTo>
                    <a:pt x="66906" y="46101"/>
                  </a:lnTo>
                  <a:lnTo>
                    <a:pt x="66158" y="45353"/>
                  </a:lnTo>
                  <a:lnTo>
                    <a:pt x="57776" y="38018"/>
                  </a:lnTo>
                  <a:lnTo>
                    <a:pt x="61069" y="35773"/>
                  </a:lnTo>
                  <a:lnTo>
                    <a:pt x="64511" y="33678"/>
                  </a:lnTo>
                  <a:close/>
                  <a:moveTo>
                    <a:pt x="145038" y="33678"/>
                  </a:moveTo>
                  <a:lnTo>
                    <a:pt x="148331" y="35773"/>
                  </a:lnTo>
                  <a:lnTo>
                    <a:pt x="151624" y="38018"/>
                  </a:lnTo>
                  <a:lnTo>
                    <a:pt x="143242" y="45353"/>
                  </a:lnTo>
                  <a:lnTo>
                    <a:pt x="142494" y="46101"/>
                  </a:lnTo>
                  <a:lnTo>
                    <a:pt x="141147" y="47298"/>
                  </a:lnTo>
                  <a:lnTo>
                    <a:pt x="140698" y="46849"/>
                  </a:lnTo>
                  <a:lnTo>
                    <a:pt x="140997" y="46101"/>
                  </a:lnTo>
                  <a:lnTo>
                    <a:pt x="141446" y="46400"/>
                  </a:lnTo>
                  <a:lnTo>
                    <a:pt x="140997" y="45802"/>
                  </a:lnTo>
                  <a:lnTo>
                    <a:pt x="141147" y="45203"/>
                  </a:lnTo>
                  <a:lnTo>
                    <a:pt x="141296" y="45053"/>
                  </a:lnTo>
                  <a:lnTo>
                    <a:pt x="141296" y="45203"/>
                  </a:lnTo>
                  <a:lnTo>
                    <a:pt x="141895" y="45652"/>
                  </a:lnTo>
                  <a:lnTo>
                    <a:pt x="142045" y="45802"/>
                  </a:lnTo>
                  <a:lnTo>
                    <a:pt x="142194" y="45652"/>
                  </a:lnTo>
                  <a:lnTo>
                    <a:pt x="141895" y="45353"/>
                  </a:lnTo>
                  <a:lnTo>
                    <a:pt x="141446" y="45053"/>
                  </a:lnTo>
                  <a:lnTo>
                    <a:pt x="141296" y="44754"/>
                  </a:lnTo>
                  <a:lnTo>
                    <a:pt x="141596" y="44305"/>
                  </a:lnTo>
                  <a:lnTo>
                    <a:pt x="141596" y="44155"/>
                  </a:lnTo>
                  <a:lnTo>
                    <a:pt x="142194" y="44754"/>
                  </a:lnTo>
                  <a:lnTo>
                    <a:pt x="142494" y="44904"/>
                  </a:lnTo>
                  <a:lnTo>
                    <a:pt x="142643" y="44754"/>
                  </a:lnTo>
                  <a:lnTo>
                    <a:pt x="141596" y="43856"/>
                  </a:lnTo>
                  <a:lnTo>
                    <a:pt x="141895" y="43257"/>
                  </a:lnTo>
                  <a:lnTo>
                    <a:pt x="142045" y="43257"/>
                  </a:lnTo>
                  <a:lnTo>
                    <a:pt x="143093" y="44006"/>
                  </a:lnTo>
                  <a:lnTo>
                    <a:pt x="143093" y="44006"/>
                  </a:lnTo>
                  <a:lnTo>
                    <a:pt x="142643" y="43556"/>
                  </a:lnTo>
                  <a:lnTo>
                    <a:pt x="142344" y="43257"/>
                  </a:lnTo>
                  <a:lnTo>
                    <a:pt x="141895" y="42958"/>
                  </a:lnTo>
                  <a:lnTo>
                    <a:pt x="142194" y="42209"/>
                  </a:lnTo>
                  <a:lnTo>
                    <a:pt x="142643" y="42509"/>
                  </a:lnTo>
                  <a:lnTo>
                    <a:pt x="143093" y="42808"/>
                  </a:lnTo>
                  <a:lnTo>
                    <a:pt x="143691" y="43107"/>
                  </a:lnTo>
                  <a:lnTo>
                    <a:pt x="142793" y="42359"/>
                  </a:lnTo>
                  <a:lnTo>
                    <a:pt x="142344" y="41910"/>
                  </a:lnTo>
                  <a:lnTo>
                    <a:pt x="142494" y="41162"/>
                  </a:lnTo>
                  <a:lnTo>
                    <a:pt x="143093" y="41461"/>
                  </a:lnTo>
                  <a:lnTo>
                    <a:pt x="144140" y="42359"/>
                  </a:lnTo>
                  <a:lnTo>
                    <a:pt x="144290" y="42359"/>
                  </a:lnTo>
                  <a:lnTo>
                    <a:pt x="144290" y="42209"/>
                  </a:lnTo>
                  <a:lnTo>
                    <a:pt x="143691" y="41611"/>
                  </a:lnTo>
                  <a:lnTo>
                    <a:pt x="142943" y="41162"/>
                  </a:lnTo>
                  <a:lnTo>
                    <a:pt x="142643" y="40862"/>
                  </a:lnTo>
                  <a:lnTo>
                    <a:pt x="142943" y="40114"/>
                  </a:lnTo>
                  <a:lnTo>
                    <a:pt x="143093" y="40264"/>
                  </a:lnTo>
                  <a:lnTo>
                    <a:pt x="144889" y="41461"/>
                  </a:lnTo>
                  <a:lnTo>
                    <a:pt x="144290" y="40862"/>
                  </a:lnTo>
                  <a:lnTo>
                    <a:pt x="143691" y="40264"/>
                  </a:lnTo>
                  <a:lnTo>
                    <a:pt x="142943" y="39964"/>
                  </a:lnTo>
                  <a:lnTo>
                    <a:pt x="143242" y="39066"/>
                  </a:lnTo>
                  <a:lnTo>
                    <a:pt x="143991" y="39515"/>
                  </a:lnTo>
                  <a:lnTo>
                    <a:pt x="144739" y="40114"/>
                  </a:lnTo>
                  <a:lnTo>
                    <a:pt x="145487" y="40563"/>
                  </a:lnTo>
                  <a:lnTo>
                    <a:pt x="145487" y="40413"/>
                  </a:lnTo>
                  <a:lnTo>
                    <a:pt x="144889" y="39815"/>
                  </a:lnTo>
                  <a:lnTo>
                    <a:pt x="144290" y="39365"/>
                  </a:lnTo>
                  <a:lnTo>
                    <a:pt x="143392" y="38767"/>
                  </a:lnTo>
                  <a:lnTo>
                    <a:pt x="143691" y="37569"/>
                  </a:lnTo>
                  <a:lnTo>
                    <a:pt x="144589" y="38168"/>
                  </a:lnTo>
                  <a:lnTo>
                    <a:pt x="145936" y="39216"/>
                  </a:lnTo>
                  <a:lnTo>
                    <a:pt x="145936" y="39066"/>
                  </a:lnTo>
                  <a:lnTo>
                    <a:pt x="145487" y="38467"/>
                  </a:lnTo>
                  <a:lnTo>
                    <a:pt x="144889" y="38018"/>
                  </a:lnTo>
                  <a:lnTo>
                    <a:pt x="143841" y="37270"/>
                  </a:lnTo>
                  <a:lnTo>
                    <a:pt x="144140" y="36372"/>
                  </a:lnTo>
                  <a:lnTo>
                    <a:pt x="145188" y="37270"/>
                  </a:lnTo>
                  <a:lnTo>
                    <a:pt x="145936" y="37869"/>
                  </a:lnTo>
                  <a:lnTo>
                    <a:pt x="146834" y="38318"/>
                  </a:lnTo>
                  <a:lnTo>
                    <a:pt x="146834" y="38168"/>
                  </a:lnTo>
                  <a:lnTo>
                    <a:pt x="146086" y="37569"/>
                  </a:lnTo>
                  <a:lnTo>
                    <a:pt x="145338" y="36971"/>
                  </a:lnTo>
                  <a:lnTo>
                    <a:pt x="144140" y="36222"/>
                  </a:lnTo>
                  <a:lnTo>
                    <a:pt x="144440" y="35324"/>
                  </a:lnTo>
                  <a:lnTo>
                    <a:pt x="145487" y="36073"/>
                  </a:lnTo>
                  <a:lnTo>
                    <a:pt x="147134" y="37120"/>
                  </a:lnTo>
                  <a:lnTo>
                    <a:pt x="147283" y="37120"/>
                  </a:lnTo>
                  <a:lnTo>
                    <a:pt x="147283" y="36971"/>
                  </a:lnTo>
                  <a:lnTo>
                    <a:pt x="146535" y="36372"/>
                  </a:lnTo>
                  <a:lnTo>
                    <a:pt x="145936" y="35923"/>
                  </a:lnTo>
                  <a:lnTo>
                    <a:pt x="144589" y="35025"/>
                  </a:lnTo>
                  <a:lnTo>
                    <a:pt x="144889" y="34127"/>
                  </a:lnTo>
                  <a:lnTo>
                    <a:pt x="145787" y="34725"/>
                  </a:lnTo>
                  <a:lnTo>
                    <a:pt x="147882" y="35923"/>
                  </a:lnTo>
                  <a:lnTo>
                    <a:pt x="147134" y="35174"/>
                  </a:lnTo>
                  <a:lnTo>
                    <a:pt x="146236" y="34576"/>
                  </a:lnTo>
                  <a:lnTo>
                    <a:pt x="145038" y="33827"/>
                  </a:lnTo>
                  <a:lnTo>
                    <a:pt x="145038" y="33678"/>
                  </a:lnTo>
                  <a:close/>
                  <a:moveTo>
                    <a:pt x="140548" y="46999"/>
                  </a:moveTo>
                  <a:lnTo>
                    <a:pt x="140997" y="47448"/>
                  </a:lnTo>
                  <a:lnTo>
                    <a:pt x="140249" y="48047"/>
                  </a:lnTo>
                  <a:lnTo>
                    <a:pt x="140249" y="48047"/>
                  </a:lnTo>
                  <a:lnTo>
                    <a:pt x="140548" y="46999"/>
                  </a:lnTo>
                  <a:close/>
                  <a:moveTo>
                    <a:pt x="68852" y="46999"/>
                  </a:moveTo>
                  <a:lnTo>
                    <a:pt x="69151" y="48047"/>
                  </a:lnTo>
                  <a:lnTo>
                    <a:pt x="69151" y="48047"/>
                  </a:lnTo>
                  <a:lnTo>
                    <a:pt x="68403" y="47448"/>
                  </a:lnTo>
                  <a:lnTo>
                    <a:pt x="68852" y="46999"/>
                  </a:lnTo>
                  <a:close/>
                  <a:moveTo>
                    <a:pt x="96094" y="53286"/>
                  </a:moveTo>
                  <a:lnTo>
                    <a:pt x="95046" y="60620"/>
                  </a:lnTo>
                  <a:lnTo>
                    <a:pt x="94896" y="60620"/>
                  </a:lnTo>
                  <a:lnTo>
                    <a:pt x="93100" y="53884"/>
                  </a:lnTo>
                  <a:lnTo>
                    <a:pt x="96094" y="53286"/>
                  </a:lnTo>
                  <a:close/>
                  <a:moveTo>
                    <a:pt x="113007" y="53286"/>
                  </a:moveTo>
                  <a:lnTo>
                    <a:pt x="116150" y="53884"/>
                  </a:lnTo>
                  <a:lnTo>
                    <a:pt x="114803" y="60620"/>
                  </a:lnTo>
                  <a:lnTo>
                    <a:pt x="114055" y="60470"/>
                  </a:lnTo>
                  <a:lnTo>
                    <a:pt x="113007" y="53286"/>
                  </a:lnTo>
                  <a:close/>
                  <a:moveTo>
                    <a:pt x="110313" y="35174"/>
                  </a:moveTo>
                  <a:lnTo>
                    <a:pt x="114654" y="35624"/>
                  </a:lnTo>
                  <a:lnTo>
                    <a:pt x="118994" y="36372"/>
                  </a:lnTo>
                  <a:lnTo>
                    <a:pt x="118994" y="43257"/>
                  </a:lnTo>
                  <a:lnTo>
                    <a:pt x="122437" y="37270"/>
                  </a:lnTo>
                  <a:lnTo>
                    <a:pt x="127077" y="38617"/>
                  </a:lnTo>
                  <a:lnTo>
                    <a:pt x="131717" y="40413"/>
                  </a:lnTo>
                  <a:lnTo>
                    <a:pt x="136058" y="42359"/>
                  </a:lnTo>
                  <a:lnTo>
                    <a:pt x="140398" y="44754"/>
                  </a:lnTo>
                  <a:lnTo>
                    <a:pt x="138153" y="51190"/>
                  </a:lnTo>
                  <a:lnTo>
                    <a:pt x="138153" y="51190"/>
                  </a:lnTo>
                  <a:lnTo>
                    <a:pt x="143392" y="46700"/>
                  </a:lnTo>
                  <a:lnTo>
                    <a:pt x="145637" y="48197"/>
                  </a:lnTo>
                  <a:lnTo>
                    <a:pt x="147733" y="49843"/>
                  </a:lnTo>
                  <a:lnTo>
                    <a:pt x="149828" y="51489"/>
                  </a:lnTo>
                  <a:lnTo>
                    <a:pt x="151774" y="53286"/>
                  </a:lnTo>
                  <a:lnTo>
                    <a:pt x="138902" y="63164"/>
                  </a:lnTo>
                  <a:lnTo>
                    <a:pt x="136207" y="61069"/>
                  </a:lnTo>
                  <a:lnTo>
                    <a:pt x="133513" y="59273"/>
                  </a:lnTo>
                  <a:lnTo>
                    <a:pt x="135609" y="55980"/>
                  </a:lnTo>
                  <a:lnTo>
                    <a:pt x="136357" y="55980"/>
                  </a:lnTo>
                  <a:lnTo>
                    <a:pt x="137105" y="55830"/>
                  </a:lnTo>
                  <a:lnTo>
                    <a:pt x="137704" y="55231"/>
                  </a:lnTo>
                  <a:lnTo>
                    <a:pt x="138153" y="54483"/>
                  </a:lnTo>
                  <a:lnTo>
                    <a:pt x="138303" y="54034"/>
                  </a:lnTo>
                  <a:lnTo>
                    <a:pt x="138303" y="53735"/>
                  </a:lnTo>
                  <a:lnTo>
                    <a:pt x="138003" y="52837"/>
                  </a:lnTo>
                  <a:lnTo>
                    <a:pt x="137554" y="52238"/>
                  </a:lnTo>
                  <a:lnTo>
                    <a:pt x="137255" y="51938"/>
                  </a:lnTo>
                  <a:lnTo>
                    <a:pt x="136806" y="51789"/>
                  </a:lnTo>
                  <a:lnTo>
                    <a:pt x="136357" y="51639"/>
                  </a:lnTo>
                  <a:lnTo>
                    <a:pt x="135908" y="51639"/>
                  </a:lnTo>
                  <a:lnTo>
                    <a:pt x="135160" y="51789"/>
                  </a:lnTo>
                  <a:lnTo>
                    <a:pt x="134411" y="52388"/>
                  </a:lnTo>
                  <a:lnTo>
                    <a:pt x="134261" y="52687"/>
                  </a:lnTo>
                  <a:lnTo>
                    <a:pt x="133962" y="53136"/>
                  </a:lnTo>
                  <a:lnTo>
                    <a:pt x="133962" y="53735"/>
                  </a:lnTo>
                  <a:lnTo>
                    <a:pt x="133962" y="54483"/>
                  </a:lnTo>
                  <a:lnTo>
                    <a:pt x="134261" y="55082"/>
                  </a:lnTo>
                  <a:lnTo>
                    <a:pt x="134711" y="55531"/>
                  </a:lnTo>
                  <a:lnTo>
                    <a:pt x="132765" y="58824"/>
                  </a:lnTo>
                  <a:lnTo>
                    <a:pt x="129172" y="56728"/>
                  </a:lnTo>
                  <a:lnTo>
                    <a:pt x="125430" y="54932"/>
                  </a:lnTo>
                  <a:lnTo>
                    <a:pt x="121539" y="53585"/>
                  </a:lnTo>
                  <a:lnTo>
                    <a:pt x="117348" y="52388"/>
                  </a:lnTo>
                  <a:lnTo>
                    <a:pt x="118246" y="48346"/>
                  </a:lnTo>
                  <a:lnTo>
                    <a:pt x="118994" y="48047"/>
                  </a:lnTo>
                  <a:lnTo>
                    <a:pt x="119743" y="47598"/>
                  </a:lnTo>
                  <a:lnTo>
                    <a:pt x="120192" y="46999"/>
                  </a:lnTo>
                  <a:lnTo>
                    <a:pt x="120341" y="46101"/>
                  </a:lnTo>
                  <a:lnTo>
                    <a:pt x="120341" y="45652"/>
                  </a:lnTo>
                  <a:lnTo>
                    <a:pt x="120192" y="45203"/>
                  </a:lnTo>
                  <a:lnTo>
                    <a:pt x="119743" y="44604"/>
                  </a:lnTo>
                  <a:lnTo>
                    <a:pt x="118994" y="44155"/>
                  </a:lnTo>
                  <a:lnTo>
                    <a:pt x="118545" y="44006"/>
                  </a:lnTo>
                  <a:lnTo>
                    <a:pt x="118096" y="43856"/>
                  </a:lnTo>
                  <a:lnTo>
                    <a:pt x="117647" y="44006"/>
                  </a:lnTo>
                  <a:lnTo>
                    <a:pt x="117198" y="44155"/>
                  </a:lnTo>
                  <a:lnTo>
                    <a:pt x="116599" y="44604"/>
                  </a:lnTo>
                  <a:lnTo>
                    <a:pt x="116150" y="45203"/>
                  </a:lnTo>
                  <a:lnTo>
                    <a:pt x="116001" y="45652"/>
                  </a:lnTo>
                  <a:lnTo>
                    <a:pt x="115851" y="46101"/>
                  </a:lnTo>
                  <a:lnTo>
                    <a:pt x="116001" y="46849"/>
                  </a:lnTo>
                  <a:lnTo>
                    <a:pt x="116300" y="47298"/>
                  </a:lnTo>
                  <a:lnTo>
                    <a:pt x="116749" y="47897"/>
                  </a:lnTo>
                  <a:lnTo>
                    <a:pt x="117348" y="48197"/>
                  </a:lnTo>
                  <a:lnTo>
                    <a:pt x="116450" y="52238"/>
                  </a:lnTo>
                  <a:lnTo>
                    <a:pt x="112708" y="51489"/>
                  </a:lnTo>
                  <a:lnTo>
                    <a:pt x="110313" y="35174"/>
                  </a:lnTo>
                  <a:close/>
                  <a:moveTo>
                    <a:pt x="98488" y="35174"/>
                  </a:moveTo>
                  <a:lnTo>
                    <a:pt x="96243" y="51489"/>
                  </a:lnTo>
                  <a:lnTo>
                    <a:pt x="92651" y="52238"/>
                  </a:lnTo>
                  <a:lnTo>
                    <a:pt x="91453" y="48346"/>
                  </a:lnTo>
                  <a:lnTo>
                    <a:pt x="92052" y="47747"/>
                  </a:lnTo>
                  <a:lnTo>
                    <a:pt x="92501" y="46999"/>
                  </a:lnTo>
                  <a:lnTo>
                    <a:pt x="92501" y="46251"/>
                  </a:lnTo>
                  <a:lnTo>
                    <a:pt x="92352" y="45353"/>
                  </a:lnTo>
                  <a:lnTo>
                    <a:pt x="92052" y="45053"/>
                  </a:lnTo>
                  <a:lnTo>
                    <a:pt x="91753" y="44754"/>
                  </a:lnTo>
                  <a:lnTo>
                    <a:pt x="91004" y="44305"/>
                  </a:lnTo>
                  <a:lnTo>
                    <a:pt x="90256" y="44155"/>
                  </a:lnTo>
                  <a:lnTo>
                    <a:pt x="89807" y="44305"/>
                  </a:lnTo>
                  <a:lnTo>
                    <a:pt x="89358" y="44455"/>
                  </a:lnTo>
                  <a:lnTo>
                    <a:pt x="88909" y="44604"/>
                  </a:lnTo>
                  <a:lnTo>
                    <a:pt x="88610" y="44904"/>
                  </a:lnTo>
                  <a:lnTo>
                    <a:pt x="88310" y="45652"/>
                  </a:lnTo>
                  <a:lnTo>
                    <a:pt x="88161" y="46550"/>
                  </a:lnTo>
                  <a:lnTo>
                    <a:pt x="88161" y="46999"/>
                  </a:lnTo>
                  <a:lnTo>
                    <a:pt x="88310" y="47448"/>
                  </a:lnTo>
                  <a:lnTo>
                    <a:pt x="88759" y="47897"/>
                  </a:lnTo>
                  <a:lnTo>
                    <a:pt x="89208" y="48346"/>
                  </a:lnTo>
                  <a:lnTo>
                    <a:pt x="89807" y="48496"/>
                  </a:lnTo>
                  <a:lnTo>
                    <a:pt x="90555" y="48646"/>
                  </a:lnTo>
                  <a:lnTo>
                    <a:pt x="91603" y="52537"/>
                  </a:lnTo>
                  <a:lnTo>
                    <a:pt x="87412" y="53735"/>
                  </a:lnTo>
                  <a:lnTo>
                    <a:pt x="83521" y="55231"/>
                  </a:lnTo>
                  <a:lnTo>
                    <a:pt x="79629" y="57028"/>
                  </a:lnTo>
                  <a:lnTo>
                    <a:pt x="75887" y="59273"/>
                  </a:lnTo>
                  <a:lnTo>
                    <a:pt x="73941" y="55680"/>
                  </a:lnTo>
                  <a:lnTo>
                    <a:pt x="74390" y="54932"/>
                  </a:lnTo>
                  <a:lnTo>
                    <a:pt x="74540" y="54034"/>
                  </a:lnTo>
                  <a:lnTo>
                    <a:pt x="74240" y="53286"/>
                  </a:lnTo>
                  <a:lnTo>
                    <a:pt x="73791" y="52537"/>
                  </a:lnTo>
                  <a:lnTo>
                    <a:pt x="73492" y="52238"/>
                  </a:lnTo>
                  <a:lnTo>
                    <a:pt x="73043" y="52088"/>
                  </a:lnTo>
                  <a:lnTo>
                    <a:pt x="72295" y="51938"/>
                  </a:lnTo>
                  <a:lnTo>
                    <a:pt x="71397" y="52088"/>
                  </a:lnTo>
                  <a:lnTo>
                    <a:pt x="71097" y="52388"/>
                  </a:lnTo>
                  <a:lnTo>
                    <a:pt x="70648" y="52687"/>
                  </a:lnTo>
                  <a:lnTo>
                    <a:pt x="70499" y="52986"/>
                  </a:lnTo>
                  <a:lnTo>
                    <a:pt x="70199" y="53286"/>
                  </a:lnTo>
                  <a:lnTo>
                    <a:pt x="70049" y="54184"/>
                  </a:lnTo>
                  <a:lnTo>
                    <a:pt x="70199" y="55082"/>
                  </a:lnTo>
                  <a:lnTo>
                    <a:pt x="70499" y="55381"/>
                  </a:lnTo>
                  <a:lnTo>
                    <a:pt x="70798" y="55680"/>
                  </a:lnTo>
                  <a:lnTo>
                    <a:pt x="71247" y="56129"/>
                  </a:lnTo>
                  <a:lnTo>
                    <a:pt x="71846" y="56279"/>
                  </a:lnTo>
                  <a:lnTo>
                    <a:pt x="72444" y="56429"/>
                  </a:lnTo>
                  <a:lnTo>
                    <a:pt x="73043" y="56279"/>
                  </a:lnTo>
                  <a:lnTo>
                    <a:pt x="75139" y="59722"/>
                  </a:lnTo>
                  <a:lnTo>
                    <a:pt x="72444" y="61668"/>
                  </a:lnTo>
                  <a:lnTo>
                    <a:pt x="69750" y="63763"/>
                  </a:lnTo>
                  <a:lnTo>
                    <a:pt x="56728" y="54184"/>
                  </a:lnTo>
                  <a:lnTo>
                    <a:pt x="58824" y="52088"/>
                  </a:lnTo>
                  <a:lnTo>
                    <a:pt x="61218" y="50142"/>
                  </a:lnTo>
                  <a:lnTo>
                    <a:pt x="63613" y="48346"/>
                  </a:lnTo>
                  <a:lnTo>
                    <a:pt x="66008" y="46550"/>
                  </a:lnTo>
                  <a:lnTo>
                    <a:pt x="71247" y="51190"/>
                  </a:lnTo>
                  <a:lnTo>
                    <a:pt x="71247" y="51190"/>
                  </a:lnTo>
                  <a:lnTo>
                    <a:pt x="69151" y="44754"/>
                  </a:lnTo>
                  <a:lnTo>
                    <a:pt x="73342" y="42359"/>
                  </a:lnTo>
                  <a:lnTo>
                    <a:pt x="77683" y="40264"/>
                  </a:lnTo>
                  <a:lnTo>
                    <a:pt x="82323" y="38617"/>
                  </a:lnTo>
                  <a:lnTo>
                    <a:pt x="86963" y="37120"/>
                  </a:lnTo>
                  <a:lnTo>
                    <a:pt x="90406" y="43257"/>
                  </a:lnTo>
                  <a:lnTo>
                    <a:pt x="90555" y="36372"/>
                  </a:lnTo>
                  <a:lnTo>
                    <a:pt x="94447" y="35624"/>
                  </a:lnTo>
                  <a:lnTo>
                    <a:pt x="98488" y="35174"/>
                  </a:lnTo>
                  <a:close/>
                  <a:moveTo>
                    <a:pt x="56878" y="38467"/>
                  </a:moveTo>
                  <a:lnTo>
                    <a:pt x="65260" y="45951"/>
                  </a:lnTo>
                  <a:lnTo>
                    <a:pt x="62865" y="47747"/>
                  </a:lnTo>
                  <a:lnTo>
                    <a:pt x="60470" y="49544"/>
                  </a:lnTo>
                  <a:lnTo>
                    <a:pt x="58075" y="51489"/>
                  </a:lnTo>
                  <a:lnTo>
                    <a:pt x="55830" y="53585"/>
                  </a:lnTo>
                  <a:lnTo>
                    <a:pt x="48196" y="47897"/>
                  </a:lnTo>
                  <a:lnTo>
                    <a:pt x="47298" y="48646"/>
                  </a:lnTo>
                  <a:lnTo>
                    <a:pt x="53136" y="56279"/>
                  </a:lnTo>
                  <a:lnTo>
                    <a:pt x="51040" y="58524"/>
                  </a:lnTo>
                  <a:lnTo>
                    <a:pt x="49244" y="60770"/>
                  </a:lnTo>
                  <a:lnTo>
                    <a:pt x="47448" y="63164"/>
                  </a:lnTo>
                  <a:lnTo>
                    <a:pt x="45802" y="65559"/>
                  </a:lnTo>
                  <a:lnTo>
                    <a:pt x="38018" y="57477"/>
                  </a:lnTo>
                  <a:lnTo>
                    <a:pt x="40114" y="54782"/>
                  </a:lnTo>
                  <a:lnTo>
                    <a:pt x="42209" y="52238"/>
                  </a:lnTo>
                  <a:lnTo>
                    <a:pt x="44454" y="49693"/>
                  </a:lnTo>
                  <a:lnTo>
                    <a:pt x="46700" y="47298"/>
                  </a:lnTo>
                  <a:lnTo>
                    <a:pt x="49094" y="44904"/>
                  </a:lnTo>
                  <a:lnTo>
                    <a:pt x="51639" y="42658"/>
                  </a:lnTo>
                  <a:lnTo>
                    <a:pt x="54184" y="40563"/>
                  </a:lnTo>
                  <a:lnTo>
                    <a:pt x="56878" y="38467"/>
                  </a:lnTo>
                  <a:close/>
                  <a:moveTo>
                    <a:pt x="152522" y="38617"/>
                  </a:moveTo>
                  <a:lnTo>
                    <a:pt x="155216" y="40563"/>
                  </a:lnTo>
                  <a:lnTo>
                    <a:pt x="157761" y="42658"/>
                  </a:lnTo>
                  <a:lnTo>
                    <a:pt x="160306" y="44904"/>
                  </a:lnTo>
                  <a:lnTo>
                    <a:pt x="162700" y="47298"/>
                  </a:lnTo>
                  <a:lnTo>
                    <a:pt x="164946" y="49693"/>
                  </a:lnTo>
                  <a:lnTo>
                    <a:pt x="167191" y="52238"/>
                  </a:lnTo>
                  <a:lnTo>
                    <a:pt x="169286" y="54932"/>
                  </a:lnTo>
                  <a:lnTo>
                    <a:pt x="171382" y="57626"/>
                  </a:lnTo>
                  <a:lnTo>
                    <a:pt x="163748" y="65559"/>
                  </a:lnTo>
                  <a:lnTo>
                    <a:pt x="161802" y="62865"/>
                  </a:lnTo>
                  <a:lnTo>
                    <a:pt x="159707" y="60320"/>
                  </a:lnTo>
                  <a:lnTo>
                    <a:pt x="157611" y="57776"/>
                  </a:lnTo>
                  <a:lnTo>
                    <a:pt x="155366" y="55381"/>
                  </a:lnTo>
                  <a:lnTo>
                    <a:pt x="161054" y="47897"/>
                  </a:lnTo>
                  <a:lnTo>
                    <a:pt x="160156" y="46999"/>
                  </a:lnTo>
                  <a:lnTo>
                    <a:pt x="152672" y="52687"/>
                  </a:lnTo>
                  <a:lnTo>
                    <a:pt x="150576" y="50891"/>
                  </a:lnTo>
                  <a:lnTo>
                    <a:pt x="148481" y="49095"/>
                  </a:lnTo>
                  <a:lnTo>
                    <a:pt x="146385" y="47448"/>
                  </a:lnTo>
                  <a:lnTo>
                    <a:pt x="144140" y="45951"/>
                  </a:lnTo>
                  <a:lnTo>
                    <a:pt x="152522" y="38617"/>
                  </a:lnTo>
                  <a:close/>
                  <a:moveTo>
                    <a:pt x="117048" y="54184"/>
                  </a:moveTo>
                  <a:lnTo>
                    <a:pt x="120940" y="55231"/>
                  </a:lnTo>
                  <a:lnTo>
                    <a:pt x="124682" y="56579"/>
                  </a:lnTo>
                  <a:lnTo>
                    <a:pt x="128424" y="58375"/>
                  </a:lnTo>
                  <a:lnTo>
                    <a:pt x="131867" y="60320"/>
                  </a:lnTo>
                  <a:lnTo>
                    <a:pt x="128274" y="66158"/>
                  </a:lnTo>
                  <a:lnTo>
                    <a:pt x="125281" y="64511"/>
                  </a:lnTo>
                  <a:lnTo>
                    <a:pt x="122287" y="63015"/>
                  </a:lnTo>
                  <a:lnTo>
                    <a:pt x="118994" y="61817"/>
                  </a:lnTo>
                  <a:lnTo>
                    <a:pt x="115701" y="60919"/>
                  </a:lnTo>
                  <a:lnTo>
                    <a:pt x="117048" y="54184"/>
                  </a:lnTo>
                  <a:close/>
                  <a:moveTo>
                    <a:pt x="92052" y="54184"/>
                  </a:moveTo>
                  <a:lnTo>
                    <a:pt x="93998" y="60770"/>
                  </a:lnTo>
                  <a:lnTo>
                    <a:pt x="90406" y="61817"/>
                  </a:lnTo>
                  <a:lnTo>
                    <a:pt x="86813" y="63164"/>
                  </a:lnTo>
                  <a:lnTo>
                    <a:pt x="83521" y="64811"/>
                  </a:lnTo>
                  <a:lnTo>
                    <a:pt x="80228" y="66757"/>
                  </a:lnTo>
                  <a:lnTo>
                    <a:pt x="76785" y="60770"/>
                  </a:lnTo>
                  <a:lnTo>
                    <a:pt x="80377" y="58674"/>
                  </a:lnTo>
                  <a:lnTo>
                    <a:pt x="84119" y="56878"/>
                  </a:lnTo>
                  <a:lnTo>
                    <a:pt x="88011" y="55381"/>
                  </a:lnTo>
                  <a:lnTo>
                    <a:pt x="92052" y="54184"/>
                  </a:lnTo>
                  <a:close/>
                  <a:moveTo>
                    <a:pt x="132615" y="60770"/>
                  </a:moveTo>
                  <a:lnTo>
                    <a:pt x="135160" y="62416"/>
                  </a:lnTo>
                  <a:lnTo>
                    <a:pt x="137405" y="64212"/>
                  </a:lnTo>
                  <a:lnTo>
                    <a:pt x="131717" y="68553"/>
                  </a:lnTo>
                  <a:lnTo>
                    <a:pt x="129172" y="66607"/>
                  </a:lnTo>
                  <a:lnTo>
                    <a:pt x="132615" y="60770"/>
                  </a:lnTo>
                  <a:close/>
                  <a:moveTo>
                    <a:pt x="37569" y="58375"/>
                  </a:moveTo>
                  <a:lnTo>
                    <a:pt x="38168" y="59123"/>
                  </a:lnTo>
                  <a:lnTo>
                    <a:pt x="37420" y="60320"/>
                  </a:lnTo>
                  <a:lnTo>
                    <a:pt x="36971" y="61219"/>
                  </a:lnTo>
                  <a:lnTo>
                    <a:pt x="36671" y="62117"/>
                  </a:lnTo>
                  <a:lnTo>
                    <a:pt x="37719" y="60470"/>
                  </a:lnTo>
                  <a:lnTo>
                    <a:pt x="38467" y="59273"/>
                  </a:lnTo>
                  <a:lnTo>
                    <a:pt x="39066" y="60021"/>
                  </a:lnTo>
                  <a:lnTo>
                    <a:pt x="38318" y="61219"/>
                  </a:lnTo>
                  <a:lnTo>
                    <a:pt x="37869" y="62117"/>
                  </a:lnTo>
                  <a:lnTo>
                    <a:pt x="37569" y="63015"/>
                  </a:lnTo>
                  <a:lnTo>
                    <a:pt x="37569" y="63015"/>
                  </a:lnTo>
                  <a:lnTo>
                    <a:pt x="38168" y="62266"/>
                  </a:lnTo>
                  <a:lnTo>
                    <a:pt x="38617" y="61368"/>
                  </a:lnTo>
                  <a:lnTo>
                    <a:pt x="39216" y="60171"/>
                  </a:lnTo>
                  <a:lnTo>
                    <a:pt x="39814" y="60770"/>
                  </a:lnTo>
                  <a:lnTo>
                    <a:pt x="39066" y="62117"/>
                  </a:lnTo>
                  <a:lnTo>
                    <a:pt x="38916" y="62715"/>
                  </a:lnTo>
                  <a:lnTo>
                    <a:pt x="38617" y="63314"/>
                  </a:lnTo>
                  <a:lnTo>
                    <a:pt x="38767" y="63464"/>
                  </a:lnTo>
                  <a:lnTo>
                    <a:pt x="39665" y="61967"/>
                  </a:lnTo>
                  <a:lnTo>
                    <a:pt x="40114" y="61069"/>
                  </a:lnTo>
                  <a:lnTo>
                    <a:pt x="40862" y="61967"/>
                  </a:lnTo>
                  <a:lnTo>
                    <a:pt x="40413" y="62865"/>
                  </a:lnTo>
                  <a:lnTo>
                    <a:pt x="39964" y="63613"/>
                  </a:lnTo>
                  <a:lnTo>
                    <a:pt x="39665" y="64511"/>
                  </a:lnTo>
                  <a:lnTo>
                    <a:pt x="39814" y="64511"/>
                  </a:lnTo>
                  <a:lnTo>
                    <a:pt x="40263" y="63763"/>
                  </a:lnTo>
                  <a:lnTo>
                    <a:pt x="40563" y="63015"/>
                  </a:lnTo>
                  <a:lnTo>
                    <a:pt x="41162" y="62117"/>
                  </a:lnTo>
                  <a:lnTo>
                    <a:pt x="41760" y="62865"/>
                  </a:lnTo>
                  <a:lnTo>
                    <a:pt x="41311" y="63613"/>
                  </a:lnTo>
                  <a:lnTo>
                    <a:pt x="40862" y="64362"/>
                  </a:lnTo>
                  <a:lnTo>
                    <a:pt x="40563" y="65110"/>
                  </a:lnTo>
                  <a:lnTo>
                    <a:pt x="40713" y="65110"/>
                  </a:lnTo>
                  <a:lnTo>
                    <a:pt x="41760" y="63314"/>
                  </a:lnTo>
                  <a:lnTo>
                    <a:pt x="41910" y="63015"/>
                  </a:lnTo>
                  <a:lnTo>
                    <a:pt x="42509" y="63613"/>
                  </a:lnTo>
                  <a:lnTo>
                    <a:pt x="42209" y="64062"/>
                  </a:lnTo>
                  <a:lnTo>
                    <a:pt x="41611" y="65559"/>
                  </a:lnTo>
                  <a:lnTo>
                    <a:pt x="41760" y="65559"/>
                  </a:lnTo>
                  <a:lnTo>
                    <a:pt x="42359" y="64212"/>
                  </a:lnTo>
                  <a:lnTo>
                    <a:pt x="42658" y="63763"/>
                  </a:lnTo>
                  <a:lnTo>
                    <a:pt x="43257" y="64362"/>
                  </a:lnTo>
                  <a:lnTo>
                    <a:pt x="42958" y="64961"/>
                  </a:lnTo>
                  <a:lnTo>
                    <a:pt x="42509" y="66008"/>
                  </a:lnTo>
                  <a:lnTo>
                    <a:pt x="43107" y="65410"/>
                  </a:lnTo>
                  <a:lnTo>
                    <a:pt x="43407" y="64511"/>
                  </a:lnTo>
                  <a:lnTo>
                    <a:pt x="44005" y="65110"/>
                  </a:lnTo>
                  <a:lnTo>
                    <a:pt x="43856" y="65410"/>
                  </a:lnTo>
                  <a:lnTo>
                    <a:pt x="43556" y="66008"/>
                  </a:lnTo>
                  <a:lnTo>
                    <a:pt x="43407" y="66457"/>
                  </a:lnTo>
                  <a:lnTo>
                    <a:pt x="43556" y="66607"/>
                  </a:lnTo>
                  <a:lnTo>
                    <a:pt x="44005" y="65559"/>
                  </a:lnTo>
                  <a:lnTo>
                    <a:pt x="44155" y="65410"/>
                  </a:lnTo>
                  <a:lnTo>
                    <a:pt x="44754" y="65859"/>
                  </a:lnTo>
                  <a:lnTo>
                    <a:pt x="44155" y="67056"/>
                  </a:lnTo>
                  <a:lnTo>
                    <a:pt x="44305" y="67206"/>
                  </a:lnTo>
                  <a:lnTo>
                    <a:pt x="44904" y="66158"/>
                  </a:lnTo>
                  <a:lnTo>
                    <a:pt x="45203" y="66457"/>
                  </a:lnTo>
                  <a:lnTo>
                    <a:pt x="45353" y="66607"/>
                  </a:lnTo>
                  <a:lnTo>
                    <a:pt x="45203" y="66757"/>
                  </a:lnTo>
                  <a:lnTo>
                    <a:pt x="45053" y="67206"/>
                  </a:lnTo>
                  <a:lnTo>
                    <a:pt x="45053" y="67655"/>
                  </a:lnTo>
                  <a:lnTo>
                    <a:pt x="45053" y="67804"/>
                  </a:lnTo>
                  <a:lnTo>
                    <a:pt x="45203" y="67804"/>
                  </a:lnTo>
                  <a:lnTo>
                    <a:pt x="45502" y="66906"/>
                  </a:lnTo>
                  <a:lnTo>
                    <a:pt x="45502" y="66757"/>
                  </a:lnTo>
                  <a:lnTo>
                    <a:pt x="45951" y="67206"/>
                  </a:lnTo>
                  <a:lnTo>
                    <a:pt x="46101" y="67355"/>
                  </a:lnTo>
                  <a:lnTo>
                    <a:pt x="45802" y="68104"/>
                  </a:lnTo>
                  <a:lnTo>
                    <a:pt x="45951" y="68104"/>
                  </a:lnTo>
                  <a:lnTo>
                    <a:pt x="46251" y="67505"/>
                  </a:lnTo>
                  <a:lnTo>
                    <a:pt x="46849" y="68104"/>
                  </a:lnTo>
                  <a:lnTo>
                    <a:pt x="46700" y="68104"/>
                  </a:lnTo>
                  <a:lnTo>
                    <a:pt x="46700" y="68702"/>
                  </a:lnTo>
                  <a:lnTo>
                    <a:pt x="45203" y="68253"/>
                  </a:lnTo>
                  <a:lnTo>
                    <a:pt x="44155" y="68104"/>
                  </a:lnTo>
                  <a:lnTo>
                    <a:pt x="33378" y="64961"/>
                  </a:lnTo>
                  <a:lnTo>
                    <a:pt x="35534" y="61368"/>
                  </a:lnTo>
                  <a:lnTo>
                    <a:pt x="35623" y="61368"/>
                  </a:lnTo>
                  <a:lnTo>
                    <a:pt x="36971" y="59422"/>
                  </a:lnTo>
                  <a:lnTo>
                    <a:pt x="37569" y="58375"/>
                  </a:lnTo>
                  <a:close/>
                  <a:moveTo>
                    <a:pt x="171831" y="58375"/>
                  </a:moveTo>
                  <a:lnTo>
                    <a:pt x="172579" y="59422"/>
                  </a:lnTo>
                  <a:lnTo>
                    <a:pt x="173777" y="61368"/>
                  </a:lnTo>
                  <a:lnTo>
                    <a:pt x="173926" y="61368"/>
                  </a:lnTo>
                  <a:lnTo>
                    <a:pt x="176022" y="64961"/>
                  </a:lnTo>
                  <a:lnTo>
                    <a:pt x="165245" y="68104"/>
                  </a:lnTo>
                  <a:lnTo>
                    <a:pt x="164197" y="68403"/>
                  </a:lnTo>
                  <a:lnTo>
                    <a:pt x="162850" y="68702"/>
                  </a:lnTo>
                  <a:lnTo>
                    <a:pt x="162700" y="68104"/>
                  </a:lnTo>
                  <a:lnTo>
                    <a:pt x="163149" y="67505"/>
                  </a:lnTo>
                  <a:lnTo>
                    <a:pt x="163449" y="68104"/>
                  </a:lnTo>
                  <a:lnTo>
                    <a:pt x="163598" y="68104"/>
                  </a:lnTo>
                  <a:lnTo>
                    <a:pt x="163449" y="67355"/>
                  </a:lnTo>
                  <a:lnTo>
                    <a:pt x="163449" y="67206"/>
                  </a:lnTo>
                  <a:lnTo>
                    <a:pt x="163898" y="66757"/>
                  </a:lnTo>
                  <a:lnTo>
                    <a:pt x="163898" y="66906"/>
                  </a:lnTo>
                  <a:lnTo>
                    <a:pt x="164347" y="67804"/>
                  </a:lnTo>
                  <a:lnTo>
                    <a:pt x="164497" y="67655"/>
                  </a:lnTo>
                  <a:lnTo>
                    <a:pt x="164347" y="67206"/>
                  </a:lnTo>
                  <a:lnTo>
                    <a:pt x="164197" y="66757"/>
                  </a:lnTo>
                  <a:lnTo>
                    <a:pt x="164047" y="66607"/>
                  </a:lnTo>
                  <a:lnTo>
                    <a:pt x="164197" y="66457"/>
                  </a:lnTo>
                  <a:lnTo>
                    <a:pt x="164497" y="66158"/>
                  </a:lnTo>
                  <a:lnTo>
                    <a:pt x="165095" y="67206"/>
                  </a:lnTo>
                  <a:lnTo>
                    <a:pt x="165245" y="67206"/>
                  </a:lnTo>
                  <a:lnTo>
                    <a:pt x="165245" y="67056"/>
                  </a:lnTo>
                  <a:lnTo>
                    <a:pt x="164796" y="65859"/>
                  </a:lnTo>
                  <a:lnTo>
                    <a:pt x="165245" y="65410"/>
                  </a:lnTo>
                  <a:lnTo>
                    <a:pt x="165395" y="65559"/>
                  </a:lnTo>
                  <a:lnTo>
                    <a:pt x="165993" y="66607"/>
                  </a:lnTo>
                  <a:lnTo>
                    <a:pt x="165993" y="66457"/>
                  </a:lnTo>
                  <a:lnTo>
                    <a:pt x="165844" y="66008"/>
                  </a:lnTo>
                  <a:lnTo>
                    <a:pt x="165544" y="65410"/>
                  </a:lnTo>
                  <a:lnTo>
                    <a:pt x="165395" y="65110"/>
                  </a:lnTo>
                  <a:lnTo>
                    <a:pt x="165993" y="64511"/>
                  </a:lnTo>
                  <a:lnTo>
                    <a:pt x="166442" y="65410"/>
                  </a:lnTo>
                  <a:lnTo>
                    <a:pt x="166891" y="66008"/>
                  </a:lnTo>
                  <a:lnTo>
                    <a:pt x="167041" y="66008"/>
                  </a:lnTo>
                  <a:lnTo>
                    <a:pt x="166442" y="64961"/>
                  </a:lnTo>
                  <a:lnTo>
                    <a:pt x="166143" y="64362"/>
                  </a:lnTo>
                  <a:lnTo>
                    <a:pt x="166742" y="63763"/>
                  </a:lnTo>
                  <a:lnTo>
                    <a:pt x="167041" y="64212"/>
                  </a:lnTo>
                  <a:lnTo>
                    <a:pt x="167640" y="65559"/>
                  </a:lnTo>
                  <a:lnTo>
                    <a:pt x="167789" y="65559"/>
                  </a:lnTo>
                  <a:lnTo>
                    <a:pt x="167191" y="64062"/>
                  </a:lnTo>
                  <a:lnTo>
                    <a:pt x="166891" y="63613"/>
                  </a:lnTo>
                  <a:lnTo>
                    <a:pt x="167490" y="63015"/>
                  </a:lnTo>
                  <a:lnTo>
                    <a:pt x="167789" y="63314"/>
                  </a:lnTo>
                  <a:lnTo>
                    <a:pt x="168687" y="65110"/>
                  </a:lnTo>
                  <a:lnTo>
                    <a:pt x="168837" y="65110"/>
                  </a:lnTo>
                  <a:lnTo>
                    <a:pt x="168538" y="64362"/>
                  </a:lnTo>
                  <a:lnTo>
                    <a:pt x="168238" y="63613"/>
                  </a:lnTo>
                  <a:lnTo>
                    <a:pt x="167640" y="62865"/>
                  </a:lnTo>
                  <a:lnTo>
                    <a:pt x="168388" y="62117"/>
                  </a:lnTo>
                  <a:lnTo>
                    <a:pt x="168837" y="63015"/>
                  </a:lnTo>
                  <a:lnTo>
                    <a:pt x="169286" y="63763"/>
                  </a:lnTo>
                  <a:lnTo>
                    <a:pt x="169735" y="64511"/>
                  </a:lnTo>
                  <a:lnTo>
                    <a:pt x="169436" y="63613"/>
                  </a:lnTo>
                  <a:lnTo>
                    <a:pt x="168987" y="62865"/>
                  </a:lnTo>
                  <a:lnTo>
                    <a:pt x="168538" y="61967"/>
                  </a:lnTo>
                  <a:lnTo>
                    <a:pt x="169436" y="61069"/>
                  </a:lnTo>
                  <a:lnTo>
                    <a:pt x="169885" y="61967"/>
                  </a:lnTo>
                  <a:lnTo>
                    <a:pt x="170633" y="63464"/>
                  </a:lnTo>
                  <a:lnTo>
                    <a:pt x="170783" y="63464"/>
                  </a:lnTo>
                  <a:lnTo>
                    <a:pt x="170783" y="63314"/>
                  </a:lnTo>
                  <a:lnTo>
                    <a:pt x="170633" y="62715"/>
                  </a:lnTo>
                  <a:lnTo>
                    <a:pt x="170334" y="62117"/>
                  </a:lnTo>
                  <a:lnTo>
                    <a:pt x="169586" y="60770"/>
                  </a:lnTo>
                  <a:lnTo>
                    <a:pt x="170184" y="60171"/>
                  </a:lnTo>
                  <a:lnTo>
                    <a:pt x="170783" y="61368"/>
                  </a:lnTo>
                  <a:lnTo>
                    <a:pt x="171232" y="62266"/>
                  </a:lnTo>
                  <a:lnTo>
                    <a:pt x="171831" y="63015"/>
                  </a:lnTo>
                  <a:lnTo>
                    <a:pt x="171531" y="62117"/>
                  </a:lnTo>
                  <a:lnTo>
                    <a:pt x="171082" y="61219"/>
                  </a:lnTo>
                  <a:lnTo>
                    <a:pt x="170334" y="60021"/>
                  </a:lnTo>
                  <a:lnTo>
                    <a:pt x="171082" y="59273"/>
                  </a:lnTo>
                  <a:lnTo>
                    <a:pt x="171681" y="60470"/>
                  </a:lnTo>
                  <a:lnTo>
                    <a:pt x="172729" y="62117"/>
                  </a:lnTo>
                  <a:lnTo>
                    <a:pt x="172878" y="62117"/>
                  </a:lnTo>
                  <a:lnTo>
                    <a:pt x="172429" y="61219"/>
                  </a:lnTo>
                  <a:lnTo>
                    <a:pt x="171980" y="60320"/>
                  </a:lnTo>
                  <a:lnTo>
                    <a:pt x="171232" y="59123"/>
                  </a:lnTo>
                  <a:lnTo>
                    <a:pt x="171831" y="58375"/>
                  </a:lnTo>
                  <a:close/>
                  <a:moveTo>
                    <a:pt x="46999" y="68253"/>
                  </a:moveTo>
                  <a:lnTo>
                    <a:pt x="47747" y="69002"/>
                  </a:lnTo>
                  <a:lnTo>
                    <a:pt x="47747" y="69002"/>
                  </a:lnTo>
                  <a:lnTo>
                    <a:pt x="46849" y="68852"/>
                  </a:lnTo>
                  <a:lnTo>
                    <a:pt x="46999" y="68253"/>
                  </a:lnTo>
                  <a:close/>
                  <a:moveTo>
                    <a:pt x="162401" y="68253"/>
                  </a:moveTo>
                  <a:lnTo>
                    <a:pt x="162700" y="68852"/>
                  </a:lnTo>
                  <a:lnTo>
                    <a:pt x="161653" y="69002"/>
                  </a:lnTo>
                  <a:lnTo>
                    <a:pt x="161653" y="69002"/>
                  </a:lnTo>
                  <a:lnTo>
                    <a:pt x="162401" y="68253"/>
                  </a:lnTo>
                  <a:close/>
                  <a:moveTo>
                    <a:pt x="76037" y="61219"/>
                  </a:moveTo>
                  <a:lnTo>
                    <a:pt x="79479" y="67206"/>
                  </a:lnTo>
                  <a:lnTo>
                    <a:pt x="76935" y="69002"/>
                  </a:lnTo>
                  <a:lnTo>
                    <a:pt x="71247" y="64811"/>
                  </a:lnTo>
                  <a:lnTo>
                    <a:pt x="73492" y="63015"/>
                  </a:lnTo>
                  <a:lnTo>
                    <a:pt x="76037" y="61219"/>
                  </a:lnTo>
                  <a:close/>
                  <a:moveTo>
                    <a:pt x="114354" y="62117"/>
                  </a:moveTo>
                  <a:lnTo>
                    <a:pt x="116599" y="62566"/>
                  </a:lnTo>
                  <a:lnTo>
                    <a:pt x="118695" y="63314"/>
                  </a:lnTo>
                  <a:lnTo>
                    <a:pt x="120790" y="64062"/>
                  </a:lnTo>
                  <a:lnTo>
                    <a:pt x="122886" y="64961"/>
                  </a:lnTo>
                  <a:lnTo>
                    <a:pt x="124832" y="65859"/>
                  </a:lnTo>
                  <a:lnTo>
                    <a:pt x="126778" y="67056"/>
                  </a:lnTo>
                  <a:lnTo>
                    <a:pt x="128723" y="68104"/>
                  </a:lnTo>
                  <a:lnTo>
                    <a:pt x="130520" y="69451"/>
                  </a:lnTo>
                  <a:lnTo>
                    <a:pt x="117048" y="79629"/>
                  </a:lnTo>
                  <a:lnTo>
                    <a:pt x="114354" y="62117"/>
                  </a:lnTo>
                  <a:close/>
                  <a:moveTo>
                    <a:pt x="64511" y="71546"/>
                  </a:moveTo>
                  <a:lnTo>
                    <a:pt x="68852" y="77234"/>
                  </a:lnTo>
                  <a:lnTo>
                    <a:pt x="67056" y="79779"/>
                  </a:lnTo>
                  <a:lnTo>
                    <a:pt x="61218" y="76186"/>
                  </a:lnTo>
                  <a:lnTo>
                    <a:pt x="62865" y="73792"/>
                  </a:lnTo>
                  <a:lnTo>
                    <a:pt x="64511" y="71546"/>
                  </a:lnTo>
                  <a:close/>
                  <a:moveTo>
                    <a:pt x="94896" y="62117"/>
                  </a:moveTo>
                  <a:lnTo>
                    <a:pt x="92352" y="80377"/>
                  </a:lnTo>
                  <a:lnTo>
                    <a:pt x="78132" y="69900"/>
                  </a:lnTo>
                  <a:lnTo>
                    <a:pt x="80078" y="68553"/>
                  </a:lnTo>
                  <a:lnTo>
                    <a:pt x="81874" y="67355"/>
                  </a:lnTo>
                  <a:lnTo>
                    <a:pt x="83970" y="66158"/>
                  </a:lnTo>
                  <a:lnTo>
                    <a:pt x="86065" y="65110"/>
                  </a:lnTo>
                  <a:lnTo>
                    <a:pt x="88161" y="64212"/>
                  </a:lnTo>
                  <a:lnTo>
                    <a:pt x="90256" y="63464"/>
                  </a:lnTo>
                  <a:lnTo>
                    <a:pt x="92501" y="62715"/>
                  </a:lnTo>
                  <a:lnTo>
                    <a:pt x="94896" y="62117"/>
                  </a:lnTo>
                  <a:close/>
                  <a:moveTo>
                    <a:pt x="144140" y="70648"/>
                  </a:moveTo>
                  <a:lnTo>
                    <a:pt x="146535" y="73792"/>
                  </a:lnTo>
                  <a:lnTo>
                    <a:pt x="148780" y="77084"/>
                  </a:lnTo>
                  <a:lnTo>
                    <a:pt x="143093" y="80826"/>
                  </a:lnTo>
                  <a:lnTo>
                    <a:pt x="141596" y="78581"/>
                  </a:lnTo>
                  <a:lnTo>
                    <a:pt x="139949" y="76336"/>
                  </a:lnTo>
                  <a:lnTo>
                    <a:pt x="144140" y="70648"/>
                  </a:lnTo>
                  <a:close/>
                  <a:moveTo>
                    <a:pt x="32929" y="65859"/>
                  </a:moveTo>
                  <a:lnTo>
                    <a:pt x="43706" y="68852"/>
                  </a:lnTo>
                  <a:lnTo>
                    <a:pt x="41311" y="73193"/>
                  </a:lnTo>
                  <a:lnTo>
                    <a:pt x="39365" y="77534"/>
                  </a:lnTo>
                  <a:lnTo>
                    <a:pt x="37569" y="82024"/>
                  </a:lnTo>
                  <a:lnTo>
                    <a:pt x="36222" y="86664"/>
                  </a:lnTo>
                  <a:lnTo>
                    <a:pt x="26343" y="81575"/>
                  </a:lnTo>
                  <a:lnTo>
                    <a:pt x="26643" y="80527"/>
                  </a:lnTo>
                  <a:lnTo>
                    <a:pt x="27990" y="76635"/>
                  </a:lnTo>
                  <a:lnTo>
                    <a:pt x="29487" y="73043"/>
                  </a:lnTo>
                  <a:lnTo>
                    <a:pt x="31133" y="69301"/>
                  </a:lnTo>
                  <a:lnTo>
                    <a:pt x="32929" y="65859"/>
                  </a:lnTo>
                  <a:close/>
                  <a:moveTo>
                    <a:pt x="176471" y="65859"/>
                  </a:moveTo>
                  <a:lnTo>
                    <a:pt x="178417" y="69601"/>
                  </a:lnTo>
                  <a:lnTo>
                    <a:pt x="180213" y="73492"/>
                  </a:lnTo>
                  <a:lnTo>
                    <a:pt x="181710" y="77534"/>
                  </a:lnTo>
                  <a:lnTo>
                    <a:pt x="183057" y="81575"/>
                  </a:lnTo>
                  <a:lnTo>
                    <a:pt x="173178" y="86814"/>
                  </a:lnTo>
                  <a:lnTo>
                    <a:pt x="171831" y="82024"/>
                  </a:lnTo>
                  <a:lnTo>
                    <a:pt x="170035" y="77534"/>
                  </a:lnTo>
                  <a:lnTo>
                    <a:pt x="168089" y="73193"/>
                  </a:lnTo>
                  <a:lnTo>
                    <a:pt x="165694" y="68852"/>
                  </a:lnTo>
                  <a:lnTo>
                    <a:pt x="176471" y="65859"/>
                  </a:lnTo>
                  <a:close/>
                  <a:moveTo>
                    <a:pt x="38168" y="88909"/>
                  </a:moveTo>
                  <a:lnTo>
                    <a:pt x="39216" y="89358"/>
                  </a:lnTo>
                  <a:lnTo>
                    <a:pt x="38168" y="89358"/>
                  </a:lnTo>
                  <a:lnTo>
                    <a:pt x="38168" y="88909"/>
                  </a:lnTo>
                  <a:close/>
                  <a:moveTo>
                    <a:pt x="171232" y="88909"/>
                  </a:moveTo>
                  <a:lnTo>
                    <a:pt x="171232" y="89358"/>
                  </a:lnTo>
                  <a:lnTo>
                    <a:pt x="170334" y="89358"/>
                  </a:lnTo>
                  <a:lnTo>
                    <a:pt x="171232" y="88909"/>
                  </a:lnTo>
                  <a:close/>
                  <a:moveTo>
                    <a:pt x="26194" y="82623"/>
                  </a:moveTo>
                  <a:lnTo>
                    <a:pt x="26942" y="83072"/>
                  </a:lnTo>
                  <a:lnTo>
                    <a:pt x="26643" y="84568"/>
                  </a:lnTo>
                  <a:lnTo>
                    <a:pt x="26493" y="85466"/>
                  </a:lnTo>
                  <a:lnTo>
                    <a:pt x="26343" y="86365"/>
                  </a:lnTo>
                  <a:lnTo>
                    <a:pt x="26493" y="86365"/>
                  </a:lnTo>
                  <a:lnTo>
                    <a:pt x="26942" y="84419"/>
                  </a:lnTo>
                  <a:lnTo>
                    <a:pt x="27241" y="83221"/>
                  </a:lnTo>
                  <a:lnTo>
                    <a:pt x="27990" y="83670"/>
                  </a:lnTo>
                  <a:lnTo>
                    <a:pt x="27840" y="85017"/>
                  </a:lnTo>
                  <a:lnTo>
                    <a:pt x="27690" y="85916"/>
                  </a:lnTo>
                  <a:lnTo>
                    <a:pt x="27541" y="86814"/>
                  </a:lnTo>
                  <a:lnTo>
                    <a:pt x="27541" y="86963"/>
                  </a:lnTo>
                  <a:lnTo>
                    <a:pt x="27690" y="86963"/>
                  </a:lnTo>
                  <a:lnTo>
                    <a:pt x="27990" y="85916"/>
                  </a:lnTo>
                  <a:lnTo>
                    <a:pt x="28140" y="85017"/>
                  </a:lnTo>
                  <a:lnTo>
                    <a:pt x="28289" y="83670"/>
                  </a:lnTo>
                  <a:lnTo>
                    <a:pt x="29038" y="84119"/>
                  </a:lnTo>
                  <a:lnTo>
                    <a:pt x="28738" y="85466"/>
                  </a:lnTo>
                  <a:lnTo>
                    <a:pt x="28738" y="86215"/>
                  </a:lnTo>
                  <a:lnTo>
                    <a:pt x="28738" y="86963"/>
                  </a:lnTo>
                  <a:lnTo>
                    <a:pt x="28888" y="86963"/>
                  </a:lnTo>
                  <a:lnTo>
                    <a:pt x="29187" y="85167"/>
                  </a:lnTo>
                  <a:lnTo>
                    <a:pt x="29337" y="84269"/>
                  </a:lnTo>
                  <a:lnTo>
                    <a:pt x="30385" y="84868"/>
                  </a:lnTo>
                  <a:lnTo>
                    <a:pt x="30085" y="86215"/>
                  </a:lnTo>
                  <a:lnTo>
                    <a:pt x="30085" y="87562"/>
                  </a:lnTo>
                  <a:lnTo>
                    <a:pt x="30385" y="86814"/>
                  </a:lnTo>
                  <a:lnTo>
                    <a:pt x="30534" y="85766"/>
                  </a:lnTo>
                  <a:lnTo>
                    <a:pt x="30684" y="85017"/>
                  </a:lnTo>
                  <a:lnTo>
                    <a:pt x="31432" y="85317"/>
                  </a:lnTo>
                  <a:lnTo>
                    <a:pt x="31283" y="86365"/>
                  </a:lnTo>
                  <a:lnTo>
                    <a:pt x="31133" y="87113"/>
                  </a:lnTo>
                  <a:lnTo>
                    <a:pt x="31133" y="87861"/>
                  </a:lnTo>
                  <a:lnTo>
                    <a:pt x="31283" y="87861"/>
                  </a:lnTo>
                  <a:lnTo>
                    <a:pt x="31582" y="85916"/>
                  </a:lnTo>
                  <a:lnTo>
                    <a:pt x="31732" y="85466"/>
                  </a:lnTo>
                  <a:lnTo>
                    <a:pt x="32480" y="85916"/>
                  </a:lnTo>
                  <a:lnTo>
                    <a:pt x="32331" y="86215"/>
                  </a:lnTo>
                  <a:lnTo>
                    <a:pt x="32181" y="87113"/>
                  </a:lnTo>
                  <a:lnTo>
                    <a:pt x="32181" y="88011"/>
                  </a:lnTo>
                  <a:lnTo>
                    <a:pt x="32331" y="88011"/>
                  </a:lnTo>
                  <a:lnTo>
                    <a:pt x="32480" y="86814"/>
                  </a:lnTo>
                  <a:lnTo>
                    <a:pt x="32630" y="86065"/>
                  </a:lnTo>
                  <a:lnTo>
                    <a:pt x="33378" y="86365"/>
                  </a:lnTo>
                  <a:lnTo>
                    <a:pt x="33229" y="87263"/>
                  </a:lnTo>
                  <a:lnTo>
                    <a:pt x="33229" y="88161"/>
                  </a:lnTo>
                  <a:lnTo>
                    <a:pt x="33528" y="87412"/>
                  </a:lnTo>
                  <a:lnTo>
                    <a:pt x="33678" y="86514"/>
                  </a:lnTo>
                  <a:lnTo>
                    <a:pt x="34426" y="86814"/>
                  </a:lnTo>
                  <a:lnTo>
                    <a:pt x="34276" y="87263"/>
                  </a:lnTo>
                  <a:lnTo>
                    <a:pt x="34276" y="87712"/>
                  </a:lnTo>
                  <a:lnTo>
                    <a:pt x="34276" y="88310"/>
                  </a:lnTo>
                  <a:lnTo>
                    <a:pt x="34576" y="87263"/>
                  </a:lnTo>
                  <a:lnTo>
                    <a:pt x="34576" y="86963"/>
                  </a:lnTo>
                  <a:lnTo>
                    <a:pt x="35324" y="87263"/>
                  </a:lnTo>
                  <a:lnTo>
                    <a:pt x="35174" y="88610"/>
                  </a:lnTo>
                  <a:lnTo>
                    <a:pt x="35324" y="88759"/>
                  </a:lnTo>
                  <a:lnTo>
                    <a:pt x="35324" y="88610"/>
                  </a:lnTo>
                  <a:lnTo>
                    <a:pt x="35474" y="87412"/>
                  </a:lnTo>
                  <a:lnTo>
                    <a:pt x="35923" y="87712"/>
                  </a:lnTo>
                  <a:lnTo>
                    <a:pt x="36072" y="87712"/>
                  </a:lnTo>
                  <a:lnTo>
                    <a:pt x="36072" y="88011"/>
                  </a:lnTo>
                  <a:lnTo>
                    <a:pt x="36222" y="88909"/>
                  </a:lnTo>
                  <a:lnTo>
                    <a:pt x="36372" y="88161"/>
                  </a:lnTo>
                  <a:lnTo>
                    <a:pt x="36372" y="87861"/>
                  </a:lnTo>
                  <a:lnTo>
                    <a:pt x="36821" y="88161"/>
                  </a:lnTo>
                  <a:lnTo>
                    <a:pt x="36971" y="88310"/>
                  </a:lnTo>
                  <a:lnTo>
                    <a:pt x="37120" y="89059"/>
                  </a:lnTo>
                  <a:lnTo>
                    <a:pt x="37270" y="88310"/>
                  </a:lnTo>
                  <a:lnTo>
                    <a:pt x="38018" y="88759"/>
                  </a:lnTo>
                  <a:lnTo>
                    <a:pt x="38018" y="89358"/>
                  </a:lnTo>
                  <a:lnTo>
                    <a:pt x="36522" y="89508"/>
                  </a:lnTo>
                  <a:lnTo>
                    <a:pt x="35474" y="89508"/>
                  </a:lnTo>
                  <a:lnTo>
                    <a:pt x="24398" y="90107"/>
                  </a:lnTo>
                  <a:lnTo>
                    <a:pt x="24398" y="90107"/>
                  </a:lnTo>
                  <a:lnTo>
                    <a:pt x="25146" y="86065"/>
                  </a:lnTo>
                  <a:lnTo>
                    <a:pt x="25296" y="86065"/>
                  </a:lnTo>
                  <a:lnTo>
                    <a:pt x="25745" y="84269"/>
                  </a:lnTo>
                  <a:lnTo>
                    <a:pt x="26044" y="83521"/>
                  </a:lnTo>
                  <a:lnTo>
                    <a:pt x="26194" y="82623"/>
                  </a:lnTo>
                  <a:close/>
                  <a:moveTo>
                    <a:pt x="183356" y="82623"/>
                  </a:moveTo>
                  <a:lnTo>
                    <a:pt x="183506" y="83521"/>
                  </a:lnTo>
                  <a:lnTo>
                    <a:pt x="183655" y="84269"/>
                  </a:lnTo>
                  <a:lnTo>
                    <a:pt x="184104" y="86065"/>
                  </a:lnTo>
                  <a:lnTo>
                    <a:pt x="184254" y="86065"/>
                  </a:lnTo>
                  <a:lnTo>
                    <a:pt x="185002" y="90107"/>
                  </a:lnTo>
                  <a:lnTo>
                    <a:pt x="185002" y="90107"/>
                  </a:lnTo>
                  <a:lnTo>
                    <a:pt x="173926" y="89508"/>
                  </a:lnTo>
                  <a:lnTo>
                    <a:pt x="172878" y="89508"/>
                  </a:lnTo>
                  <a:lnTo>
                    <a:pt x="171382" y="89358"/>
                  </a:lnTo>
                  <a:lnTo>
                    <a:pt x="171531" y="88759"/>
                  </a:lnTo>
                  <a:lnTo>
                    <a:pt x="172130" y="88310"/>
                  </a:lnTo>
                  <a:lnTo>
                    <a:pt x="172280" y="89059"/>
                  </a:lnTo>
                  <a:lnTo>
                    <a:pt x="172429" y="89059"/>
                  </a:lnTo>
                  <a:lnTo>
                    <a:pt x="172429" y="88310"/>
                  </a:lnTo>
                  <a:lnTo>
                    <a:pt x="172579" y="88161"/>
                  </a:lnTo>
                  <a:lnTo>
                    <a:pt x="173028" y="87861"/>
                  </a:lnTo>
                  <a:lnTo>
                    <a:pt x="173028" y="88161"/>
                  </a:lnTo>
                  <a:lnTo>
                    <a:pt x="173178" y="88909"/>
                  </a:lnTo>
                  <a:lnTo>
                    <a:pt x="173178" y="89059"/>
                  </a:lnTo>
                  <a:lnTo>
                    <a:pt x="173328" y="88909"/>
                  </a:lnTo>
                  <a:lnTo>
                    <a:pt x="173328" y="88011"/>
                  </a:lnTo>
                  <a:lnTo>
                    <a:pt x="173328" y="87712"/>
                  </a:lnTo>
                  <a:lnTo>
                    <a:pt x="173477" y="87712"/>
                  </a:lnTo>
                  <a:lnTo>
                    <a:pt x="173926" y="87412"/>
                  </a:lnTo>
                  <a:lnTo>
                    <a:pt x="174076" y="88610"/>
                  </a:lnTo>
                  <a:lnTo>
                    <a:pt x="174226" y="88759"/>
                  </a:lnTo>
                  <a:lnTo>
                    <a:pt x="174226" y="88610"/>
                  </a:lnTo>
                  <a:lnTo>
                    <a:pt x="174226" y="87263"/>
                  </a:lnTo>
                  <a:lnTo>
                    <a:pt x="174824" y="86963"/>
                  </a:lnTo>
                  <a:lnTo>
                    <a:pt x="174824" y="87263"/>
                  </a:lnTo>
                  <a:lnTo>
                    <a:pt x="175124" y="88310"/>
                  </a:lnTo>
                  <a:lnTo>
                    <a:pt x="175273" y="87712"/>
                  </a:lnTo>
                  <a:lnTo>
                    <a:pt x="175124" y="87263"/>
                  </a:lnTo>
                  <a:lnTo>
                    <a:pt x="175124" y="86814"/>
                  </a:lnTo>
                  <a:lnTo>
                    <a:pt x="175722" y="86514"/>
                  </a:lnTo>
                  <a:lnTo>
                    <a:pt x="175872" y="87412"/>
                  </a:lnTo>
                  <a:lnTo>
                    <a:pt x="176171" y="88161"/>
                  </a:lnTo>
                  <a:lnTo>
                    <a:pt x="176171" y="87263"/>
                  </a:lnTo>
                  <a:lnTo>
                    <a:pt x="176022" y="86365"/>
                  </a:lnTo>
                  <a:lnTo>
                    <a:pt x="176770" y="86065"/>
                  </a:lnTo>
                  <a:lnTo>
                    <a:pt x="176920" y="86814"/>
                  </a:lnTo>
                  <a:lnTo>
                    <a:pt x="177069" y="88011"/>
                  </a:lnTo>
                  <a:lnTo>
                    <a:pt x="177219" y="88011"/>
                  </a:lnTo>
                  <a:lnTo>
                    <a:pt x="177219" y="87113"/>
                  </a:lnTo>
                  <a:lnTo>
                    <a:pt x="177069" y="86215"/>
                  </a:lnTo>
                  <a:lnTo>
                    <a:pt x="177069" y="85916"/>
                  </a:lnTo>
                  <a:lnTo>
                    <a:pt x="177668" y="85466"/>
                  </a:lnTo>
                  <a:lnTo>
                    <a:pt x="177818" y="85916"/>
                  </a:lnTo>
                  <a:lnTo>
                    <a:pt x="178267" y="87861"/>
                  </a:lnTo>
                  <a:lnTo>
                    <a:pt x="178267" y="87113"/>
                  </a:lnTo>
                  <a:lnTo>
                    <a:pt x="178117" y="86365"/>
                  </a:lnTo>
                  <a:lnTo>
                    <a:pt x="177968" y="85317"/>
                  </a:lnTo>
                  <a:lnTo>
                    <a:pt x="178716" y="85017"/>
                  </a:lnTo>
                  <a:lnTo>
                    <a:pt x="178866" y="85766"/>
                  </a:lnTo>
                  <a:lnTo>
                    <a:pt x="179015" y="86814"/>
                  </a:lnTo>
                  <a:lnTo>
                    <a:pt x="179315" y="87562"/>
                  </a:lnTo>
                  <a:lnTo>
                    <a:pt x="179315" y="86215"/>
                  </a:lnTo>
                  <a:lnTo>
                    <a:pt x="179015" y="84868"/>
                  </a:lnTo>
                  <a:lnTo>
                    <a:pt x="180063" y="84269"/>
                  </a:lnTo>
                  <a:lnTo>
                    <a:pt x="180362" y="85167"/>
                  </a:lnTo>
                  <a:lnTo>
                    <a:pt x="180512" y="86963"/>
                  </a:lnTo>
                  <a:lnTo>
                    <a:pt x="180662" y="86963"/>
                  </a:lnTo>
                  <a:lnTo>
                    <a:pt x="180662" y="86215"/>
                  </a:lnTo>
                  <a:lnTo>
                    <a:pt x="180662" y="85466"/>
                  </a:lnTo>
                  <a:lnTo>
                    <a:pt x="180362" y="84119"/>
                  </a:lnTo>
                  <a:lnTo>
                    <a:pt x="181111" y="83670"/>
                  </a:lnTo>
                  <a:lnTo>
                    <a:pt x="181410" y="85017"/>
                  </a:lnTo>
                  <a:lnTo>
                    <a:pt x="181560" y="85916"/>
                  </a:lnTo>
                  <a:lnTo>
                    <a:pt x="181859" y="86963"/>
                  </a:lnTo>
                  <a:lnTo>
                    <a:pt x="181859" y="86814"/>
                  </a:lnTo>
                  <a:lnTo>
                    <a:pt x="181859" y="85916"/>
                  </a:lnTo>
                  <a:lnTo>
                    <a:pt x="181710" y="85017"/>
                  </a:lnTo>
                  <a:lnTo>
                    <a:pt x="181410" y="83670"/>
                  </a:lnTo>
                  <a:lnTo>
                    <a:pt x="182308" y="83221"/>
                  </a:lnTo>
                  <a:lnTo>
                    <a:pt x="182458" y="84419"/>
                  </a:lnTo>
                  <a:lnTo>
                    <a:pt x="182907" y="86365"/>
                  </a:lnTo>
                  <a:lnTo>
                    <a:pt x="183057" y="86365"/>
                  </a:lnTo>
                  <a:lnTo>
                    <a:pt x="183057" y="85466"/>
                  </a:lnTo>
                  <a:lnTo>
                    <a:pt x="182907" y="84568"/>
                  </a:lnTo>
                  <a:lnTo>
                    <a:pt x="182608" y="83072"/>
                  </a:lnTo>
                  <a:lnTo>
                    <a:pt x="183356" y="82623"/>
                  </a:lnTo>
                  <a:close/>
                  <a:moveTo>
                    <a:pt x="50891" y="51340"/>
                  </a:moveTo>
                  <a:lnTo>
                    <a:pt x="54932" y="54333"/>
                  </a:lnTo>
                  <a:lnTo>
                    <a:pt x="55680" y="54932"/>
                  </a:lnTo>
                  <a:lnTo>
                    <a:pt x="68852" y="64661"/>
                  </a:lnTo>
                  <a:lnTo>
                    <a:pt x="70199" y="65709"/>
                  </a:lnTo>
                  <a:lnTo>
                    <a:pt x="75887" y="69900"/>
                  </a:lnTo>
                  <a:lnTo>
                    <a:pt x="77084" y="70798"/>
                  </a:lnTo>
                  <a:lnTo>
                    <a:pt x="92052" y="81874"/>
                  </a:lnTo>
                  <a:lnTo>
                    <a:pt x="90855" y="90705"/>
                  </a:lnTo>
                  <a:lnTo>
                    <a:pt x="88460" y="91154"/>
                  </a:lnTo>
                  <a:lnTo>
                    <a:pt x="89059" y="90406"/>
                  </a:lnTo>
                  <a:lnTo>
                    <a:pt x="89657" y="89807"/>
                  </a:lnTo>
                  <a:lnTo>
                    <a:pt x="89657" y="89657"/>
                  </a:lnTo>
                  <a:lnTo>
                    <a:pt x="89508" y="89657"/>
                  </a:lnTo>
                  <a:lnTo>
                    <a:pt x="88610" y="90406"/>
                  </a:lnTo>
                  <a:lnTo>
                    <a:pt x="87861" y="91154"/>
                  </a:lnTo>
                  <a:lnTo>
                    <a:pt x="84269" y="91753"/>
                  </a:lnTo>
                  <a:lnTo>
                    <a:pt x="85766" y="90406"/>
                  </a:lnTo>
                  <a:lnTo>
                    <a:pt x="86963" y="89059"/>
                  </a:lnTo>
                  <a:lnTo>
                    <a:pt x="87562" y="88460"/>
                  </a:lnTo>
                  <a:lnTo>
                    <a:pt x="88011" y="87861"/>
                  </a:lnTo>
                  <a:lnTo>
                    <a:pt x="88011" y="87712"/>
                  </a:lnTo>
                  <a:lnTo>
                    <a:pt x="87262" y="88310"/>
                  </a:lnTo>
                  <a:lnTo>
                    <a:pt x="86664" y="88909"/>
                  </a:lnTo>
                  <a:lnTo>
                    <a:pt x="85466" y="90107"/>
                  </a:lnTo>
                  <a:lnTo>
                    <a:pt x="83820" y="91753"/>
                  </a:lnTo>
                  <a:lnTo>
                    <a:pt x="81724" y="92052"/>
                  </a:lnTo>
                  <a:lnTo>
                    <a:pt x="70499" y="77384"/>
                  </a:lnTo>
                  <a:lnTo>
                    <a:pt x="69600" y="76186"/>
                  </a:lnTo>
                  <a:lnTo>
                    <a:pt x="65409" y="70499"/>
                  </a:lnTo>
                  <a:lnTo>
                    <a:pt x="64362" y="69152"/>
                  </a:lnTo>
                  <a:lnTo>
                    <a:pt x="54483" y="56279"/>
                  </a:lnTo>
                  <a:lnTo>
                    <a:pt x="53884" y="55381"/>
                  </a:lnTo>
                  <a:lnTo>
                    <a:pt x="50891" y="51340"/>
                  </a:lnTo>
                  <a:close/>
                  <a:moveTo>
                    <a:pt x="157462" y="50591"/>
                  </a:moveTo>
                  <a:lnTo>
                    <a:pt x="154468" y="54483"/>
                  </a:lnTo>
                  <a:lnTo>
                    <a:pt x="154019" y="55231"/>
                  </a:lnTo>
                  <a:lnTo>
                    <a:pt x="144290" y="68253"/>
                  </a:lnTo>
                  <a:lnTo>
                    <a:pt x="143242" y="69750"/>
                  </a:lnTo>
                  <a:lnTo>
                    <a:pt x="139051" y="75438"/>
                  </a:lnTo>
                  <a:lnTo>
                    <a:pt x="138153" y="76635"/>
                  </a:lnTo>
                  <a:lnTo>
                    <a:pt x="126778" y="92052"/>
                  </a:lnTo>
                  <a:lnTo>
                    <a:pt x="118695" y="91005"/>
                  </a:lnTo>
                  <a:lnTo>
                    <a:pt x="118396" y="88759"/>
                  </a:lnTo>
                  <a:lnTo>
                    <a:pt x="118396" y="88759"/>
                  </a:lnTo>
                  <a:lnTo>
                    <a:pt x="119144" y="89358"/>
                  </a:lnTo>
                  <a:lnTo>
                    <a:pt x="119144" y="89208"/>
                  </a:lnTo>
                  <a:lnTo>
                    <a:pt x="118246" y="88161"/>
                  </a:lnTo>
                  <a:lnTo>
                    <a:pt x="117797" y="84718"/>
                  </a:lnTo>
                  <a:lnTo>
                    <a:pt x="118545" y="85466"/>
                  </a:lnTo>
                  <a:lnTo>
                    <a:pt x="119743" y="86664"/>
                  </a:lnTo>
                  <a:lnTo>
                    <a:pt x="120341" y="87263"/>
                  </a:lnTo>
                  <a:lnTo>
                    <a:pt x="120940" y="87712"/>
                  </a:lnTo>
                  <a:lnTo>
                    <a:pt x="121090" y="87712"/>
                  </a:lnTo>
                  <a:lnTo>
                    <a:pt x="120641" y="86963"/>
                  </a:lnTo>
                  <a:lnTo>
                    <a:pt x="120042" y="86365"/>
                  </a:lnTo>
                  <a:lnTo>
                    <a:pt x="118695" y="85167"/>
                  </a:lnTo>
                  <a:lnTo>
                    <a:pt x="117647" y="84119"/>
                  </a:lnTo>
                  <a:lnTo>
                    <a:pt x="117198" y="80976"/>
                  </a:lnTo>
                  <a:lnTo>
                    <a:pt x="131567" y="70199"/>
                  </a:lnTo>
                  <a:lnTo>
                    <a:pt x="132765" y="69301"/>
                  </a:lnTo>
                  <a:lnTo>
                    <a:pt x="138452" y="64961"/>
                  </a:lnTo>
                  <a:lnTo>
                    <a:pt x="139800" y="63913"/>
                  </a:lnTo>
                  <a:lnTo>
                    <a:pt x="152672" y="54184"/>
                  </a:lnTo>
                  <a:lnTo>
                    <a:pt x="153570" y="53585"/>
                  </a:lnTo>
                  <a:lnTo>
                    <a:pt x="157462" y="50591"/>
                  </a:lnTo>
                  <a:close/>
                  <a:moveTo>
                    <a:pt x="149379" y="77833"/>
                  </a:moveTo>
                  <a:lnTo>
                    <a:pt x="151175" y="81275"/>
                  </a:lnTo>
                  <a:lnTo>
                    <a:pt x="152822" y="84868"/>
                  </a:lnTo>
                  <a:lnTo>
                    <a:pt x="154169" y="88460"/>
                  </a:lnTo>
                  <a:lnTo>
                    <a:pt x="155366" y="92352"/>
                  </a:lnTo>
                  <a:lnTo>
                    <a:pt x="148481" y="93100"/>
                  </a:lnTo>
                  <a:lnTo>
                    <a:pt x="147583" y="90107"/>
                  </a:lnTo>
                  <a:lnTo>
                    <a:pt x="146385" y="87263"/>
                  </a:lnTo>
                  <a:lnTo>
                    <a:pt x="145038" y="84419"/>
                  </a:lnTo>
                  <a:lnTo>
                    <a:pt x="143542" y="81575"/>
                  </a:lnTo>
                  <a:lnTo>
                    <a:pt x="149379" y="77833"/>
                  </a:lnTo>
                  <a:close/>
                  <a:moveTo>
                    <a:pt x="60620" y="76935"/>
                  </a:moveTo>
                  <a:lnTo>
                    <a:pt x="66457" y="80527"/>
                  </a:lnTo>
                  <a:lnTo>
                    <a:pt x="64661" y="83521"/>
                  </a:lnTo>
                  <a:lnTo>
                    <a:pt x="63164" y="86664"/>
                  </a:lnTo>
                  <a:lnTo>
                    <a:pt x="61967" y="89957"/>
                  </a:lnTo>
                  <a:lnTo>
                    <a:pt x="60919" y="93399"/>
                  </a:lnTo>
                  <a:lnTo>
                    <a:pt x="54184" y="91903"/>
                  </a:lnTo>
                  <a:lnTo>
                    <a:pt x="55381" y="88011"/>
                  </a:lnTo>
                  <a:lnTo>
                    <a:pt x="56878" y="84119"/>
                  </a:lnTo>
                  <a:lnTo>
                    <a:pt x="58524" y="80527"/>
                  </a:lnTo>
                  <a:lnTo>
                    <a:pt x="60620" y="76935"/>
                  </a:lnTo>
                  <a:close/>
                  <a:moveTo>
                    <a:pt x="139051" y="77683"/>
                  </a:moveTo>
                  <a:lnTo>
                    <a:pt x="140398" y="79479"/>
                  </a:lnTo>
                  <a:lnTo>
                    <a:pt x="141745" y="81575"/>
                  </a:lnTo>
                  <a:lnTo>
                    <a:pt x="142943" y="83521"/>
                  </a:lnTo>
                  <a:lnTo>
                    <a:pt x="144140" y="85766"/>
                  </a:lnTo>
                  <a:lnTo>
                    <a:pt x="145038" y="87861"/>
                  </a:lnTo>
                  <a:lnTo>
                    <a:pt x="145936" y="90256"/>
                  </a:lnTo>
                  <a:lnTo>
                    <a:pt x="146685" y="92501"/>
                  </a:lnTo>
                  <a:lnTo>
                    <a:pt x="147283" y="94896"/>
                  </a:lnTo>
                  <a:lnTo>
                    <a:pt x="128274" y="92202"/>
                  </a:lnTo>
                  <a:lnTo>
                    <a:pt x="139051" y="77683"/>
                  </a:lnTo>
                  <a:close/>
                  <a:moveTo>
                    <a:pt x="69750" y="78432"/>
                  </a:moveTo>
                  <a:lnTo>
                    <a:pt x="80377" y="92352"/>
                  </a:lnTo>
                  <a:lnTo>
                    <a:pt x="61967" y="95046"/>
                  </a:lnTo>
                  <a:lnTo>
                    <a:pt x="61967" y="95046"/>
                  </a:lnTo>
                  <a:lnTo>
                    <a:pt x="62566" y="92801"/>
                  </a:lnTo>
                  <a:lnTo>
                    <a:pt x="63314" y="90556"/>
                  </a:lnTo>
                  <a:lnTo>
                    <a:pt x="64062" y="88460"/>
                  </a:lnTo>
                  <a:lnTo>
                    <a:pt x="64960" y="86215"/>
                  </a:lnTo>
                  <a:lnTo>
                    <a:pt x="66008" y="84119"/>
                  </a:lnTo>
                  <a:lnTo>
                    <a:pt x="67206" y="82174"/>
                  </a:lnTo>
                  <a:lnTo>
                    <a:pt x="68403" y="80228"/>
                  </a:lnTo>
                  <a:lnTo>
                    <a:pt x="69750" y="78432"/>
                  </a:lnTo>
                  <a:close/>
                  <a:moveTo>
                    <a:pt x="155516" y="93250"/>
                  </a:moveTo>
                  <a:lnTo>
                    <a:pt x="156115" y="96094"/>
                  </a:lnTo>
                  <a:lnTo>
                    <a:pt x="148930" y="95046"/>
                  </a:lnTo>
                  <a:lnTo>
                    <a:pt x="148631" y="94148"/>
                  </a:lnTo>
                  <a:lnTo>
                    <a:pt x="155516" y="93250"/>
                  </a:lnTo>
                  <a:close/>
                  <a:moveTo>
                    <a:pt x="53884" y="92950"/>
                  </a:moveTo>
                  <a:lnTo>
                    <a:pt x="60620" y="94447"/>
                  </a:lnTo>
                  <a:lnTo>
                    <a:pt x="60470" y="95345"/>
                  </a:lnTo>
                  <a:lnTo>
                    <a:pt x="53285" y="96393"/>
                  </a:lnTo>
                  <a:lnTo>
                    <a:pt x="53884" y="92950"/>
                  </a:lnTo>
                  <a:close/>
                  <a:moveTo>
                    <a:pt x="154767" y="56129"/>
                  </a:moveTo>
                  <a:lnTo>
                    <a:pt x="157013" y="58524"/>
                  </a:lnTo>
                  <a:lnTo>
                    <a:pt x="159108" y="61069"/>
                  </a:lnTo>
                  <a:lnTo>
                    <a:pt x="161054" y="63613"/>
                  </a:lnTo>
                  <a:lnTo>
                    <a:pt x="163000" y="66308"/>
                  </a:lnTo>
                  <a:lnTo>
                    <a:pt x="158509" y="70948"/>
                  </a:lnTo>
                  <a:lnTo>
                    <a:pt x="164796" y="69152"/>
                  </a:lnTo>
                  <a:lnTo>
                    <a:pt x="167041" y="73492"/>
                  </a:lnTo>
                  <a:lnTo>
                    <a:pt x="169137" y="77833"/>
                  </a:lnTo>
                  <a:lnTo>
                    <a:pt x="170933" y="82473"/>
                  </a:lnTo>
                  <a:lnTo>
                    <a:pt x="172280" y="87263"/>
                  </a:lnTo>
                  <a:lnTo>
                    <a:pt x="166592" y="90107"/>
                  </a:lnTo>
                  <a:lnTo>
                    <a:pt x="173028" y="90406"/>
                  </a:lnTo>
                  <a:lnTo>
                    <a:pt x="173777" y="94447"/>
                  </a:lnTo>
                  <a:lnTo>
                    <a:pt x="174226" y="98638"/>
                  </a:lnTo>
                  <a:lnTo>
                    <a:pt x="157911" y="96393"/>
                  </a:lnTo>
                  <a:lnTo>
                    <a:pt x="157312" y="93100"/>
                  </a:lnTo>
                  <a:lnTo>
                    <a:pt x="161204" y="92651"/>
                  </a:lnTo>
                  <a:lnTo>
                    <a:pt x="161653" y="93250"/>
                  </a:lnTo>
                  <a:lnTo>
                    <a:pt x="162401" y="93699"/>
                  </a:lnTo>
                  <a:lnTo>
                    <a:pt x="163299" y="93848"/>
                  </a:lnTo>
                  <a:lnTo>
                    <a:pt x="164047" y="93549"/>
                  </a:lnTo>
                  <a:lnTo>
                    <a:pt x="164497" y="93399"/>
                  </a:lnTo>
                  <a:lnTo>
                    <a:pt x="164796" y="93100"/>
                  </a:lnTo>
                  <a:lnTo>
                    <a:pt x="165245" y="92352"/>
                  </a:lnTo>
                  <a:lnTo>
                    <a:pt x="165395" y="91603"/>
                  </a:lnTo>
                  <a:lnTo>
                    <a:pt x="165245" y="91154"/>
                  </a:lnTo>
                  <a:lnTo>
                    <a:pt x="165095" y="90705"/>
                  </a:lnTo>
                  <a:lnTo>
                    <a:pt x="164946" y="90256"/>
                  </a:lnTo>
                  <a:lnTo>
                    <a:pt x="164646" y="89957"/>
                  </a:lnTo>
                  <a:lnTo>
                    <a:pt x="163898" y="89508"/>
                  </a:lnTo>
                  <a:lnTo>
                    <a:pt x="163000" y="89358"/>
                  </a:lnTo>
                  <a:lnTo>
                    <a:pt x="162700" y="89508"/>
                  </a:lnTo>
                  <a:lnTo>
                    <a:pt x="162251" y="89657"/>
                  </a:lnTo>
                  <a:lnTo>
                    <a:pt x="161653" y="89957"/>
                  </a:lnTo>
                  <a:lnTo>
                    <a:pt x="161353" y="90406"/>
                  </a:lnTo>
                  <a:lnTo>
                    <a:pt x="161054" y="91005"/>
                  </a:lnTo>
                  <a:lnTo>
                    <a:pt x="160904" y="91603"/>
                  </a:lnTo>
                  <a:lnTo>
                    <a:pt x="157013" y="92052"/>
                  </a:lnTo>
                  <a:lnTo>
                    <a:pt x="155965" y="88161"/>
                  </a:lnTo>
                  <a:lnTo>
                    <a:pt x="154468" y="84269"/>
                  </a:lnTo>
                  <a:lnTo>
                    <a:pt x="152822" y="80527"/>
                  </a:lnTo>
                  <a:lnTo>
                    <a:pt x="150876" y="76935"/>
                  </a:lnTo>
                  <a:lnTo>
                    <a:pt x="154169" y="74690"/>
                  </a:lnTo>
                  <a:lnTo>
                    <a:pt x="154917" y="75139"/>
                  </a:lnTo>
                  <a:lnTo>
                    <a:pt x="155665" y="75288"/>
                  </a:lnTo>
                  <a:lnTo>
                    <a:pt x="156564" y="74989"/>
                  </a:lnTo>
                  <a:lnTo>
                    <a:pt x="157312" y="74540"/>
                  </a:lnTo>
                  <a:lnTo>
                    <a:pt x="157611" y="74241"/>
                  </a:lnTo>
                  <a:lnTo>
                    <a:pt x="157761" y="73941"/>
                  </a:lnTo>
                  <a:lnTo>
                    <a:pt x="157911" y="73043"/>
                  </a:lnTo>
                  <a:lnTo>
                    <a:pt x="157761" y="72295"/>
                  </a:lnTo>
                  <a:lnTo>
                    <a:pt x="157611" y="71846"/>
                  </a:lnTo>
                  <a:lnTo>
                    <a:pt x="157312" y="71546"/>
                  </a:lnTo>
                  <a:lnTo>
                    <a:pt x="157013" y="71247"/>
                  </a:lnTo>
                  <a:lnTo>
                    <a:pt x="156564" y="70948"/>
                  </a:lnTo>
                  <a:lnTo>
                    <a:pt x="155815" y="70798"/>
                  </a:lnTo>
                  <a:lnTo>
                    <a:pt x="154917" y="70948"/>
                  </a:lnTo>
                  <a:lnTo>
                    <a:pt x="154468" y="71097"/>
                  </a:lnTo>
                  <a:lnTo>
                    <a:pt x="154169" y="71397"/>
                  </a:lnTo>
                  <a:lnTo>
                    <a:pt x="153720" y="71995"/>
                  </a:lnTo>
                  <a:lnTo>
                    <a:pt x="153570" y="72594"/>
                  </a:lnTo>
                  <a:lnTo>
                    <a:pt x="153570" y="73193"/>
                  </a:lnTo>
                  <a:lnTo>
                    <a:pt x="153720" y="73792"/>
                  </a:lnTo>
                  <a:lnTo>
                    <a:pt x="150277" y="76037"/>
                  </a:lnTo>
                  <a:lnTo>
                    <a:pt x="147882" y="72594"/>
                  </a:lnTo>
                  <a:lnTo>
                    <a:pt x="145188" y="69301"/>
                  </a:lnTo>
                  <a:lnTo>
                    <a:pt x="154767" y="56129"/>
                  </a:lnTo>
                  <a:close/>
                  <a:moveTo>
                    <a:pt x="53735" y="57177"/>
                  </a:moveTo>
                  <a:lnTo>
                    <a:pt x="63464" y="70050"/>
                  </a:lnTo>
                  <a:lnTo>
                    <a:pt x="61518" y="72594"/>
                  </a:lnTo>
                  <a:lnTo>
                    <a:pt x="59722" y="75139"/>
                  </a:lnTo>
                  <a:lnTo>
                    <a:pt x="56429" y="73193"/>
                  </a:lnTo>
                  <a:lnTo>
                    <a:pt x="56578" y="72444"/>
                  </a:lnTo>
                  <a:lnTo>
                    <a:pt x="56279" y="71546"/>
                  </a:lnTo>
                  <a:lnTo>
                    <a:pt x="55830" y="70948"/>
                  </a:lnTo>
                  <a:lnTo>
                    <a:pt x="55082" y="70499"/>
                  </a:lnTo>
                  <a:lnTo>
                    <a:pt x="54633" y="70349"/>
                  </a:lnTo>
                  <a:lnTo>
                    <a:pt x="54184" y="70349"/>
                  </a:lnTo>
                  <a:lnTo>
                    <a:pt x="53435" y="70648"/>
                  </a:lnTo>
                  <a:lnTo>
                    <a:pt x="52687" y="71097"/>
                  </a:lnTo>
                  <a:lnTo>
                    <a:pt x="52537" y="71397"/>
                  </a:lnTo>
                  <a:lnTo>
                    <a:pt x="52238" y="71846"/>
                  </a:lnTo>
                  <a:lnTo>
                    <a:pt x="52238" y="72295"/>
                  </a:lnTo>
                  <a:lnTo>
                    <a:pt x="52238" y="72744"/>
                  </a:lnTo>
                  <a:lnTo>
                    <a:pt x="52387" y="73492"/>
                  </a:lnTo>
                  <a:lnTo>
                    <a:pt x="52836" y="74241"/>
                  </a:lnTo>
                  <a:lnTo>
                    <a:pt x="53285" y="74540"/>
                  </a:lnTo>
                  <a:lnTo>
                    <a:pt x="53585" y="74690"/>
                  </a:lnTo>
                  <a:lnTo>
                    <a:pt x="54333" y="74839"/>
                  </a:lnTo>
                  <a:lnTo>
                    <a:pt x="54932" y="74690"/>
                  </a:lnTo>
                  <a:lnTo>
                    <a:pt x="55531" y="74540"/>
                  </a:lnTo>
                  <a:lnTo>
                    <a:pt x="55980" y="74091"/>
                  </a:lnTo>
                  <a:lnTo>
                    <a:pt x="59123" y="76037"/>
                  </a:lnTo>
                  <a:lnTo>
                    <a:pt x="57027" y="79629"/>
                  </a:lnTo>
                  <a:lnTo>
                    <a:pt x="55231" y="83521"/>
                  </a:lnTo>
                  <a:lnTo>
                    <a:pt x="53585" y="87412"/>
                  </a:lnTo>
                  <a:lnTo>
                    <a:pt x="52387" y="91603"/>
                  </a:lnTo>
                  <a:lnTo>
                    <a:pt x="48645" y="90705"/>
                  </a:lnTo>
                  <a:lnTo>
                    <a:pt x="48496" y="89957"/>
                  </a:lnTo>
                  <a:lnTo>
                    <a:pt x="47897" y="89208"/>
                  </a:lnTo>
                  <a:lnTo>
                    <a:pt x="47298" y="88759"/>
                  </a:lnTo>
                  <a:lnTo>
                    <a:pt x="46400" y="88610"/>
                  </a:lnTo>
                  <a:lnTo>
                    <a:pt x="45951" y="88759"/>
                  </a:lnTo>
                  <a:lnTo>
                    <a:pt x="45652" y="88759"/>
                  </a:lnTo>
                  <a:lnTo>
                    <a:pt x="44904" y="89358"/>
                  </a:lnTo>
                  <a:lnTo>
                    <a:pt x="44454" y="89957"/>
                  </a:lnTo>
                  <a:lnTo>
                    <a:pt x="44305" y="90406"/>
                  </a:lnTo>
                  <a:lnTo>
                    <a:pt x="44155" y="90855"/>
                  </a:lnTo>
                  <a:lnTo>
                    <a:pt x="44305" y="91304"/>
                  </a:lnTo>
                  <a:lnTo>
                    <a:pt x="44454" y="91753"/>
                  </a:lnTo>
                  <a:lnTo>
                    <a:pt x="44904" y="92352"/>
                  </a:lnTo>
                  <a:lnTo>
                    <a:pt x="45502" y="92950"/>
                  </a:lnTo>
                  <a:lnTo>
                    <a:pt x="45951" y="92950"/>
                  </a:lnTo>
                  <a:lnTo>
                    <a:pt x="46400" y="93100"/>
                  </a:lnTo>
                  <a:lnTo>
                    <a:pt x="46999" y="92950"/>
                  </a:lnTo>
                  <a:lnTo>
                    <a:pt x="47598" y="92651"/>
                  </a:lnTo>
                  <a:lnTo>
                    <a:pt x="48047" y="92352"/>
                  </a:lnTo>
                  <a:lnTo>
                    <a:pt x="48496" y="91753"/>
                  </a:lnTo>
                  <a:lnTo>
                    <a:pt x="52238" y="92501"/>
                  </a:lnTo>
                  <a:lnTo>
                    <a:pt x="51789" y="94597"/>
                  </a:lnTo>
                  <a:lnTo>
                    <a:pt x="51340" y="96692"/>
                  </a:lnTo>
                  <a:lnTo>
                    <a:pt x="35025" y="99237"/>
                  </a:lnTo>
                  <a:lnTo>
                    <a:pt x="35623" y="94747"/>
                  </a:lnTo>
                  <a:lnTo>
                    <a:pt x="36372" y="90406"/>
                  </a:lnTo>
                  <a:lnTo>
                    <a:pt x="42808" y="90107"/>
                  </a:lnTo>
                  <a:lnTo>
                    <a:pt x="37120" y="87113"/>
                  </a:lnTo>
                  <a:lnTo>
                    <a:pt x="38467" y="82473"/>
                  </a:lnTo>
                  <a:lnTo>
                    <a:pt x="40263" y="77833"/>
                  </a:lnTo>
                  <a:lnTo>
                    <a:pt x="42359" y="73492"/>
                  </a:lnTo>
                  <a:lnTo>
                    <a:pt x="44604" y="69152"/>
                  </a:lnTo>
                  <a:lnTo>
                    <a:pt x="50891" y="70948"/>
                  </a:lnTo>
                  <a:lnTo>
                    <a:pt x="46400" y="66308"/>
                  </a:lnTo>
                  <a:lnTo>
                    <a:pt x="48047" y="63913"/>
                  </a:lnTo>
                  <a:lnTo>
                    <a:pt x="49843" y="61518"/>
                  </a:lnTo>
                  <a:lnTo>
                    <a:pt x="51789" y="59273"/>
                  </a:lnTo>
                  <a:lnTo>
                    <a:pt x="53735" y="57177"/>
                  </a:lnTo>
                  <a:close/>
                  <a:moveTo>
                    <a:pt x="174076" y="90556"/>
                  </a:moveTo>
                  <a:lnTo>
                    <a:pt x="185302" y="91005"/>
                  </a:lnTo>
                  <a:lnTo>
                    <a:pt x="185901" y="95645"/>
                  </a:lnTo>
                  <a:lnTo>
                    <a:pt x="186200" y="100285"/>
                  </a:lnTo>
                  <a:lnTo>
                    <a:pt x="175273" y="98638"/>
                  </a:lnTo>
                  <a:lnTo>
                    <a:pt x="174824" y="94597"/>
                  </a:lnTo>
                  <a:lnTo>
                    <a:pt x="174076" y="90556"/>
                  </a:lnTo>
                  <a:close/>
                  <a:moveTo>
                    <a:pt x="35324" y="90556"/>
                  </a:moveTo>
                  <a:lnTo>
                    <a:pt x="34576" y="94896"/>
                  </a:lnTo>
                  <a:lnTo>
                    <a:pt x="34127" y="99387"/>
                  </a:lnTo>
                  <a:lnTo>
                    <a:pt x="23050" y="101033"/>
                  </a:lnTo>
                  <a:lnTo>
                    <a:pt x="23500" y="95944"/>
                  </a:lnTo>
                  <a:lnTo>
                    <a:pt x="24098" y="91154"/>
                  </a:lnTo>
                  <a:lnTo>
                    <a:pt x="35324" y="90556"/>
                  </a:lnTo>
                  <a:close/>
                  <a:moveTo>
                    <a:pt x="107319" y="15716"/>
                  </a:moveTo>
                  <a:lnTo>
                    <a:pt x="111660" y="16016"/>
                  </a:lnTo>
                  <a:lnTo>
                    <a:pt x="116001" y="16465"/>
                  </a:lnTo>
                  <a:lnTo>
                    <a:pt x="120192" y="17063"/>
                  </a:lnTo>
                  <a:lnTo>
                    <a:pt x="124383" y="17961"/>
                  </a:lnTo>
                  <a:lnTo>
                    <a:pt x="128424" y="19009"/>
                  </a:lnTo>
                  <a:lnTo>
                    <a:pt x="132465" y="20207"/>
                  </a:lnTo>
                  <a:lnTo>
                    <a:pt x="136507" y="21554"/>
                  </a:lnTo>
                  <a:lnTo>
                    <a:pt x="140249" y="23200"/>
                  </a:lnTo>
                  <a:lnTo>
                    <a:pt x="143991" y="24847"/>
                  </a:lnTo>
                  <a:lnTo>
                    <a:pt x="147733" y="26792"/>
                  </a:lnTo>
                  <a:lnTo>
                    <a:pt x="151325" y="28888"/>
                  </a:lnTo>
                  <a:lnTo>
                    <a:pt x="154767" y="31133"/>
                  </a:lnTo>
                  <a:lnTo>
                    <a:pt x="158060" y="33528"/>
                  </a:lnTo>
                  <a:lnTo>
                    <a:pt x="161204" y="36073"/>
                  </a:lnTo>
                  <a:lnTo>
                    <a:pt x="164347" y="38767"/>
                  </a:lnTo>
                  <a:lnTo>
                    <a:pt x="167340" y="41611"/>
                  </a:lnTo>
                  <a:lnTo>
                    <a:pt x="170184" y="44455"/>
                  </a:lnTo>
                  <a:lnTo>
                    <a:pt x="172878" y="47598"/>
                  </a:lnTo>
                  <a:lnTo>
                    <a:pt x="175423" y="50741"/>
                  </a:lnTo>
                  <a:lnTo>
                    <a:pt x="177818" y="54034"/>
                  </a:lnTo>
                  <a:lnTo>
                    <a:pt x="180063" y="57477"/>
                  </a:lnTo>
                  <a:lnTo>
                    <a:pt x="182308" y="61069"/>
                  </a:lnTo>
                  <a:lnTo>
                    <a:pt x="184254" y="64661"/>
                  </a:lnTo>
                  <a:lnTo>
                    <a:pt x="186050" y="68403"/>
                  </a:lnTo>
                  <a:lnTo>
                    <a:pt x="187547" y="72295"/>
                  </a:lnTo>
                  <a:lnTo>
                    <a:pt x="189044" y="76186"/>
                  </a:lnTo>
                  <a:lnTo>
                    <a:pt x="190241" y="80228"/>
                  </a:lnTo>
                  <a:lnTo>
                    <a:pt x="191289" y="84269"/>
                  </a:lnTo>
                  <a:lnTo>
                    <a:pt x="192187" y="88460"/>
                  </a:lnTo>
                  <a:lnTo>
                    <a:pt x="192935" y="92651"/>
                  </a:lnTo>
                  <a:lnTo>
                    <a:pt x="193384" y="96842"/>
                  </a:lnTo>
                  <a:lnTo>
                    <a:pt x="193684" y="101183"/>
                  </a:lnTo>
                  <a:lnTo>
                    <a:pt x="189792" y="100734"/>
                  </a:lnTo>
                  <a:lnTo>
                    <a:pt x="189343" y="95944"/>
                  </a:lnTo>
                  <a:lnTo>
                    <a:pt x="188744" y="91454"/>
                  </a:lnTo>
                  <a:lnTo>
                    <a:pt x="187846" y="86814"/>
                  </a:lnTo>
                  <a:lnTo>
                    <a:pt x="186799" y="82323"/>
                  </a:lnTo>
                  <a:lnTo>
                    <a:pt x="185451" y="77983"/>
                  </a:lnTo>
                  <a:lnTo>
                    <a:pt x="183955" y="73792"/>
                  </a:lnTo>
                  <a:lnTo>
                    <a:pt x="182159" y="69601"/>
                  </a:lnTo>
                  <a:lnTo>
                    <a:pt x="180213" y="65559"/>
                  </a:lnTo>
                  <a:lnTo>
                    <a:pt x="178117" y="61668"/>
                  </a:lnTo>
                  <a:lnTo>
                    <a:pt x="175722" y="57926"/>
                  </a:lnTo>
                  <a:lnTo>
                    <a:pt x="173178" y="54184"/>
                  </a:lnTo>
                  <a:lnTo>
                    <a:pt x="170334" y="50741"/>
                  </a:lnTo>
                  <a:lnTo>
                    <a:pt x="167490" y="47298"/>
                  </a:lnTo>
                  <a:lnTo>
                    <a:pt x="164347" y="44155"/>
                  </a:lnTo>
                  <a:lnTo>
                    <a:pt x="161204" y="41162"/>
                  </a:lnTo>
                  <a:lnTo>
                    <a:pt x="157761" y="38318"/>
                  </a:lnTo>
                  <a:lnTo>
                    <a:pt x="156414" y="37120"/>
                  </a:lnTo>
                  <a:lnTo>
                    <a:pt x="152373" y="34276"/>
                  </a:lnTo>
                  <a:lnTo>
                    <a:pt x="148182" y="31582"/>
                  </a:lnTo>
                  <a:lnTo>
                    <a:pt x="146535" y="30684"/>
                  </a:lnTo>
                  <a:lnTo>
                    <a:pt x="143691" y="29038"/>
                  </a:lnTo>
                  <a:lnTo>
                    <a:pt x="143392" y="28888"/>
                  </a:lnTo>
                  <a:lnTo>
                    <a:pt x="140099" y="27391"/>
                  </a:lnTo>
                  <a:lnTo>
                    <a:pt x="138902" y="26792"/>
                  </a:lnTo>
                  <a:lnTo>
                    <a:pt x="135309" y="25296"/>
                  </a:lnTo>
                  <a:lnTo>
                    <a:pt x="131567" y="23949"/>
                  </a:lnTo>
                  <a:lnTo>
                    <a:pt x="127825" y="22751"/>
                  </a:lnTo>
                  <a:lnTo>
                    <a:pt x="123934" y="21853"/>
                  </a:lnTo>
                  <a:lnTo>
                    <a:pt x="120042" y="20955"/>
                  </a:lnTo>
                  <a:lnTo>
                    <a:pt x="116001" y="20356"/>
                  </a:lnTo>
                  <a:lnTo>
                    <a:pt x="111959" y="19907"/>
                  </a:lnTo>
                  <a:lnTo>
                    <a:pt x="107918" y="19758"/>
                  </a:lnTo>
                  <a:lnTo>
                    <a:pt x="107319" y="15716"/>
                  </a:lnTo>
                  <a:close/>
                  <a:moveTo>
                    <a:pt x="101183" y="15716"/>
                  </a:moveTo>
                  <a:lnTo>
                    <a:pt x="100584" y="19758"/>
                  </a:lnTo>
                  <a:lnTo>
                    <a:pt x="96543" y="20057"/>
                  </a:lnTo>
                  <a:lnTo>
                    <a:pt x="92501" y="20506"/>
                  </a:lnTo>
                  <a:lnTo>
                    <a:pt x="88460" y="21105"/>
                  </a:lnTo>
                  <a:lnTo>
                    <a:pt x="84568" y="22003"/>
                  </a:lnTo>
                  <a:lnTo>
                    <a:pt x="80826" y="23051"/>
                  </a:lnTo>
                  <a:lnTo>
                    <a:pt x="76935" y="24248"/>
                  </a:lnTo>
                  <a:lnTo>
                    <a:pt x="73342" y="25595"/>
                  </a:lnTo>
                  <a:lnTo>
                    <a:pt x="69600" y="27242"/>
                  </a:lnTo>
                  <a:lnTo>
                    <a:pt x="66158" y="28888"/>
                  </a:lnTo>
                  <a:lnTo>
                    <a:pt x="62715" y="30684"/>
                  </a:lnTo>
                  <a:lnTo>
                    <a:pt x="59422" y="32780"/>
                  </a:lnTo>
                  <a:lnTo>
                    <a:pt x="56129" y="34875"/>
                  </a:lnTo>
                  <a:lnTo>
                    <a:pt x="52986" y="37120"/>
                  </a:lnTo>
                  <a:lnTo>
                    <a:pt x="49993" y="39665"/>
                  </a:lnTo>
                  <a:lnTo>
                    <a:pt x="46999" y="42209"/>
                  </a:lnTo>
                  <a:lnTo>
                    <a:pt x="44305" y="44904"/>
                  </a:lnTo>
                  <a:lnTo>
                    <a:pt x="41611" y="47747"/>
                  </a:lnTo>
                  <a:lnTo>
                    <a:pt x="39066" y="50591"/>
                  </a:lnTo>
                  <a:lnTo>
                    <a:pt x="36671" y="53585"/>
                  </a:lnTo>
                  <a:lnTo>
                    <a:pt x="34426" y="56878"/>
                  </a:lnTo>
                  <a:lnTo>
                    <a:pt x="32331" y="60021"/>
                  </a:lnTo>
                  <a:lnTo>
                    <a:pt x="30235" y="63464"/>
                  </a:lnTo>
                  <a:lnTo>
                    <a:pt x="28439" y="66906"/>
                  </a:lnTo>
                  <a:lnTo>
                    <a:pt x="26792" y="70349"/>
                  </a:lnTo>
                  <a:lnTo>
                    <a:pt x="25296" y="74091"/>
                  </a:lnTo>
                  <a:lnTo>
                    <a:pt x="23949" y="77833"/>
                  </a:lnTo>
                  <a:lnTo>
                    <a:pt x="22751" y="81575"/>
                  </a:lnTo>
                  <a:lnTo>
                    <a:pt x="21853" y="85466"/>
                  </a:lnTo>
                  <a:lnTo>
                    <a:pt x="20955" y="89358"/>
                  </a:lnTo>
                  <a:lnTo>
                    <a:pt x="20356" y="93399"/>
                  </a:lnTo>
                  <a:lnTo>
                    <a:pt x="19907" y="97441"/>
                  </a:lnTo>
                  <a:lnTo>
                    <a:pt x="19608" y="101482"/>
                  </a:lnTo>
                  <a:lnTo>
                    <a:pt x="15716" y="102081"/>
                  </a:lnTo>
                  <a:lnTo>
                    <a:pt x="15866" y="97740"/>
                  </a:lnTo>
                  <a:lnTo>
                    <a:pt x="16315" y="93399"/>
                  </a:lnTo>
                  <a:lnTo>
                    <a:pt x="17063" y="89208"/>
                  </a:lnTo>
                  <a:lnTo>
                    <a:pt x="17812" y="85017"/>
                  </a:lnTo>
                  <a:lnTo>
                    <a:pt x="18859" y="80976"/>
                  </a:lnTo>
                  <a:lnTo>
                    <a:pt x="20057" y="76935"/>
                  </a:lnTo>
                  <a:lnTo>
                    <a:pt x="21554" y="73043"/>
                  </a:lnTo>
                  <a:lnTo>
                    <a:pt x="23050" y="69152"/>
                  </a:lnTo>
                  <a:lnTo>
                    <a:pt x="24847" y="65410"/>
                  </a:lnTo>
                  <a:lnTo>
                    <a:pt x="26792" y="61817"/>
                  </a:lnTo>
                  <a:lnTo>
                    <a:pt x="28888" y="58225"/>
                  </a:lnTo>
                  <a:lnTo>
                    <a:pt x="31133" y="54782"/>
                  </a:lnTo>
                  <a:lnTo>
                    <a:pt x="33378" y="51340"/>
                  </a:lnTo>
                  <a:lnTo>
                    <a:pt x="35923" y="48197"/>
                  </a:lnTo>
                  <a:lnTo>
                    <a:pt x="38617" y="45053"/>
                  </a:lnTo>
                  <a:lnTo>
                    <a:pt x="41461" y="42060"/>
                  </a:lnTo>
                  <a:lnTo>
                    <a:pt x="44454" y="39216"/>
                  </a:lnTo>
                  <a:lnTo>
                    <a:pt x="47448" y="36522"/>
                  </a:lnTo>
                  <a:lnTo>
                    <a:pt x="50741" y="33977"/>
                  </a:lnTo>
                  <a:lnTo>
                    <a:pt x="54034" y="31582"/>
                  </a:lnTo>
                  <a:lnTo>
                    <a:pt x="57476" y="29337"/>
                  </a:lnTo>
                  <a:lnTo>
                    <a:pt x="60919" y="27242"/>
                  </a:lnTo>
                  <a:lnTo>
                    <a:pt x="64661" y="25296"/>
                  </a:lnTo>
                  <a:lnTo>
                    <a:pt x="68403" y="23500"/>
                  </a:lnTo>
                  <a:lnTo>
                    <a:pt x="72145" y="21853"/>
                  </a:lnTo>
                  <a:lnTo>
                    <a:pt x="76186" y="20356"/>
                  </a:lnTo>
                  <a:lnTo>
                    <a:pt x="80078" y="19159"/>
                  </a:lnTo>
                  <a:lnTo>
                    <a:pt x="84119" y="18111"/>
                  </a:lnTo>
                  <a:lnTo>
                    <a:pt x="88310" y="17213"/>
                  </a:lnTo>
                  <a:lnTo>
                    <a:pt x="92501" y="16614"/>
                  </a:lnTo>
                  <a:lnTo>
                    <a:pt x="96842" y="16016"/>
                  </a:lnTo>
                  <a:lnTo>
                    <a:pt x="101183" y="15716"/>
                  </a:lnTo>
                  <a:close/>
                  <a:moveTo>
                    <a:pt x="104176" y="5837"/>
                  </a:moveTo>
                  <a:lnTo>
                    <a:pt x="105224" y="12274"/>
                  </a:lnTo>
                  <a:lnTo>
                    <a:pt x="105673" y="15716"/>
                  </a:lnTo>
                  <a:lnTo>
                    <a:pt x="106272" y="19608"/>
                  </a:lnTo>
                  <a:lnTo>
                    <a:pt x="106870" y="23051"/>
                  </a:lnTo>
                  <a:lnTo>
                    <a:pt x="108517" y="33977"/>
                  </a:lnTo>
                  <a:lnTo>
                    <a:pt x="108666" y="35025"/>
                  </a:lnTo>
                  <a:lnTo>
                    <a:pt x="111061" y="51190"/>
                  </a:lnTo>
                  <a:lnTo>
                    <a:pt x="111361" y="52986"/>
                  </a:lnTo>
                  <a:lnTo>
                    <a:pt x="112408" y="60171"/>
                  </a:lnTo>
                  <a:lnTo>
                    <a:pt x="112708" y="61668"/>
                  </a:lnTo>
                  <a:lnTo>
                    <a:pt x="115552" y="80826"/>
                  </a:lnTo>
                  <a:lnTo>
                    <a:pt x="115701" y="81425"/>
                  </a:lnTo>
                  <a:lnTo>
                    <a:pt x="115701" y="82174"/>
                  </a:lnTo>
                  <a:lnTo>
                    <a:pt x="116300" y="86215"/>
                  </a:lnTo>
                  <a:lnTo>
                    <a:pt x="116450" y="86814"/>
                  </a:lnTo>
                  <a:lnTo>
                    <a:pt x="117048" y="90556"/>
                  </a:lnTo>
                  <a:lnTo>
                    <a:pt x="117048" y="90705"/>
                  </a:lnTo>
                  <a:lnTo>
                    <a:pt x="116749" y="90705"/>
                  </a:lnTo>
                  <a:lnTo>
                    <a:pt x="115252" y="92352"/>
                  </a:lnTo>
                  <a:lnTo>
                    <a:pt x="113606" y="94148"/>
                  </a:lnTo>
                  <a:lnTo>
                    <a:pt x="113456" y="94148"/>
                  </a:lnTo>
                  <a:lnTo>
                    <a:pt x="111810" y="95944"/>
                  </a:lnTo>
                  <a:lnTo>
                    <a:pt x="110163" y="97740"/>
                  </a:lnTo>
                  <a:lnTo>
                    <a:pt x="110163" y="97590"/>
                  </a:lnTo>
                  <a:lnTo>
                    <a:pt x="110014" y="95794"/>
                  </a:lnTo>
                  <a:lnTo>
                    <a:pt x="109714" y="95794"/>
                  </a:lnTo>
                  <a:lnTo>
                    <a:pt x="109565" y="97141"/>
                  </a:lnTo>
                  <a:lnTo>
                    <a:pt x="109565" y="97291"/>
                  </a:lnTo>
                  <a:lnTo>
                    <a:pt x="109415" y="98489"/>
                  </a:lnTo>
                  <a:lnTo>
                    <a:pt x="108517" y="99536"/>
                  </a:lnTo>
                  <a:lnTo>
                    <a:pt x="108367" y="99686"/>
                  </a:lnTo>
                  <a:lnTo>
                    <a:pt x="106870" y="101332"/>
                  </a:lnTo>
                  <a:lnTo>
                    <a:pt x="106721" y="101482"/>
                  </a:lnTo>
                  <a:lnTo>
                    <a:pt x="105224" y="102979"/>
                  </a:lnTo>
                  <a:lnTo>
                    <a:pt x="104775" y="103428"/>
                  </a:lnTo>
                  <a:lnTo>
                    <a:pt x="104625" y="103578"/>
                  </a:lnTo>
                  <a:lnTo>
                    <a:pt x="104026" y="102979"/>
                  </a:lnTo>
                  <a:lnTo>
                    <a:pt x="103577" y="102530"/>
                  </a:lnTo>
                  <a:lnTo>
                    <a:pt x="102380" y="101482"/>
                  </a:lnTo>
                  <a:lnTo>
                    <a:pt x="102380" y="101332"/>
                  </a:lnTo>
                  <a:lnTo>
                    <a:pt x="101033" y="100135"/>
                  </a:lnTo>
                  <a:lnTo>
                    <a:pt x="103428" y="100135"/>
                  </a:lnTo>
                  <a:lnTo>
                    <a:pt x="103877" y="99985"/>
                  </a:lnTo>
                  <a:lnTo>
                    <a:pt x="105523" y="99985"/>
                  </a:lnTo>
                  <a:lnTo>
                    <a:pt x="106721" y="99836"/>
                  </a:lnTo>
                  <a:lnTo>
                    <a:pt x="106870" y="99686"/>
                  </a:lnTo>
                  <a:lnTo>
                    <a:pt x="106870" y="99536"/>
                  </a:lnTo>
                  <a:lnTo>
                    <a:pt x="106721" y="99387"/>
                  </a:lnTo>
                  <a:lnTo>
                    <a:pt x="105224" y="99237"/>
                  </a:lnTo>
                  <a:lnTo>
                    <a:pt x="100135" y="99237"/>
                  </a:lnTo>
                  <a:lnTo>
                    <a:pt x="98788" y="98039"/>
                  </a:lnTo>
                  <a:lnTo>
                    <a:pt x="98788" y="97890"/>
                  </a:lnTo>
                  <a:lnTo>
                    <a:pt x="97441" y="96692"/>
                  </a:lnTo>
                  <a:lnTo>
                    <a:pt x="99835" y="96842"/>
                  </a:lnTo>
                  <a:lnTo>
                    <a:pt x="105074" y="96842"/>
                  </a:lnTo>
                  <a:lnTo>
                    <a:pt x="105523" y="96692"/>
                  </a:lnTo>
                  <a:lnTo>
                    <a:pt x="105673" y="96692"/>
                  </a:lnTo>
                  <a:lnTo>
                    <a:pt x="107619" y="96543"/>
                  </a:lnTo>
                  <a:lnTo>
                    <a:pt x="107619" y="96393"/>
                  </a:lnTo>
                  <a:lnTo>
                    <a:pt x="107619" y="96243"/>
                  </a:lnTo>
                  <a:lnTo>
                    <a:pt x="105074" y="95944"/>
                  </a:lnTo>
                  <a:lnTo>
                    <a:pt x="100284" y="95944"/>
                  </a:lnTo>
                  <a:lnTo>
                    <a:pt x="97141" y="96243"/>
                  </a:lnTo>
                  <a:lnTo>
                    <a:pt x="96992" y="96243"/>
                  </a:lnTo>
                  <a:lnTo>
                    <a:pt x="92352" y="91753"/>
                  </a:lnTo>
                  <a:lnTo>
                    <a:pt x="92651" y="90107"/>
                  </a:lnTo>
                  <a:lnTo>
                    <a:pt x="95195" y="90406"/>
                  </a:lnTo>
                  <a:lnTo>
                    <a:pt x="97890" y="90406"/>
                  </a:lnTo>
                  <a:lnTo>
                    <a:pt x="103128" y="90256"/>
                  </a:lnTo>
                  <a:lnTo>
                    <a:pt x="104925" y="90256"/>
                  </a:lnTo>
                  <a:lnTo>
                    <a:pt x="105224" y="90107"/>
                  </a:lnTo>
                  <a:lnTo>
                    <a:pt x="105972" y="90107"/>
                  </a:lnTo>
                  <a:lnTo>
                    <a:pt x="105972" y="89957"/>
                  </a:lnTo>
                  <a:lnTo>
                    <a:pt x="105972" y="89807"/>
                  </a:lnTo>
                  <a:lnTo>
                    <a:pt x="105823" y="89657"/>
                  </a:lnTo>
                  <a:lnTo>
                    <a:pt x="102679" y="89657"/>
                  </a:lnTo>
                  <a:lnTo>
                    <a:pt x="97590" y="89508"/>
                  </a:lnTo>
                  <a:lnTo>
                    <a:pt x="95195" y="89508"/>
                  </a:lnTo>
                  <a:lnTo>
                    <a:pt x="92651" y="89807"/>
                  </a:lnTo>
                  <a:lnTo>
                    <a:pt x="93549" y="82922"/>
                  </a:lnTo>
                  <a:lnTo>
                    <a:pt x="93699" y="82174"/>
                  </a:lnTo>
                  <a:lnTo>
                    <a:pt x="93848" y="81425"/>
                  </a:lnTo>
                  <a:lnTo>
                    <a:pt x="96543" y="61817"/>
                  </a:lnTo>
                  <a:lnTo>
                    <a:pt x="96692" y="60171"/>
                  </a:lnTo>
                  <a:lnTo>
                    <a:pt x="97740" y="53136"/>
                  </a:lnTo>
                  <a:lnTo>
                    <a:pt x="97890" y="51340"/>
                  </a:lnTo>
                  <a:lnTo>
                    <a:pt x="100135" y="35025"/>
                  </a:lnTo>
                  <a:lnTo>
                    <a:pt x="100284" y="34127"/>
                  </a:lnTo>
                  <a:lnTo>
                    <a:pt x="101781" y="23051"/>
                  </a:lnTo>
                  <a:lnTo>
                    <a:pt x="102230" y="19608"/>
                  </a:lnTo>
                  <a:lnTo>
                    <a:pt x="102829" y="15716"/>
                  </a:lnTo>
                  <a:lnTo>
                    <a:pt x="103278" y="12274"/>
                  </a:lnTo>
                  <a:lnTo>
                    <a:pt x="104176" y="5837"/>
                  </a:lnTo>
                  <a:close/>
                  <a:moveTo>
                    <a:pt x="53285" y="113456"/>
                  </a:moveTo>
                  <a:lnTo>
                    <a:pt x="60021" y="114354"/>
                  </a:lnTo>
                  <a:lnTo>
                    <a:pt x="53884" y="116151"/>
                  </a:lnTo>
                  <a:lnTo>
                    <a:pt x="53285" y="113456"/>
                  </a:lnTo>
                  <a:close/>
                  <a:moveTo>
                    <a:pt x="90705" y="92352"/>
                  </a:moveTo>
                  <a:lnTo>
                    <a:pt x="90555" y="92651"/>
                  </a:lnTo>
                  <a:lnTo>
                    <a:pt x="92052" y="93998"/>
                  </a:lnTo>
                  <a:lnTo>
                    <a:pt x="92202" y="94148"/>
                  </a:lnTo>
                  <a:lnTo>
                    <a:pt x="93998" y="95794"/>
                  </a:lnTo>
                  <a:lnTo>
                    <a:pt x="95794" y="97441"/>
                  </a:lnTo>
                  <a:lnTo>
                    <a:pt x="95794" y="97590"/>
                  </a:lnTo>
                  <a:lnTo>
                    <a:pt x="97590" y="99087"/>
                  </a:lnTo>
                  <a:lnTo>
                    <a:pt x="97590" y="99237"/>
                  </a:lnTo>
                  <a:lnTo>
                    <a:pt x="97740" y="99387"/>
                  </a:lnTo>
                  <a:lnTo>
                    <a:pt x="97291" y="99387"/>
                  </a:lnTo>
                  <a:lnTo>
                    <a:pt x="95794" y="99536"/>
                  </a:lnTo>
                  <a:lnTo>
                    <a:pt x="95644" y="99686"/>
                  </a:lnTo>
                  <a:lnTo>
                    <a:pt x="95794" y="99686"/>
                  </a:lnTo>
                  <a:lnTo>
                    <a:pt x="96842" y="99836"/>
                  </a:lnTo>
                  <a:lnTo>
                    <a:pt x="96992" y="99836"/>
                  </a:lnTo>
                  <a:lnTo>
                    <a:pt x="98488" y="99985"/>
                  </a:lnTo>
                  <a:lnTo>
                    <a:pt x="99237" y="100734"/>
                  </a:lnTo>
                  <a:lnTo>
                    <a:pt x="99386" y="100883"/>
                  </a:lnTo>
                  <a:lnTo>
                    <a:pt x="101183" y="102530"/>
                  </a:lnTo>
                  <a:lnTo>
                    <a:pt x="101183" y="102680"/>
                  </a:lnTo>
                  <a:lnTo>
                    <a:pt x="102829" y="104027"/>
                  </a:lnTo>
                  <a:lnTo>
                    <a:pt x="103428" y="104625"/>
                  </a:lnTo>
                  <a:lnTo>
                    <a:pt x="103577" y="104775"/>
                  </a:lnTo>
                  <a:lnTo>
                    <a:pt x="103428" y="104775"/>
                  </a:lnTo>
                  <a:lnTo>
                    <a:pt x="102979" y="105374"/>
                  </a:lnTo>
                  <a:lnTo>
                    <a:pt x="102829" y="105523"/>
                  </a:lnTo>
                  <a:lnTo>
                    <a:pt x="102230" y="106122"/>
                  </a:lnTo>
                  <a:lnTo>
                    <a:pt x="101183" y="107320"/>
                  </a:lnTo>
                  <a:lnTo>
                    <a:pt x="101033" y="107320"/>
                  </a:lnTo>
                  <a:lnTo>
                    <a:pt x="99985" y="108517"/>
                  </a:lnTo>
                  <a:lnTo>
                    <a:pt x="99985" y="106122"/>
                  </a:lnTo>
                  <a:lnTo>
                    <a:pt x="99985" y="105523"/>
                  </a:lnTo>
                  <a:lnTo>
                    <a:pt x="99985" y="105374"/>
                  </a:lnTo>
                  <a:lnTo>
                    <a:pt x="99985" y="104925"/>
                  </a:lnTo>
                  <a:lnTo>
                    <a:pt x="99985" y="104775"/>
                  </a:lnTo>
                  <a:lnTo>
                    <a:pt x="99985" y="104176"/>
                  </a:lnTo>
                  <a:lnTo>
                    <a:pt x="99835" y="104027"/>
                  </a:lnTo>
                  <a:lnTo>
                    <a:pt x="99835" y="103727"/>
                  </a:lnTo>
                  <a:lnTo>
                    <a:pt x="99686" y="102680"/>
                  </a:lnTo>
                  <a:lnTo>
                    <a:pt x="99686" y="102530"/>
                  </a:lnTo>
                  <a:lnTo>
                    <a:pt x="99386" y="102530"/>
                  </a:lnTo>
                  <a:lnTo>
                    <a:pt x="99386" y="102680"/>
                  </a:lnTo>
                  <a:lnTo>
                    <a:pt x="99237" y="104176"/>
                  </a:lnTo>
                  <a:lnTo>
                    <a:pt x="99237" y="104476"/>
                  </a:lnTo>
                  <a:lnTo>
                    <a:pt x="99237" y="104625"/>
                  </a:lnTo>
                  <a:lnTo>
                    <a:pt x="99237" y="104775"/>
                  </a:lnTo>
                  <a:lnTo>
                    <a:pt x="99237" y="104925"/>
                  </a:lnTo>
                  <a:lnTo>
                    <a:pt x="99087" y="105374"/>
                  </a:lnTo>
                  <a:lnTo>
                    <a:pt x="99087" y="105523"/>
                  </a:lnTo>
                  <a:lnTo>
                    <a:pt x="99087" y="106122"/>
                  </a:lnTo>
                  <a:lnTo>
                    <a:pt x="99087" y="108667"/>
                  </a:lnTo>
                  <a:lnTo>
                    <a:pt x="99087" y="108816"/>
                  </a:lnTo>
                  <a:lnTo>
                    <a:pt x="99087" y="109415"/>
                  </a:lnTo>
                  <a:lnTo>
                    <a:pt x="96543" y="111960"/>
                  </a:lnTo>
                  <a:lnTo>
                    <a:pt x="96842" y="109116"/>
                  </a:lnTo>
                  <a:lnTo>
                    <a:pt x="96842" y="106272"/>
                  </a:lnTo>
                  <a:lnTo>
                    <a:pt x="96842" y="105523"/>
                  </a:lnTo>
                  <a:lnTo>
                    <a:pt x="96842" y="104925"/>
                  </a:lnTo>
                  <a:lnTo>
                    <a:pt x="96692" y="104326"/>
                  </a:lnTo>
                  <a:lnTo>
                    <a:pt x="96692" y="103727"/>
                  </a:lnTo>
                  <a:lnTo>
                    <a:pt x="96692" y="103428"/>
                  </a:lnTo>
                  <a:lnTo>
                    <a:pt x="96393" y="101931"/>
                  </a:lnTo>
                  <a:lnTo>
                    <a:pt x="96393" y="101781"/>
                  </a:lnTo>
                  <a:lnTo>
                    <a:pt x="96243" y="101931"/>
                  </a:lnTo>
                  <a:lnTo>
                    <a:pt x="95944" y="104176"/>
                  </a:lnTo>
                  <a:lnTo>
                    <a:pt x="95944" y="104326"/>
                  </a:lnTo>
                  <a:lnTo>
                    <a:pt x="95944" y="104925"/>
                  </a:lnTo>
                  <a:lnTo>
                    <a:pt x="95944" y="105523"/>
                  </a:lnTo>
                  <a:lnTo>
                    <a:pt x="95944" y="105673"/>
                  </a:lnTo>
                  <a:lnTo>
                    <a:pt x="95944" y="106272"/>
                  </a:lnTo>
                  <a:lnTo>
                    <a:pt x="95944" y="109415"/>
                  </a:lnTo>
                  <a:lnTo>
                    <a:pt x="96094" y="112558"/>
                  </a:lnTo>
                  <a:lnTo>
                    <a:pt x="91753" y="117049"/>
                  </a:lnTo>
                  <a:lnTo>
                    <a:pt x="90106" y="116899"/>
                  </a:lnTo>
                  <a:lnTo>
                    <a:pt x="90106" y="116749"/>
                  </a:lnTo>
                  <a:lnTo>
                    <a:pt x="90256" y="114354"/>
                  </a:lnTo>
                  <a:lnTo>
                    <a:pt x="90406" y="111810"/>
                  </a:lnTo>
                  <a:lnTo>
                    <a:pt x="90256" y="106721"/>
                  </a:lnTo>
                  <a:lnTo>
                    <a:pt x="90106" y="105823"/>
                  </a:lnTo>
                  <a:lnTo>
                    <a:pt x="90106" y="105224"/>
                  </a:lnTo>
                  <a:lnTo>
                    <a:pt x="90106" y="105074"/>
                  </a:lnTo>
                  <a:lnTo>
                    <a:pt x="90106" y="104176"/>
                  </a:lnTo>
                  <a:lnTo>
                    <a:pt x="90106" y="103727"/>
                  </a:lnTo>
                  <a:lnTo>
                    <a:pt x="90106" y="103578"/>
                  </a:lnTo>
                  <a:lnTo>
                    <a:pt x="89957" y="103428"/>
                  </a:lnTo>
                  <a:lnTo>
                    <a:pt x="89807" y="103578"/>
                  </a:lnTo>
                  <a:lnTo>
                    <a:pt x="89657" y="103578"/>
                  </a:lnTo>
                  <a:lnTo>
                    <a:pt x="89657" y="103727"/>
                  </a:lnTo>
                  <a:lnTo>
                    <a:pt x="89657" y="104625"/>
                  </a:lnTo>
                  <a:lnTo>
                    <a:pt x="89657" y="105523"/>
                  </a:lnTo>
                  <a:lnTo>
                    <a:pt x="89508" y="106571"/>
                  </a:lnTo>
                  <a:lnTo>
                    <a:pt x="89508" y="107769"/>
                  </a:lnTo>
                  <a:lnTo>
                    <a:pt x="89358" y="112259"/>
                  </a:lnTo>
                  <a:lnTo>
                    <a:pt x="89508" y="114504"/>
                  </a:lnTo>
                  <a:lnTo>
                    <a:pt x="89657" y="116749"/>
                  </a:lnTo>
                  <a:lnTo>
                    <a:pt x="89657" y="116749"/>
                  </a:lnTo>
                  <a:lnTo>
                    <a:pt x="83521" y="116001"/>
                  </a:lnTo>
                  <a:lnTo>
                    <a:pt x="82772" y="115851"/>
                  </a:lnTo>
                  <a:lnTo>
                    <a:pt x="82024" y="115702"/>
                  </a:lnTo>
                  <a:lnTo>
                    <a:pt x="61667" y="113007"/>
                  </a:lnTo>
                  <a:lnTo>
                    <a:pt x="60171" y="112708"/>
                  </a:lnTo>
                  <a:lnTo>
                    <a:pt x="52986" y="111810"/>
                  </a:lnTo>
                  <a:lnTo>
                    <a:pt x="51190" y="111511"/>
                  </a:lnTo>
                  <a:lnTo>
                    <a:pt x="35025" y="109265"/>
                  </a:lnTo>
                  <a:lnTo>
                    <a:pt x="33977" y="109116"/>
                  </a:lnTo>
                  <a:lnTo>
                    <a:pt x="23050" y="107619"/>
                  </a:lnTo>
                  <a:lnTo>
                    <a:pt x="19608" y="107170"/>
                  </a:lnTo>
                  <a:lnTo>
                    <a:pt x="15716" y="106571"/>
                  </a:lnTo>
                  <a:lnTo>
                    <a:pt x="12274" y="106122"/>
                  </a:lnTo>
                  <a:lnTo>
                    <a:pt x="5688" y="105224"/>
                  </a:lnTo>
                  <a:lnTo>
                    <a:pt x="12274" y="104326"/>
                  </a:lnTo>
                  <a:lnTo>
                    <a:pt x="15716" y="103727"/>
                  </a:lnTo>
                  <a:lnTo>
                    <a:pt x="19608" y="103129"/>
                  </a:lnTo>
                  <a:lnTo>
                    <a:pt x="23050" y="102680"/>
                  </a:lnTo>
                  <a:lnTo>
                    <a:pt x="33977" y="101033"/>
                  </a:lnTo>
                  <a:lnTo>
                    <a:pt x="35025" y="100883"/>
                  </a:lnTo>
                  <a:lnTo>
                    <a:pt x="51190" y="98339"/>
                  </a:lnTo>
                  <a:lnTo>
                    <a:pt x="52986" y="98039"/>
                  </a:lnTo>
                  <a:lnTo>
                    <a:pt x="60171" y="96992"/>
                  </a:lnTo>
                  <a:lnTo>
                    <a:pt x="61667" y="96842"/>
                  </a:lnTo>
                  <a:lnTo>
                    <a:pt x="81425" y="93848"/>
                  </a:lnTo>
                  <a:lnTo>
                    <a:pt x="82173" y="93699"/>
                  </a:lnTo>
                  <a:lnTo>
                    <a:pt x="82922" y="93549"/>
                  </a:lnTo>
                  <a:lnTo>
                    <a:pt x="85915" y="93100"/>
                  </a:lnTo>
                  <a:lnTo>
                    <a:pt x="86514" y="93100"/>
                  </a:lnTo>
                  <a:lnTo>
                    <a:pt x="90106" y="92501"/>
                  </a:lnTo>
                  <a:lnTo>
                    <a:pt x="90555" y="92352"/>
                  </a:lnTo>
                  <a:close/>
                  <a:moveTo>
                    <a:pt x="117647" y="92501"/>
                  </a:moveTo>
                  <a:lnTo>
                    <a:pt x="119294" y="92651"/>
                  </a:lnTo>
                  <a:lnTo>
                    <a:pt x="119144" y="95046"/>
                  </a:lnTo>
                  <a:lnTo>
                    <a:pt x="118994" y="97590"/>
                  </a:lnTo>
                  <a:lnTo>
                    <a:pt x="119144" y="102530"/>
                  </a:lnTo>
                  <a:lnTo>
                    <a:pt x="119144" y="103428"/>
                  </a:lnTo>
                  <a:lnTo>
                    <a:pt x="119294" y="104176"/>
                  </a:lnTo>
                  <a:lnTo>
                    <a:pt x="119294" y="104476"/>
                  </a:lnTo>
                  <a:lnTo>
                    <a:pt x="119294" y="105224"/>
                  </a:lnTo>
                  <a:lnTo>
                    <a:pt x="119294" y="105823"/>
                  </a:lnTo>
                  <a:lnTo>
                    <a:pt x="119294" y="105972"/>
                  </a:lnTo>
                  <a:lnTo>
                    <a:pt x="119593" y="105972"/>
                  </a:lnTo>
                  <a:lnTo>
                    <a:pt x="119743" y="105823"/>
                  </a:lnTo>
                  <a:lnTo>
                    <a:pt x="119743" y="104775"/>
                  </a:lnTo>
                  <a:lnTo>
                    <a:pt x="119743" y="103727"/>
                  </a:lnTo>
                  <a:lnTo>
                    <a:pt x="119892" y="102680"/>
                  </a:lnTo>
                  <a:lnTo>
                    <a:pt x="119892" y="101482"/>
                  </a:lnTo>
                  <a:lnTo>
                    <a:pt x="120042" y="97141"/>
                  </a:lnTo>
                  <a:lnTo>
                    <a:pt x="119892" y="94896"/>
                  </a:lnTo>
                  <a:lnTo>
                    <a:pt x="119743" y="92651"/>
                  </a:lnTo>
                  <a:lnTo>
                    <a:pt x="119743" y="92651"/>
                  </a:lnTo>
                  <a:lnTo>
                    <a:pt x="125730" y="93549"/>
                  </a:lnTo>
                  <a:lnTo>
                    <a:pt x="126478" y="93699"/>
                  </a:lnTo>
                  <a:lnTo>
                    <a:pt x="127077" y="93699"/>
                  </a:lnTo>
                  <a:lnTo>
                    <a:pt x="147733" y="96543"/>
                  </a:lnTo>
                  <a:lnTo>
                    <a:pt x="149229" y="96842"/>
                  </a:lnTo>
                  <a:lnTo>
                    <a:pt x="156414" y="97740"/>
                  </a:lnTo>
                  <a:lnTo>
                    <a:pt x="158210" y="98039"/>
                  </a:lnTo>
                  <a:lnTo>
                    <a:pt x="174375" y="100285"/>
                  </a:lnTo>
                  <a:lnTo>
                    <a:pt x="175423" y="100434"/>
                  </a:lnTo>
                  <a:lnTo>
                    <a:pt x="186350" y="101931"/>
                  </a:lnTo>
                  <a:lnTo>
                    <a:pt x="189792" y="102380"/>
                  </a:lnTo>
                  <a:lnTo>
                    <a:pt x="193684" y="102829"/>
                  </a:lnTo>
                  <a:lnTo>
                    <a:pt x="197126" y="103278"/>
                  </a:lnTo>
                  <a:lnTo>
                    <a:pt x="203712" y="104326"/>
                  </a:lnTo>
                  <a:lnTo>
                    <a:pt x="197126" y="105224"/>
                  </a:lnTo>
                  <a:lnTo>
                    <a:pt x="193684" y="105823"/>
                  </a:lnTo>
                  <a:lnTo>
                    <a:pt x="189792" y="106421"/>
                  </a:lnTo>
                  <a:lnTo>
                    <a:pt x="186350" y="106871"/>
                  </a:lnTo>
                  <a:lnTo>
                    <a:pt x="175423" y="108517"/>
                  </a:lnTo>
                  <a:lnTo>
                    <a:pt x="174375" y="108667"/>
                  </a:lnTo>
                  <a:lnTo>
                    <a:pt x="158210" y="111062"/>
                  </a:lnTo>
                  <a:lnTo>
                    <a:pt x="156414" y="111361"/>
                  </a:lnTo>
                  <a:lnTo>
                    <a:pt x="149229" y="112409"/>
                  </a:lnTo>
                  <a:lnTo>
                    <a:pt x="147733" y="112708"/>
                  </a:lnTo>
                  <a:lnTo>
                    <a:pt x="127975" y="115702"/>
                  </a:lnTo>
                  <a:lnTo>
                    <a:pt x="127376" y="115851"/>
                  </a:lnTo>
                  <a:lnTo>
                    <a:pt x="126628" y="115851"/>
                  </a:lnTo>
                  <a:lnTo>
                    <a:pt x="123634" y="116300"/>
                  </a:lnTo>
                  <a:lnTo>
                    <a:pt x="123036" y="116450"/>
                  </a:lnTo>
                  <a:lnTo>
                    <a:pt x="119443" y="117049"/>
                  </a:lnTo>
                  <a:lnTo>
                    <a:pt x="118695" y="117049"/>
                  </a:lnTo>
                  <a:lnTo>
                    <a:pt x="118695" y="116899"/>
                  </a:lnTo>
                  <a:lnTo>
                    <a:pt x="117348" y="115552"/>
                  </a:lnTo>
                  <a:lnTo>
                    <a:pt x="117198" y="115402"/>
                  </a:lnTo>
                  <a:lnTo>
                    <a:pt x="115552" y="113756"/>
                  </a:lnTo>
                  <a:lnTo>
                    <a:pt x="115402" y="113756"/>
                  </a:lnTo>
                  <a:lnTo>
                    <a:pt x="113756" y="112109"/>
                  </a:lnTo>
                  <a:lnTo>
                    <a:pt x="113606" y="111960"/>
                  </a:lnTo>
                  <a:lnTo>
                    <a:pt x="111959" y="110463"/>
                  </a:lnTo>
                  <a:lnTo>
                    <a:pt x="111810" y="110313"/>
                  </a:lnTo>
                  <a:lnTo>
                    <a:pt x="111660" y="110163"/>
                  </a:lnTo>
                  <a:lnTo>
                    <a:pt x="112259" y="110163"/>
                  </a:lnTo>
                  <a:lnTo>
                    <a:pt x="113606" y="110014"/>
                  </a:lnTo>
                  <a:lnTo>
                    <a:pt x="113756" y="109864"/>
                  </a:lnTo>
                  <a:lnTo>
                    <a:pt x="113606" y="109714"/>
                  </a:lnTo>
                  <a:lnTo>
                    <a:pt x="112558" y="109714"/>
                  </a:lnTo>
                  <a:lnTo>
                    <a:pt x="110912" y="109565"/>
                  </a:lnTo>
                  <a:lnTo>
                    <a:pt x="110912" y="109415"/>
                  </a:lnTo>
                  <a:lnTo>
                    <a:pt x="110762" y="109265"/>
                  </a:lnTo>
                  <a:lnTo>
                    <a:pt x="110163" y="108816"/>
                  </a:lnTo>
                  <a:lnTo>
                    <a:pt x="110014" y="108667"/>
                  </a:lnTo>
                  <a:lnTo>
                    <a:pt x="108367" y="107020"/>
                  </a:lnTo>
                  <a:lnTo>
                    <a:pt x="108217" y="106871"/>
                  </a:lnTo>
                  <a:lnTo>
                    <a:pt x="106571" y="105374"/>
                  </a:lnTo>
                  <a:lnTo>
                    <a:pt x="106122" y="104925"/>
                  </a:lnTo>
                  <a:lnTo>
                    <a:pt x="105972" y="104775"/>
                  </a:lnTo>
                  <a:lnTo>
                    <a:pt x="105823" y="104775"/>
                  </a:lnTo>
                  <a:lnTo>
                    <a:pt x="106272" y="104326"/>
                  </a:lnTo>
                  <a:lnTo>
                    <a:pt x="106272" y="104176"/>
                  </a:lnTo>
                  <a:lnTo>
                    <a:pt x="106870" y="103727"/>
                  </a:lnTo>
                  <a:lnTo>
                    <a:pt x="107918" y="102530"/>
                  </a:lnTo>
                  <a:lnTo>
                    <a:pt x="109415" y="101033"/>
                  </a:lnTo>
                  <a:lnTo>
                    <a:pt x="109415" y="103578"/>
                  </a:lnTo>
                  <a:lnTo>
                    <a:pt x="109415" y="104176"/>
                  </a:lnTo>
                  <a:lnTo>
                    <a:pt x="109415" y="104775"/>
                  </a:lnTo>
                  <a:lnTo>
                    <a:pt x="109415" y="104925"/>
                  </a:lnTo>
                  <a:lnTo>
                    <a:pt x="109415" y="105374"/>
                  </a:lnTo>
                  <a:lnTo>
                    <a:pt x="109565" y="105673"/>
                  </a:lnTo>
                  <a:lnTo>
                    <a:pt x="109565" y="105823"/>
                  </a:lnTo>
                  <a:lnTo>
                    <a:pt x="109714" y="106871"/>
                  </a:lnTo>
                  <a:lnTo>
                    <a:pt x="109864" y="107020"/>
                  </a:lnTo>
                  <a:lnTo>
                    <a:pt x="109864" y="106871"/>
                  </a:lnTo>
                  <a:lnTo>
                    <a:pt x="110014" y="106871"/>
                  </a:lnTo>
                  <a:lnTo>
                    <a:pt x="110163" y="105374"/>
                  </a:lnTo>
                  <a:lnTo>
                    <a:pt x="110163" y="105224"/>
                  </a:lnTo>
                  <a:lnTo>
                    <a:pt x="110163" y="104925"/>
                  </a:lnTo>
                  <a:lnTo>
                    <a:pt x="110163" y="104775"/>
                  </a:lnTo>
                  <a:lnTo>
                    <a:pt x="110163" y="104176"/>
                  </a:lnTo>
                  <a:lnTo>
                    <a:pt x="110313" y="104027"/>
                  </a:lnTo>
                  <a:lnTo>
                    <a:pt x="110313" y="103578"/>
                  </a:lnTo>
                  <a:lnTo>
                    <a:pt x="110313" y="100135"/>
                  </a:lnTo>
                  <a:lnTo>
                    <a:pt x="112857" y="97441"/>
                  </a:lnTo>
                  <a:lnTo>
                    <a:pt x="112558" y="100434"/>
                  </a:lnTo>
                  <a:lnTo>
                    <a:pt x="112558" y="103578"/>
                  </a:lnTo>
                  <a:lnTo>
                    <a:pt x="112558" y="104027"/>
                  </a:lnTo>
                  <a:lnTo>
                    <a:pt x="112558" y="104176"/>
                  </a:lnTo>
                  <a:lnTo>
                    <a:pt x="112558" y="104625"/>
                  </a:lnTo>
                  <a:lnTo>
                    <a:pt x="112558" y="104775"/>
                  </a:lnTo>
                  <a:lnTo>
                    <a:pt x="112708" y="105224"/>
                  </a:lnTo>
                  <a:lnTo>
                    <a:pt x="112708" y="105972"/>
                  </a:lnTo>
                  <a:lnTo>
                    <a:pt x="112708" y="106122"/>
                  </a:lnTo>
                  <a:lnTo>
                    <a:pt x="112857" y="107619"/>
                  </a:lnTo>
                  <a:lnTo>
                    <a:pt x="113007" y="107769"/>
                  </a:lnTo>
                  <a:lnTo>
                    <a:pt x="113157" y="107619"/>
                  </a:lnTo>
                  <a:lnTo>
                    <a:pt x="113456" y="105374"/>
                  </a:lnTo>
                  <a:lnTo>
                    <a:pt x="113456" y="105224"/>
                  </a:lnTo>
                  <a:lnTo>
                    <a:pt x="113456" y="104775"/>
                  </a:lnTo>
                  <a:lnTo>
                    <a:pt x="113456" y="104625"/>
                  </a:lnTo>
                  <a:lnTo>
                    <a:pt x="113456" y="104176"/>
                  </a:lnTo>
                  <a:lnTo>
                    <a:pt x="113456" y="104027"/>
                  </a:lnTo>
                  <a:lnTo>
                    <a:pt x="113456" y="103578"/>
                  </a:lnTo>
                  <a:lnTo>
                    <a:pt x="113456" y="100285"/>
                  </a:lnTo>
                  <a:lnTo>
                    <a:pt x="113307" y="96992"/>
                  </a:lnTo>
                  <a:lnTo>
                    <a:pt x="117647" y="92501"/>
                  </a:lnTo>
                  <a:close/>
                  <a:moveTo>
                    <a:pt x="156115" y="113007"/>
                  </a:moveTo>
                  <a:lnTo>
                    <a:pt x="155815" y="115253"/>
                  </a:lnTo>
                  <a:lnTo>
                    <a:pt x="155216" y="117348"/>
                  </a:lnTo>
                  <a:lnTo>
                    <a:pt x="148481" y="116001"/>
                  </a:lnTo>
                  <a:lnTo>
                    <a:pt x="148930" y="114205"/>
                  </a:lnTo>
                  <a:lnTo>
                    <a:pt x="156115" y="113007"/>
                  </a:lnTo>
                  <a:close/>
                  <a:moveTo>
                    <a:pt x="23200" y="109265"/>
                  </a:moveTo>
                  <a:lnTo>
                    <a:pt x="34127" y="110762"/>
                  </a:lnTo>
                  <a:lnTo>
                    <a:pt x="34725" y="115552"/>
                  </a:lnTo>
                  <a:lnTo>
                    <a:pt x="35623" y="120342"/>
                  </a:lnTo>
                  <a:lnTo>
                    <a:pt x="24547" y="120342"/>
                  </a:lnTo>
                  <a:lnTo>
                    <a:pt x="24098" y="117647"/>
                  </a:lnTo>
                  <a:lnTo>
                    <a:pt x="23649" y="114803"/>
                  </a:lnTo>
                  <a:lnTo>
                    <a:pt x="23350" y="112109"/>
                  </a:lnTo>
                  <a:lnTo>
                    <a:pt x="23200" y="109265"/>
                  </a:lnTo>
                  <a:close/>
                  <a:moveTo>
                    <a:pt x="186350" y="108517"/>
                  </a:moveTo>
                  <a:lnTo>
                    <a:pt x="186050" y="111511"/>
                  </a:lnTo>
                  <a:lnTo>
                    <a:pt x="185751" y="114504"/>
                  </a:lnTo>
                  <a:lnTo>
                    <a:pt x="185451" y="117348"/>
                  </a:lnTo>
                  <a:lnTo>
                    <a:pt x="184853" y="120342"/>
                  </a:lnTo>
                  <a:lnTo>
                    <a:pt x="173777" y="120342"/>
                  </a:lnTo>
                  <a:lnTo>
                    <a:pt x="174226" y="117797"/>
                  </a:lnTo>
                  <a:lnTo>
                    <a:pt x="174675" y="115253"/>
                  </a:lnTo>
                  <a:lnTo>
                    <a:pt x="174974" y="112708"/>
                  </a:lnTo>
                  <a:lnTo>
                    <a:pt x="175273" y="110163"/>
                  </a:lnTo>
                  <a:lnTo>
                    <a:pt x="186350" y="108517"/>
                  </a:lnTo>
                  <a:close/>
                  <a:moveTo>
                    <a:pt x="37869" y="121240"/>
                  </a:moveTo>
                  <a:lnTo>
                    <a:pt x="39066" y="121389"/>
                  </a:lnTo>
                  <a:lnTo>
                    <a:pt x="38168" y="121838"/>
                  </a:lnTo>
                  <a:lnTo>
                    <a:pt x="37869" y="121240"/>
                  </a:lnTo>
                  <a:close/>
                  <a:moveTo>
                    <a:pt x="171531" y="121240"/>
                  </a:moveTo>
                  <a:lnTo>
                    <a:pt x="171232" y="121838"/>
                  </a:lnTo>
                  <a:lnTo>
                    <a:pt x="170484" y="121389"/>
                  </a:lnTo>
                  <a:lnTo>
                    <a:pt x="171531" y="121240"/>
                  </a:lnTo>
                  <a:close/>
                  <a:moveTo>
                    <a:pt x="37569" y="121240"/>
                  </a:moveTo>
                  <a:lnTo>
                    <a:pt x="37719" y="121389"/>
                  </a:lnTo>
                  <a:lnTo>
                    <a:pt x="38018" y="121838"/>
                  </a:lnTo>
                  <a:lnTo>
                    <a:pt x="37120" y="122437"/>
                  </a:lnTo>
                  <a:lnTo>
                    <a:pt x="36222" y="122886"/>
                  </a:lnTo>
                  <a:lnTo>
                    <a:pt x="26493" y="128574"/>
                  </a:lnTo>
                  <a:lnTo>
                    <a:pt x="25595" y="124982"/>
                  </a:lnTo>
                  <a:lnTo>
                    <a:pt x="24697" y="121240"/>
                  </a:lnTo>
                  <a:lnTo>
                    <a:pt x="25146" y="121240"/>
                  </a:lnTo>
                  <a:lnTo>
                    <a:pt x="25595" y="122736"/>
                  </a:lnTo>
                  <a:lnTo>
                    <a:pt x="25894" y="123635"/>
                  </a:lnTo>
                  <a:lnTo>
                    <a:pt x="26194" y="124533"/>
                  </a:lnTo>
                  <a:lnTo>
                    <a:pt x="26343" y="124533"/>
                  </a:lnTo>
                  <a:lnTo>
                    <a:pt x="26343" y="124383"/>
                  </a:lnTo>
                  <a:lnTo>
                    <a:pt x="25894" y="122437"/>
                  </a:lnTo>
                  <a:lnTo>
                    <a:pt x="25445" y="121240"/>
                  </a:lnTo>
                  <a:lnTo>
                    <a:pt x="26493" y="121240"/>
                  </a:lnTo>
                  <a:lnTo>
                    <a:pt x="26942" y="122587"/>
                  </a:lnTo>
                  <a:lnTo>
                    <a:pt x="27092" y="123485"/>
                  </a:lnTo>
                  <a:lnTo>
                    <a:pt x="27541" y="124383"/>
                  </a:lnTo>
                  <a:lnTo>
                    <a:pt x="27690" y="124383"/>
                  </a:lnTo>
                  <a:lnTo>
                    <a:pt x="27391" y="123485"/>
                  </a:lnTo>
                  <a:lnTo>
                    <a:pt x="27241" y="122587"/>
                  </a:lnTo>
                  <a:lnTo>
                    <a:pt x="26792" y="121240"/>
                  </a:lnTo>
                  <a:lnTo>
                    <a:pt x="27541" y="121240"/>
                  </a:lnTo>
                  <a:lnTo>
                    <a:pt x="27990" y="122736"/>
                  </a:lnTo>
                  <a:lnTo>
                    <a:pt x="28289" y="123335"/>
                  </a:lnTo>
                  <a:lnTo>
                    <a:pt x="28589" y="123934"/>
                  </a:lnTo>
                  <a:lnTo>
                    <a:pt x="28738" y="123934"/>
                  </a:lnTo>
                  <a:lnTo>
                    <a:pt x="28738" y="123784"/>
                  </a:lnTo>
                  <a:lnTo>
                    <a:pt x="28140" y="122287"/>
                  </a:lnTo>
                  <a:lnTo>
                    <a:pt x="27840" y="121240"/>
                  </a:lnTo>
                  <a:lnTo>
                    <a:pt x="29187" y="121240"/>
                  </a:lnTo>
                  <a:lnTo>
                    <a:pt x="29487" y="122287"/>
                  </a:lnTo>
                  <a:lnTo>
                    <a:pt x="29786" y="123185"/>
                  </a:lnTo>
                  <a:lnTo>
                    <a:pt x="30085" y="123934"/>
                  </a:lnTo>
                  <a:lnTo>
                    <a:pt x="30235" y="123934"/>
                  </a:lnTo>
                  <a:lnTo>
                    <a:pt x="29936" y="123036"/>
                  </a:lnTo>
                  <a:lnTo>
                    <a:pt x="29786" y="122287"/>
                  </a:lnTo>
                  <a:lnTo>
                    <a:pt x="29337" y="121240"/>
                  </a:lnTo>
                  <a:lnTo>
                    <a:pt x="30385" y="121240"/>
                  </a:lnTo>
                  <a:lnTo>
                    <a:pt x="30534" y="122138"/>
                  </a:lnTo>
                  <a:lnTo>
                    <a:pt x="30834" y="122886"/>
                  </a:lnTo>
                  <a:lnTo>
                    <a:pt x="31133" y="123635"/>
                  </a:lnTo>
                  <a:lnTo>
                    <a:pt x="31283" y="123635"/>
                  </a:lnTo>
                  <a:lnTo>
                    <a:pt x="30684" y="121689"/>
                  </a:lnTo>
                  <a:lnTo>
                    <a:pt x="30684" y="121240"/>
                  </a:lnTo>
                  <a:lnTo>
                    <a:pt x="31432" y="121240"/>
                  </a:lnTo>
                  <a:lnTo>
                    <a:pt x="31582" y="121838"/>
                  </a:lnTo>
                  <a:lnTo>
                    <a:pt x="32181" y="123335"/>
                  </a:lnTo>
                  <a:lnTo>
                    <a:pt x="32331" y="123335"/>
                  </a:lnTo>
                  <a:lnTo>
                    <a:pt x="32331" y="123185"/>
                  </a:lnTo>
                  <a:lnTo>
                    <a:pt x="31881" y="121838"/>
                  </a:lnTo>
                  <a:lnTo>
                    <a:pt x="31732" y="121240"/>
                  </a:lnTo>
                  <a:lnTo>
                    <a:pt x="32480" y="121240"/>
                  </a:lnTo>
                  <a:lnTo>
                    <a:pt x="32780" y="122138"/>
                  </a:lnTo>
                  <a:lnTo>
                    <a:pt x="33079" y="123036"/>
                  </a:lnTo>
                  <a:lnTo>
                    <a:pt x="33229" y="123036"/>
                  </a:lnTo>
                  <a:lnTo>
                    <a:pt x="33079" y="122138"/>
                  </a:lnTo>
                  <a:lnTo>
                    <a:pt x="32780" y="121240"/>
                  </a:lnTo>
                  <a:lnTo>
                    <a:pt x="33528" y="121240"/>
                  </a:lnTo>
                  <a:lnTo>
                    <a:pt x="33678" y="121689"/>
                  </a:lnTo>
                  <a:lnTo>
                    <a:pt x="33827" y="122138"/>
                  </a:lnTo>
                  <a:lnTo>
                    <a:pt x="34127" y="122736"/>
                  </a:lnTo>
                  <a:lnTo>
                    <a:pt x="34276" y="122587"/>
                  </a:lnTo>
                  <a:lnTo>
                    <a:pt x="33977" y="121539"/>
                  </a:lnTo>
                  <a:lnTo>
                    <a:pt x="33827" y="121240"/>
                  </a:lnTo>
                  <a:lnTo>
                    <a:pt x="34576" y="121240"/>
                  </a:lnTo>
                  <a:lnTo>
                    <a:pt x="35174" y="122437"/>
                  </a:lnTo>
                  <a:lnTo>
                    <a:pt x="35324" y="122437"/>
                  </a:lnTo>
                  <a:lnTo>
                    <a:pt x="34875" y="121240"/>
                  </a:lnTo>
                  <a:lnTo>
                    <a:pt x="35623" y="121240"/>
                  </a:lnTo>
                  <a:lnTo>
                    <a:pt x="35623" y="121539"/>
                  </a:lnTo>
                  <a:lnTo>
                    <a:pt x="36072" y="122287"/>
                  </a:lnTo>
                  <a:lnTo>
                    <a:pt x="36222" y="122437"/>
                  </a:lnTo>
                  <a:lnTo>
                    <a:pt x="36222" y="122287"/>
                  </a:lnTo>
                  <a:lnTo>
                    <a:pt x="35923" y="121389"/>
                  </a:lnTo>
                  <a:lnTo>
                    <a:pt x="35923" y="121240"/>
                  </a:lnTo>
                  <a:lnTo>
                    <a:pt x="36522" y="121240"/>
                  </a:lnTo>
                  <a:lnTo>
                    <a:pt x="36522" y="121389"/>
                  </a:lnTo>
                  <a:lnTo>
                    <a:pt x="36971" y="121988"/>
                  </a:lnTo>
                  <a:lnTo>
                    <a:pt x="37120" y="121838"/>
                  </a:lnTo>
                  <a:lnTo>
                    <a:pt x="36821" y="121389"/>
                  </a:lnTo>
                  <a:lnTo>
                    <a:pt x="36821" y="121240"/>
                  </a:lnTo>
                  <a:close/>
                  <a:moveTo>
                    <a:pt x="184703" y="121240"/>
                  </a:moveTo>
                  <a:lnTo>
                    <a:pt x="183805" y="124982"/>
                  </a:lnTo>
                  <a:lnTo>
                    <a:pt x="182907" y="128574"/>
                  </a:lnTo>
                  <a:lnTo>
                    <a:pt x="173178" y="122886"/>
                  </a:lnTo>
                  <a:lnTo>
                    <a:pt x="172280" y="122437"/>
                  </a:lnTo>
                  <a:lnTo>
                    <a:pt x="171382" y="121838"/>
                  </a:lnTo>
                  <a:lnTo>
                    <a:pt x="171831" y="121389"/>
                  </a:lnTo>
                  <a:lnTo>
                    <a:pt x="171831" y="121240"/>
                  </a:lnTo>
                  <a:lnTo>
                    <a:pt x="172579" y="121240"/>
                  </a:lnTo>
                  <a:lnTo>
                    <a:pt x="172429" y="121539"/>
                  </a:lnTo>
                  <a:lnTo>
                    <a:pt x="172429" y="121838"/>
                  </a:lnTo>
                  <a:lnTo>
                    <a:pt x="172429" y="121988"/>
                  </a:lnTo>
                  <a:lnTo>
                    <a:pt x="172878" y="121389"/>
                  </a:lnTo>
                  <a:lnTo>
                    <a:pt x="172878" y="121240"/>
                  </a:lnTo>
                  <a:lnTo>
                    <a:pt x="173627" y="121240"/>
                  </a:lnTo>
                  <a:lnTo>
                    <a:pt x="173477" y="121389"/>
                  </a:lnTo>
                  <a:lnTo>
                    <a:pt x="173477" y="121539"/>
                  </a:lnTo>
                  <a:lnTo>
                    <a:pt x="173178" y="122287"/>
                  </a:lnTo>
                  <a:lnTo>
                    <a:pt x="173178" y="122437"/>
                  </a:lnTo>
                  <a:lnTo>
                    <a:pt x="173328" y="122287"/>
                  </a:lnTo>
                  <a:lnTo>
                    <a:pt x="173777" y="121539"/>
                  </a:lnTo>
                  <a:lnTo>
                    <a:pt x="173926" y="121240"/>
                  </a:lnTo>
                  <a:lnTo>
                    <a:pt x="174525" y="121240"/>
                  </a:lnTo>
                  <a:lnTo>
                    <a:pt x="174226" y="122437"/>
                  </a:lnTo>
                  <a:lnTo>
                    <a:pt x="174375" y="122437"/>
                  </a:lnTo>
                  <a:lnTo>
                    <a:pt x="174824" y="121240"/>
                  </a:lnTo>
                  <a:lnTo>
                    <a:pt x="175573" y="121240"/>
                  </a:lnTo>
                  <a:lnTo>
                    <a:pt x="175573" y="121539"/>
                  </a:lnTo>
                  <a:lnTo>
                    <a:pt x="175124" y="122587"/>
                  </a:lnTo>
                  <a:lnTo>
                    <a:pt x="175273" y="122736"/>
                  </a:lnTo>
                  <a:lnTo>
                    <a:pt x="175573" y="122138"/>
                  </a:lnTo>
                  <a:lnTo>
                    <a:pt x="175722" y="121689"/>
                  </a:lnTo>
                  <a:lnTo>
                    <a:pt x="175872" y="121240"/>
                  </a:lnTo>
                  <a:lnTo>
                    <a:pt x="176620" y="121240"/>
                  </a:lnTo>
                  <a:lnTo>
                    <a:pt x="176321" y="122138"/>
                  </a:lnTo>
                  <a:lnTo>
                    <a:pt x="176171" y="123036"/>
                  </a:lnTo>
                  <a:lnTo>
                    <a:pt x="176321" y="123036"/>
                  </a:lnTo>
                  <a:lnTo>
                    <a:pt x="176620" y="122138"/>
                  </a:lnTo>
                  <a:lnTo>
                    <a:pt x="176920" y="121240"/>
                  </a:lnTo>
                  <a:lnTo>
                    <a:pt x="177818" y="121240"/>
                  </a:lnTo>
                  <a:lnTo>
                    <a:pt x="177519" y="121838"/>
                  </a:lnTo>
                  <a:lnTo>
                    <a:pt x="177069" y="123185"/>
                  </a:lnTo>
                  <a:lnTo>
                    <a:pt x="177219" y="123335"/>
                  </a:lnTo>
                  <a:lnTo>
                    <a:pt x="177818" y="121838"/>
                  </a:lnTo>
                  <a:lnTo>
                    <a:pt x="177968" y="121240"/>
                  </a:lnTo>
                  <a:lnTo>
                    <a:pt x="178866" y="121240"/>
                  </a:lnTo>
                  <a:lnTo>
                    <a:pt x="178716" y="121689"/>
                  </a:lnTo>
                  <a:lnTo>
                    <a:pt x="178117" y="123635"/>
                  </a:lnTo>
                  <a:lnTo>
                    <a:pt x="178267" y="123635"/>
                  </a:lnTo>
                  <a:lnTo>
                    <a:pt x="178566" y="122886"/>
                  </a:lnTo>
                  <a:lnTo>
                    <a:pt x="178866" y="122138"/>
                  </a:lnTo>
                  <a:lnTo>
                    <a:pt x="179015" y="121240"/>
                  </a:lnTo>
                  <a:lnTo>
                    <a:pt x="180063" y="121240"/>
                  </a:lnTo>
                  <a:lnTo>
                    <a:pt x="179764" y="122287"/>
                  </a:lnTo>
                  <a:lnTo>
                    <a:pt x="179464" y="123036"/>
                  </a:lnTo>
                  <a:lnTo>
                    <a:pt x="179315" y="123934"/>
                  </a:lnTo>
                  <a:lnTo>
                    <a:pt x="179764" y="123185"/>
                  </a:lnTo>
                  <a:lnTo>
                    <a:pt x="180063" y="122287"/>
                  </a:lnTo>
                  <a:lnTo>
                    <a:pt x="180362" y="121240"/>
                  </a:lnTo>
                  <a:lnTo>
                    <a:pt x="181560" y="121240"/>
                  </a:lnTo>
                  <a:lnTo>
                    <a:pt x="181260" y="122287"/>
                  </a:lnTo>
                  <a:lnTo>
                    <a:pt x="180662" y="123784"/>
                  </a:lnTo>
                  <a:lnTo>
                    <a:pt x="180662" y="123934"/>
                  </a:lnTo>
                  <a:lnTo>
                    <a:pt x="180811" y="123934"/>
                  </a:lnTo>
                  <a:lnTo>
                    <a:pt x="181111" y="123335"/>
                  </a:lnTo>
                  <a:lnTo>
                    <a:pt x="181410" y="122736"/>
                  </a:lnTo>
                  <a:lnTo>
                    <a:pt x="181859" y="121240"/>
                  </a:lnTo>
                  <a:lnTo>
                    <a:pt x="182757" y="121240"/>
                  </a:lnTo>
                  <a:lnTo>
                    <a:pt x="182308" y="122587"/>
                  </a:lnTo>
                  <a:lnTo>
                    <a:pt x="182009" y="123485"/>
                  </a:lnTo>
                  <a:lnTo>
                    <a:pt x="181859" y="124383"/>
                  </a:lnTo>
                  <a:lnTo>
                    <a:pt x="182308" y="123485"/>
                  </a:lnTo>
                  <a:lnTo>
                    <a:pt x="182608" y="122587"/>
                  </a:lnTo>
                  <a:lnTo>
                    <a:pt x="182907" y="121240"/>
                  </a:lnTo>
                  <a:lnTo>
                    <a:pt x="183955" y="121240"/>
                  </a:lnTo>
                  <a:lnTo>
                    <a:pt x="183506" y="122437"/>
                  </a:lnTo>
                  <a:lnTo>
                    <a:pt x="183057" y="124383"/>
                  </a:lnTo>
                  <a:lnTo>
                    <a:pt x="183057" y="124533"/>
                  </a:lnTo>
                  <a:lnTo>
                    <a:pt x="183206" y="124533"/>
                  </a:lnTo>
                  <a:lnTo>
                    <a:pt x="183506" y="123635"/>
                  </a:lnTo>
                  <a:lnTo>
                    <a:pt x="183805" y="122736"/>
                  </a:lnTo>
                  <a:lnTo>
                    <a:pt x="184254" y="121240"/>
                  </a:lnTo>
                  <a:close/>
                  <a:moveTo>
                    <a:pt x="147433" y="114354"/>
                  </a:moveTo>
                  <a:lnTo>
                    <a:pt x="146834" y="116749"/>
                  </a:lnTo>
                  <a:lnTo>
                    <a:pt x="146086" y="118845"/>
                  </a:lnTo>
                  <a:lnTo>
                    <a:pt x="145338" y="121090"/>
                  </a:lnTo>
                  <a:lnTo>
                    <a:pt x="144440" y="123185"/>
                  </a:lnTo>
                  <a:lnTo>
                    <a:pt x="143392" y="125281"/>
                  </a:lnTo>
                  <a:lnTo>
                    <a:pt x="142194" y="127227"/>
                  </a:lnTo>
                  <a:lnTo>
                    <a:pt x="140997" y="129173"/>
                  </a:lnTo>
                  <a:lnTo>
                    <a:pt x="139650" y="131118"/>
                  </a:lnTo>
                  <a:lnTo>
                    <a:pt x="129172" y="117198"/>
                  </a:lnTo>
                  <a:lnTo>
                    <a:pt x="147433" y="114354"/>
                  </a:lnTo>
                  <a:close/>
                  <a:moveTo>
                    <a:pt x="62117" y="114654"/>
                  </a:moveTo>
                  <a:lnTo>
                    <a:pt x="80976" y="117198"/>
                  </a:lnTo>
                  <a:lnTo>
                    <a:pt x="70199" y="131717"/>
                  </a:lnTo>
                  <a:lnTo>
                    <a:pt x="68852" y="129921"/>
                  </a:lnTo>
                  <a:lnTo>
                    <a:pt x="67505" y="127826"/>
                  </a:lnTo>
                  <a:lnTo>
                    <a:pt x="66308" y="125880"/>
                  </a:lnTo>
                  <a:lnTo>
                    <a:pt x="65260" y="123635"/>
                  </a:lnTo>
                  <a:lnTo>
                    <a:pt x="64212" y="121539"/>
                  </a:lnTo>
                  <a:lnTo>
                    <a:pt x="63464" y="119294"/>
                  </a:lnTo>
                  <a:lnTo>
                    <a:pt x="62715" y="117049"/>
                  </a:lnTo>
                  <a:lnTo>
                    <a:pt x="62117" y="114654"/>
                  </a:lnTo>
                  <a:close/>
                  <a:moveTo>
                    <a:pt x="60620" y="115253"/>
                  </a:moveTo>
                  <a:lnTo>
                    <a:pt x="61667" y="118845"/>
                  </a:lnTo>
                  <a:lnTo>
                    <a:pt x="63015" y="122287"/>
                  </a:lnTo>
                  <a:lnTo>
                    <a:pt x="64511" y="125580"/>
                  </a:lnTo>
                  <a:lnTo>
                    <a:pt x="66308" y="128724"/>
                  </a:lnTo>
                  <a:lnTo>
                    <a:pt x="60470" y="132466"/>
                  </a:lnTo>
                  <a:lnTo>
                    <a:pt x="58524" y="128873"/>
                  </a:lnTo>
                  <a:lnTo>
                    <a:pt x="56728" y="125131"/>
                  </a:lnTo>
                  <a:lnTo>
                    <a:pt x="55231" y="121090"/>
                  </a:lnTo>
                  <a:lnTo>
                    <a:pt x="54034" y="117049"/>
                  </a:lnTo>
                  <a:lnTo>
                    <a:pt x="60620" y="115253"/>
                  </a:lnTo>
                  <a:close/>
                  <a:moveTo>
                    <a:pt x="148331" y="116899"/>
                  </a:moveTo>
                  <a:lnTo>
                    <a:pt x="155067" y="118396"/>
                  </a:lnTo>
                  <a:lnTo>
                    <a:pt x="153869" y="122287"/>
                  </a:lnTo>
                  <a:lnTo>
                    <a:pt x="152223" y="126029"/>
                  </a:lnTo>
                  <a:lnTo>
                    <a:pt x="150427" y="129622"/>
                  </a:lnTo>
                  <a:lnTo>
                    <a:pt x="148481" y="133064"/>
                  </a:lnTo>
                  <a:lnTo>
                    <a:pt x="142643" y="129322"/>
                  </a:lnTo>
                  <a:lnTo>
                    <a:pt x="144440" y="126329"/>
                  </a:lnTo>
                  <a:lnTo>
                    <a:pt x="145936" y="123335"/>
                  </a:lnTo>
                  <a:lnTo>
                    <a:pt x="147283" y="120192"/>
                  </a:lnTo>
                  <a:lnTo>
                    <a:pt x="148331" y="116899"/>
                  </a:lnTo>
                  <a:close/>
                  <a:moveTo>
                    <a:pt x="142194" y="130071"/>
                  </a:moveTo>
                  <a:lnTo>
                    <a:pt x="147882" y="133962"/>
                  </a:lnTo>
                  <a:lnTo>
                    <a:pt x="146385" y="135908"/>
                  </a:lnTo>
                  <a:lnTo>
                    <a:pt x="144889" y="138004"/>
                  </a:lnTo>
                  <a:lnTo>
                    <a:pt x="140548" y="132316"/>
                  </a:lnTo>
                  <a:lnTo>
                    <a:pt x="142194" y="130071"/>
                  </a:lnTo>
                  <a:close/>
                  <a:moveTo>
                    <a:pt x="66906" y="129472"/>
                  </a:moveTo>
                  <a:lnTo>
                    <a:pt x="68104" y="131268"/>
                  </a:lnTo>
                  <a:lnTo>
                    <a:pt x="69301" y="132915"/>
                  </a:lnTo>
                  <a:lnTo>
                    <a:pt x="65110" y="138752"/>
                  </a:lnTo>
                  <a:lnTo>
                    <a:pt x="63015" y="136058"/>
                  </a:lnTo>
                  <a:lnTo>
                    <a:pt x="61069" y="133214"/>
                  </a:lnTo>
                  <a:lnTo>
                    <a:pt x="66906" y="129472"/>
                  </a:lnTo>
                  <a:close/>
                  <a:moveTo>
                    <a:pt x="161802" y="141596"/>
                  </a:moveTo>
                  <a:lnTo>
                    <a:pt x="162700" y="141895"/>
                  </a:lnTo>
                  <a:lnTo>
                    <a:pt x="162401" y="142344"/>
                  </a:lnTo>
                  <a:lnTo>
                    <a:pt x="161802" y="141596"/>
                  </a:lnTo>
                  <a:close/>
                  <a:moveTo>
                    <a:pt x="36522" y="123934"/>
                  </a:moveTo>
                  <a:lnTo>
                    <a:pt x="38018" y="128574"/>
                  </a:lnTo>
                  <a:lnTo>
                    <a:pt x="39814" y="133064"/>
                  </a:lnTo>
                  <a:lnTo>
                    <a:pt x="41910" y="137405"/>
                  </a:lnTo>
                  <a:lnTo>
                    <a:pt x="44305" y="141596"/>
                  </a:lnTo>
                  <a:lnTo>
                    <a:pt x="33827" y="145188"/>
                  </a:lnTo>
                  <a:lnTo>
                    <a:pt x="31732" y="141446"/>
                  </a:lnTo>
                  <a:lnTo>
                    <a:pt x="29936" y="137555"/>
                  </a:lnTo>
                  <a:lnTo>
                    <a:pt x="28289" y="133663"/>
                  </a:lnTo>
                  <a:lnTo>
                    <a:pt x="26792" y="129472"/>
                  </a:lnTo>
                  <a:lnTo>
                    <a:pt x="36522" y="123934"/>
                  </a:lnTo>
                  <a:close/>
                  <a:moveTo>
                    <a:pt x="172878" y="123934"/>
                  </a:moveTo>
                  <a:lnTo>
                    <a:pt x="182608" y="129472"/>
                  </a:lnTo>
                  <a:lnTo>
                    <a:pt x="181111" y="133513"/>
                  </a:lnTo>
                  <a:lnTo>
                    <a:pt x="179464" y="137555"/>
                  </a:lnTo>
                  <a:lnTo>
                    <a:pt x="177668" y="141446"/>
                  </a:lnTo>
                  <a:lnTo>
                    <a:pt x="175573" y="145188"/>
                  </a:lnTo>
                  <a:lnTo>
                    <a:pt x="165095" y="141596"/>
                  </a:lnTo>
                  <a:lnTo>
                    <a:pt x="167490" y="137405"/>
                  </a:lnTo>
                  <a:lnTo>
                    <a:pt x="169586" y="133064"/>
                  </a:lnTo>
                  <a:lnTo>
                    <a:pt x="171382" y="128574"/>
                  </a:lnTo>
                  <a:lnTo>
                    <a:pt x="172878" y="123934"/>
                  </a:lnTo>
                  <a:close/>
                  <a:moveTo>
                    <a:pt x="92352" y="129771"/>
                  </a:moveTo>
                  <a:lnTo>
                    <a:pt x="95046" y="147433"/>
                  </a:lnTo>
                  <a:lnTo>
                    <a:pt x="92801" y="146835"/>
                  </a:lnTo>
                  <a:lnTo>
                    <a:pt x="90705" y="146236"/>
                  </a:lnTo>
                  <a:lnTo>
                    <a:pt x="88610" y="145488"/>
                  </a:lnTo>
                  <a:lnTo>
                    <a:pt x="86514" y="144590"/>
                  </a:lnTo>
                  <a:lnTo>
                    <a:pt x="84568" y="143542"/>
                  </a:lnTo>
                  <a:lnTo>
                    <a:pt x="82622" y="142494"/>
                  </a:lnTo>
                  <a:lnTo>
                    <a:pt x="80677" y="141297"/>
                  </a:lnTo>
                  <a:lnTo>
                    <a:pt x="78880" y="140099"/>
                  </a:lnTo>
                  <a:lnTo>
                    <a:pt x="92352" y="129771"/>
                  </a:lnTo>
                  <a:close/>
                  <a:moveTo>
                    <a:pt x="117048" y="129023"/>
                  </a:moveTo>
                  <a:lnTo>
                    <a:pt x="131268" y="139500"/>
                  </a:lnTo>
                  <a:lnTo>
                    <a:pt x="129472" y="140848"/>
                  </a:lnTo>
                  <a:lnTo>
                    <a:pt x="127526" y="142045"/>
                  </a:lnTo>
                  <a:lnTo>
                    <a:pt x="125430" y="143242"/>
                  </a:lnTo>
                  <a:lnTo>
                    <a:pt x="123485" y="144290"/>
                  </a:lnTo>
                  <a:lnTo>
                    <a:pt x="121239" y="145188"/>
                  </a:lnTo>
                  <a:lnTo>
                    <a:pt x="119144" y="146086"/>
                  </a:lnTo>
                  <a:lnTo>
                    <a:pt x="116899" y="146835"/>
                  </a:lnTo>
                  <a:lnTo>
                    <a:pt x="114504" y="147433"/>
                  </a:lnTo>
                  <a:lnTo>
                    <a:pt x="117048" y="129023"/>
                  </a:lnTo>
                  <a:close/>
                  <a:moveTo>
                    <a:pt x="77683" y="140997"/>
                  </a:moveTo>
                  <a:lnTo>
                    <a:pt x="79779" y="142494"/>
                  </a:lnTo>
                  <a:lnTo>
                    <a:pt x="76186" y="148331"/>
                  </a:lnTo>
                  <a:lnTo>
                    <a:pt x="73941" y="146835"/>
                  </a:lnTo>
                  <a:lnTo>
                    <a:pt x="71995" y="145338"/>
                  </a:lnTo>
                  <a:lnTo>
                    <a:pt x="77683" y="140997"/>
                  </a:lnTo>
                  <a:close/>
                  <a:moveTo>
                    <a:pt x="132465" y="140399"/>
                  </a:moveTo>
                  <a:lnTo>
                    <a:pt x="138303" y="144590"/>
                  </a:lnTo>
                  <a:lnTo>
                    <a:pt x="135459" y="146835"/>
                  </a:lnTo>
                  <a:lnTo>
                    <a:pt x="132465" y="148781"/>
                  </a:lnTo>
                  <a:lnTo>
                    <a:pt x="128873" y="142943"/>
                  </a:lnTo>
                  <a:lnTo>
                    <a:pt x="130669" y="141746"/>
                  </a:lnTo>
                  <a:lnTo>
                    <a:pt x="132465" y="140399"/>
                  </a:lnTo>
                  <a:close/>
                  <a:moveTo>
                    <a:pt x="47747" y="141596"/>
                  </a:moveTo>
                  <a:lnTo>
                    <a:pt x="46999" y="142344"/>
                  </a:lnTo>
                  <a:lnTo>
                    <a:pt x="46400" y="143093"/>
                  </a:lnTo>
                  <a:lnTo>
                    <a:pt x="45652" y="143841"/>
                  </a:lnTo>
                  <a:lnTo>
                    <a:pt x="38318" y="152373"/>
                  </a:lnTo>
                  <a:lnTo>
                    <a:pt x="36222" y="149230"/>
                  </a:lnTo>
                  <a:lnTo>
                    <a:pt x="34276" y="146086"/>
                  </a:lnTo>
                  <a:lnTo>
                    <a:pt x="34576" y="145937"/>
                  </a:lnTo>
                  <a:lnTo>
                    <a:pt x="35474" y="147284"/>
                  </a:lnTo>
                  <a:lnTo>
                    <a:pt x="36072" y="148032"/>
                  </a:lnTo>
                  <a:lnTo>
                    <a:pt x="36671" y="148631"/>
                  </a:lnTo>
                  <a:lnTo>
                    <a:pt x="36821" y="148631"/>
                  </a:lnTo>
                  <a:lnTo>
                    <a:pt x="35623" y="146984"/>
                  </a:lnTo>
                  <a:lnTo>
                    <a:pt x="34875" y="145937"/>
                  </a:lnTo>
                  <a:lnTo>
                    <a:pt x="35773" y="145637"/>
                  </a:lnTo>
                  <a:lnTo>
                    <a:pt x="36671" y="146685"/>
                  </a:lnTo>
                  <a:lnTo>
                    <a:pt x="37270" y="147433"/>
                  </a:lnTo>
                  <a:lnTo>
                    <a:pt x="37869" y="148182"/>
                  </a:lnTo>
                  <a:lnTo>
                    <a:pt x="38018" y="148182"/>
                  </a:lnTo>
                  <a:lnTo>
                    <a:pt x="37420" y="147284"/>
                  </a:lnTo>
                  <a:lnTo>
                    <a:pt x="36821" y="146535"/>
                  </a:lnTo>
                  <a:lnTo>
                    <a:pt x="36072" y="145488"/>
                  </a:lnTo>
                  <a:lnTo>
                    <a:pt x="36971" y="145188"/>
                  </a:lnTo>
                  <a:lnTo>
                    <a:pt x="37569" y="146236"/>
                  </a:lnTo>
                  <a:lnTo>
                    <a:pt x="38168" y="146835"/>
                  </a:lnTo>
                  <a:lnTo>
                    <a:pt x="38767" y="147284"/>
                  </a:lnTo>
                  <a:lnTo>
                    <a:pt x="37719" y="145937"/>
                  </a:lnTo>
                  <a:lnTo>
                    <a:pt x="37270" y="145188"/>
                  </a:lnTo>
                  <a:lnTo>
                    <a:pt x="38318" y="144739"/>
                  </a:lnTo>
                  <a:lnTo>
                    <a:pt x="39066" y="145637"/>
                  </a:lnTo>
                  <a:lnTo>
                    <a:pt x="39515" y="146236"/>
                  </a:lnTo>
                  <a:lnTo>
                    <a:pt x="40114" y="146835"/>
                  </a:lnTo>
                  <a:lnTo>
                    <a:pt x="40263" y="146835"/>
                  </a:lnTo>
                  <a:lnTo>
                    <a:pt x="39814" y="146086"/>
                  </a:lnTo>
                  <a:lnTo>
                    <a:pt x="39216" y="145338"/>
                  </a:lnTo>
                  <a:lnTo>
                    <a:pt x="38617" y="144590"/>
                  </a:lnTo>
                  <a:lnTo>
                    <a:pt x="39515" y="144290"/>
                  </a:lnTo>
                  <a:lnTo>
                    <a:pt x="39964" y="145039"/>
                  </a:lnTo>
                  <a:lnTo>
                    <a:pt x="40413" y="145637"/>
                  </a:lnTo>
                  <a:lnTo>
                    <a:pt x="41012" y="146236"/>
                  </a:lnTo>
                  <a:lnTo>
                    <a:pt x="41162" y="146236"/>
                  </a:lnTo>
                  <a:lnTo>
                    <a:pt x="39964" y="144440"/>
                  </a:lnTo>
                  <a:lnTo>
                    <a:pt x="39814" y="144290"/>
                  </a:lnTo>
                  <a:lnTo>
                    <a:pt x="40563" y="143991"/>
                  </a:lnTo>
                  <a:lnTo>
                    <a:pt x="40713" y="144290"/>
                  </a:lnTo>
                  <a:lnTo>
                    <a:pt x="41311" y="145039"/>
                  </a:lnTo>
                  <a:lnTo>
                    <a:pt x="41910" y="145637"/>
                  </a:lnTo>
                  <a:lnTo>
                    <a:pt x="42060" y="145637"/>
                  </a:lnTo>
                  <a:lnTo>
                    <a:pt x="42060" y="145488"/>
                  </a:lnTo>
                  <a:lnTo>
                    <a:pt x="41162" y="144440"/>
                  </a:lnTo>
                  <a:lnTo>
                    <a:pt x="40862" y="143841"/>
                  </a:lnTo>
                  <a:lnTo>
                    <a:pt x="41611" y="143691"/>
                  </a:lnTo>
                  <a:lnTo>
                    <a:pt x="42060" y="144140"/>
                  </a:lnTo>
                  <a:lnTo>
                    <a:pt x="42658" y="145039"/>
                  </a:lnTo>
                  <a:lnTo>
                    <a:pt x="42808" y="145039"/>
                  </a:lnTo>
                  <a:lnTo>
                    <a:pt x="42509" y="144440"/>
                  </a:lnTo>
                  <a:lnTo>
                    <a:pt x="42060" y="143991"/>
                  </a:lnTo>
                  <a:lnTo>
                    <a:pt x="41760" y="143542"/>
                  </a:lnTo>
                  <a:lnTo>
                    <a:pt x="42509" y="143242"/>
                  </a:lnTo>
                  <a:lnTo>
                    <a:pt x="42808" y="143542"/>
                  </a:lnTo>
                  <a:lnTo>
                    <a:pt x="43107" y="143991"/>
                  </a:lnTo>
                  <a:lnTo>
                    <a:pt x="43556" y="144440"/>
                  </a:lnTo>
                  <a:lnTo>
                    <a:pt x="43706" y="144290"/>
                  </a:lnTo>
                  <a:lnTo>
                    <a:pt x="42958" y="143392"/>
                  </a:lnTo>
                  <a:lnTo>
                    <a:pt x="42808" y="143242"/>
                  </a:lnTo>
                  <a:lnTo>
                    <a:pt x="43556" y="142943"/>
                  </a:lnTo>
                  <a:lnTo>
                    <a:pt x="44454" y="143841"/>
                  </a:lnTo>
                  <a:lnTo>
                    <a:pt x="44604" y="143841"/>
                  </a:lnTo>
                  <a:lnTo>
                    <a:pt x="43856" y="142793"/>
                  </a:lnTo>
                  <a:lnTo>
                    <a:pt x="44454" y="142644"/>
                  </a:lnTo>
                  <a:lnTo>
                    <a:pt x="44604" y="142793"/>
                  </a:lnTo>
                  <a:lnTo>
                    <a:pt x="44904" y="143093"/>
                  </a:lnTo>
                  <a:lnTo>
                    <a:pt x="45353" y="143392"/>
                  </a:lnTo>
                  <a:lnTo>
                    <a:pt x="45502" y="143392"/>
                  </a:lnTo>
                  <a:lnTo>
                    <a:pt x="45053" y="142943"/>
                  </a:lnTo>
                  <a:lnTo>
                    <a:pt x="44904" y="142644"/>
                  </a:lnTo>
                  <a:lnTo>
                    <a:pt x="44754" y="142494"/>
                  </a:lnTo>
                  <a:lnTo>
                    <a:pt x="45353" y="142344"/>
                  </a:lnTo>
                  <a:lnTo>
                    <a:pt x="45502" y="142344"/>
                  </a:lnTo>
                  <a:lnTo>
                    <a:pt x="45951" y="142793"/>
                  </a:lnTo>
                  <a:lnTo>
                    <a:pt x="46101" y="142793"/>
                  </a:lnTo>
                  <a:lnTo>
                    <a:pt x="45652" y="142195"/>
                  </a:lnTo>
                  <a:lnTo>
                    <a:pt x="45802" y="142195"/>
                  </a:lnTo>
                  <a:lnTo>
                    <a:pt x="46400" y="142045"/>
                  </a:lnTo>
                  <a:lnTo>
                    <a:pt x="46999" y="142344"/>
                  </a:lnTo>
                  <a:lnTo>
                    <a:pt x="46700" y="141895"/>
                  </a:lnTo>
                  <a:lnTo>
                    <a:pt x="47747" y="141596"/>
                  </a:lnTo>
                  <a:close/>
                  <a:moveTo>
                    <a:pt x="174226" y="110313"/>
                  </a:moveTo>
                  <a:lnTo>
                    <a:pt x="174076" y="112858"/>
                  </a:lnTo>
                  <a:lnTo>
                    <a:pt x="173777" y="115402"/>
                  </a:lnTo>
                  <a:lnTo>
                    <a:pt x="173328" y="117947"/>
                  </a:lnTo>
                  <a:lnTo>
                    <a:pt x="172729" y="120342"/>
                  </a:lnTo>
                  <a:lnTo>
                    <a:pt x="166742" y="120342"/>
                  </a:lnTo>
                  <a:lnTo>
                    <a:pt x="171980" y="123335"/>
                  </a:lnTo>
                  <a:lnTo>
                    <a:pt x="170484" y="128125"/>
                  </a:lnTo>
                  <a:lnTo>
                    <a:pt x="168687" y="132615"/>
                  </a:lnTo>
                  <a:lnTo>
                    <a:pt x="166592" y="137106"/>
                  </a:lnTo>
                  <a:lnTo>
                    <a:pt x="164197" y="141297"/>
                  </a:lnTo>
                  <a:lnTo>
                    <a:pt x="158659" y="139500"/>
                  </a:lnTo>
                  <a:lnTo>
                    <a:pt x="162551" y="143841"/>
                  </a:lnTo>
                  <a:lnTo>
                    <a:pt x="160904" y="146086"/>
                  </a:lnTo>
                  <a:lnTo>
                    <a:pt x="159258" y="148182"/>
                  </a:lnTo>
                  <a:lnTo>
                    <a:pt x="157611" y="150277"/>
                  </a:lnTo>
                  <a:lnTo>
                    <a:pt x="155815" y="152373"/>
                  </a:lnTo>
                  <a:lnTo>
                    <a:pt x="145936" y="139351"/>
                  </a:lnTo>
                  <a:lnTo>
                    <a:pt x="147733" y="137106"/>
                  </a:lnTo>
                  <a:lnTo>
                    <a:pt x="149379" y="134860"/>
                  </a:lnTo>
                  <a:lnTo>
                    <a:pt x="152522" y="136956"/>
                  </a:lnTo>
                  <a:lnTo>
                    <a:pt x="152373" y="137854"/>
                  </a:lnTo>
                  <a:lnTo>
                    <a:pt x="152522" y="138602"/>
                  </a:lnTo>
                  <a:lnTo>
                    <a:pt x="153121" y="139201"/>
                  </a:lnTo>
                  <a:lnTo>
                    <a:pt x="153869" y="139650"/>
                  </a:lnTo>
                  <a:lnTo>
                    <a:pt x="154169" y="139800"/>
                  </a:lnTo>
                  <a:lnTo>
                    <a:pt x="154618" y="139800"/>
                  </a:lnTo>
                  <a:lnTo>
                    <a:pt x="155516" y="139650"/>
                  </a:lnTo>
                  <a:lnTo>
                    <a:pt x="156115" y="139201"/>
                  </a:lnTo>
                  <a:lnTo>
                    <a:pt x="156414" y="138752"/>
                  </a:lnTo>
                  <a:lnTo>
                    <a:pt x="156564" y="138453"/>
                  </a:lnTo>
                  <a:lnTo>
                    <a:pt x="156713" y="138004"/>
                  </a:lnTo>
                  <a:lnTo>
                    <a:pt x="156713" y="137555"/>
                  </a:lnTo>
                  <a:lnTo>
                    <a:pt x="156564" y="136657"/>
                  </a:lnTo>
                  <a:lnTo>
                    <a:pt x="156115" y="136058"/>
                  </a:lnTo>
                  <a:lnTo>
                    <a:pt x="155665" y="135758"/>
                  </a:lnTo>
                  <a:lnTo>
                    <a:pt x="155366" y="135609"/>
                  </a:lnTo>
                  <a:lnTo>
                    <a:pt x="154618" y="135459"/>
                  </a:lnTo>
                  <a:lnTo>
                    <a:pt x="154019" y="135459"/>
                  </a:lnTo>
                  <a:lnTo>
                    <a:pt x="153420" y="135758"/>
                  </a:lnTo>
                  <a:lnTo>
                    <a:pt x="152971" y="136058"/>
                  </a:lnTo>
                  <a:lnTo>
                    <a:pt x="149828" y="134112"/>
                  </a:lnTo>
                  <a:lnTo>
                    <a:pt x="152073" y="130520"/>
                  </a:lnTo>
                  <a:lnTo>
                    <a:pt x="153869" y="126778"/>
                  </a:lnTo>
                  <a:lnTo>
                    <a:pt x="155516" y="122736"/>
                  </a:lnTo>
                  <a:lnTo>
                    <a:pt x="156713" y="118695"/>
                  </a:lnTo>
                  <a:lnTo>
                    <a:pt x="160605" y="119593"/>
                  </a:lnTo>
                  <a:lnTo>
                    <a:pt x="160755" y="120342"/>
                  </a:lnTo>
                  <a:lnTo>
                    <a:pt x="161204" y="121090"/>
                  </a:lnTo>
                  <a:lnTo>
                    <a:pt x="161952" y="121539"/>
                  </a:lnTo>
                  <a:lnTo>
                    <a:pt x="162700" y="121689"/>
                  </a:lnTo>
                  <a:lnTo>
                    <a:pt x="163149" y="121689"/>
                  </a:lnTo>
                  <a:lnTo>
                    <a:pt x="163598" y="121539"/>
                  </a:lnTo>
                  <a:lnTo>
                    <a:pt x="164347" y="121090"/>
                  </a:lnTo>
                  <a:lnTo>
                    <a:pt x="164796" y="120342"/>
                  </a:lnTo>
                  <a:lnTo>
                    <a:pt x="164946" y="120042"/>
                  </a:lnTo>
                  <a:lnTo>
                    <a:pt x="164946" y="119593"/>
                  </a:lnTo>
                  <a:lnTo>
                    <a:pt x="164946" y="119144"/>
                  </a:lnTo>
                  <a:lnTo>
                    <a:pt x="164796" y="118695"/>
                  </a:lnTo>
                  <a:lnTo>
                    <a:pt x="164347" y="117947"/>
                  </a:lnTo>
                  <a:lnTo>
                    <a:pt x="163748" y="117498"/>
                  </a:lnTo>
                  <a:lnTo>
                    <a:pt x="163299" y="117348"/>
                  </a:lnTo>
                  <a:lnTo>
                    <a:pt x="162102" y="117348"/>
                  </a:lnTo>
                  <a:lnTo>
                    <a:pt x="161653" y="117647"/>
                  </a:lnTo>
                  <a:lnTo>
                    <a:pt x="161054" y="118096"/>
                  </a:lnTo>
                  <a:lnTo>
                    <a:pt x="160755" y="118545"/>
                  </a:lnTo>
                  <a:lnTo>
                    <a:pt x="157013" y="117797"/>
                  </a:lnTo>
                  <a:lnTo>
                    <a:pt x="157611" y="115253"/>
                  </a:lnTo>
                  <a:lnTo>
                    <a:pt x="157911" y="112858"/>
                  </a:lnTo>
                  <a:lnTo>
                    <a:pt x="174226" y="110313"/>
                  </a:lnTo>
                  <a:close/>
                  <a:moveTo>
                    <a:pt x="163000" y="142045"/>
                  </a:moveTo>
                  <a:lnTo>
                    <a:pt x="163598" y="142195"/>
                  </a:lnTo>
                  <a:lnTo>
                    <a:pt x="163748" y="142195"/>
                  </a:lnTo>
                  <a:lnTo>
                    <a:pt x="163299" y="142793"/>
                  </a:lnTo>
                  <a:lnTo>
                    <a:pt x="163449" y="142793"/>
                  </a:lnTo>
                  <a:lnTo>
                    <a:pt x="164047" y="142344"/>
                  </a:lnTo>
                  <a:lnTo>
                    <a:pt x="164646" y="142494"/>
                  </a:lnTo>
                  <a:lnTo>
                    <a:pt x="164646" y="142644"/>
                  </a:lnTo>
                  <a:lnTo>
                    <a:pt x="164197" y="143242"/>
                  </a:lnTo>
                  <a:lnTo>
                    <a:pt x="164047" y="143392"/>
                  </a:lnTo>
                  <a:lnTo>
                    <a:pt x="164497" y="143093"/>
                  </a:lnTo>
                  <a:lnTo>
                    <a:pt x="164796" y="142793"/>
                  </a:lnTo>
                  <a:lnTo>
                    <a:pt x="164946" y="142644"/>
                  </a:lnTo>
                  <a:lnTo>
                    <a:pt x="165694" y="142793"/>
                  </a:lnTo>
                  <a:lnTo>
                    <a:pt x="164946" y="143841"/>
                  </a:lnTo>
                  <a:lnTo>
                    <a:pt x="165844" y="142943"/>
                  </a:lnTo>
                  <a:lnTo>
                    <a:pt x="166592" y="143242"/>
                  </a:lnTo>
                  <a:lnTo>
                    <a:pt x="166442" y="143392"/>
                  </a:lnTo>
                  <a:lnTo>
                    <a:pt x="165844" y="144290"/>
                  </a:lnTo>
                  <a:lnTo>
                    <a:pt x="165844" y="144440"/>
                  </a:lnTo>
                  <a:lnTo>
                    <a:pt x="166293" y="143991"/>
                  </a:lnTo>
                  <a:lnTo>
                    <a:pt x="166592" y="143542"/>
                  </a:lnTo>
                  <a:lnTo>
                    <a:pt x="166891" y="143242"/>
                  </a:lnTo>
                  <a:lnTo>
                    <a:pt x="167640" y="143542"/>
                  </a:lnTo>
                  <a:lnTo>
                    <a:pt x="167340" y="143991"/>
                  </a:lnTo>
                  <a:lnTo>
                    <a:pt x="166891" y="144440"/>
                  </a:lnTo>
                  <a:lnTo>
                    <a:pt x="166742" y="145039"/>
                  </a:lnTo>
                  <a:lnTo>
                    <a:pt x="167490" y="144140"/>
                  </a:lnTo>
                  <a:lnTo>
                    <a:pt x="167789" y="143691"/>
                  </a:lnTo>
                  <a:lnTo>
                    <a:pt x="168687" y="143841"/>
                  </a:lnTo>
                  <a:lnTo>
                    <a:pt x="168238" y="144440"/>
                  </a:lnTo>
                  <a:lnTo>
                    <a:pt x="167490" y="145488"/>
                  </a:lnTo>
                  <a:lnTo>
                    <a:pt x="167490" y="145637"/>
                  </a:lnTo>
                  <a:lnTo>
                    <a:pt x="168089" y="145039"/>
                  </a:lnTo>
                  <a:lnTo>
                    <a:pt x="168687" y="144290"/>
                  </a:lnTo>
                  <a:lnTo>
                    <a:pt x="168987" y="143991"/>
                  </a:lnTo>
                  <a:lnTo>
                    <a:pt x="169735" y="144290"/>
                  </a:lnTo>
                  <a:lnTo>
                    <a:pt x="169436" y="144440"/>
                  </a:lnTo>
                  <a:lnTo>
                    <a:pt x="168238" y="146236"/>
                  </a:lnTo>
                  <a:lnTo>
                    <a:pt x="168388" y="146236"/>
                  </a:lnTo>
                  <a:lnTo>
                    <a:pt x="168987" y="145637"/>
                  </a:lnTo>
                  <a:lnTo>
                    <a:pt x="169436" y="145039"/>
                  </a:lnTo>
                  <a:lnTo>
                    <a:pt x="169885" y="144290"/>
                  </a:lnTo>
                  <a:lnTo>
                    <a:pt x="170783" y="144590"/>
                  </a:lnTo>
                  <a:lnTo>
                    <a:pt x="170184" y="145338"/>
                  </a:lnTo>
                  <a:lnTo>
                    <a:pt x="169735" y="146086"/>
                  </a:lnTo>
                  <a:lnTo>
                    <a:pt x="169286" y="146835"/>
                  </a:lnTo>
                  <a:lnTo>
                    <a:pt x="169286" y="146835"/>
                  </a:lnTo>
                  <a:lnTo>
                    <a:pt x="169885" y="146236"/>
                  </a:lnTo>
                  <a:lnTo>
                    <a:pt x="170484" y="145637"/>
                  </a:lnTo>
                  <a:lnTo>
                    <a:pt x="171082" y="144739"/>
                  </a:lnTo>
                  <a:lnTo>
                    <a:pt x="172280" y="145188"/>
                  </a:lnTo>
                  <a:lnTo>
                    <a:pt x="171681" y="145937"/>
                  </a:lnTo>
                  <a:lnTo>
                    <a:pt x="170633" y="147284"/>
                  </a:lnTo>
                  <a:lnTo>
                    <a:pt x="171232" y="146835"/>
                  </a:lnTo>
                  <a:lnTo>
                    <a:pt x="171831" y="146236"/>
                  </a:lnTo>
                  <a:lnTo>
                    <a:pt x="172579" y="145188"/>
                  </a:lnTo>
                  <a:lnTo>
                    <a:pt x="173328" y="145488"/>
                  </a:lnTo>
                  <a:lnTo>
                    <a:pt x="172579" y="146535"/>
                  </a:lnTo>
                  <a:lnTo>
                    <a:pt x="171980" y="147284"/>
                  </a:lnTo>
                  <a:lnTo>
                    <a:pt x="171531" y="148182"/>
                  </a:lnTo>
                  <a:lnTo>
                    <a:pt x="171531" y="148182"/>
                  </a:lnTo>
                  <a:lnTo>
                    <a:pt x="172280" y="147433"/>
                  </a:lnTo>
                  <a:lnTo>
                    <a:pt x="172729" y="146685"/>
                  </a:lnTo>
                  <a:lnTo>
                    <a:pt x="173627" y="145637"/>
                  </a:lnTo>
                  <a:lnTo>
                    <a:pt x="174525" y="145937"/>
                  </a:lnTo>
                  <a:lnTo>
                    <a:pt x="173777" y="146984"/>
                  </a:lnTo>
                  <a:lnTo>
                    <a:pt x="172579" y="148631"/>
                  </a:lnTo>
                  <a:lnTo>
                    <a:pt x="172729" y="148631"/>
                  </a:lnTo>
                  <a:lnTo>
                    <a:pt x="173328" y="148032"/>
                  </a:lnTo>
                  <a:lnTo>
                    <a:pt x="173926" y="147284"/>
                  </a:lnTo>
                  <a:lnTo>
                    <a:pt x="174824" y="145937"/>
                  </a:lnTo>
                  <a:lnTo>
                    <a:pt x="175124" y="146086"/>
                  </a:lnTo>
                  <a:lnTo>
                    <a:pt x="173178" y="149230"/>
                  </a:lnTo>
                  <a:lnTo>
                    <a:pt x="171082" y="152373"/>
                  </a:lnTo>
                  <a:lnTo>
                    <a:pt x="163748" y="143841"/>
                  </a:lnTo>
                  <a:lnTo>
                    <a:pt x="163000" y="143093"/>
                  </a:lnTo>
                  <a:lnTo>
                    <a:pt x="162551" y="142344"/>
                  </a:lnTo>
                  <a:lnTo>
                    <a:pt x="163000" y="142045"/>
                  </a:lnTo>
                  <a:close/>
                  <a:moveTo>
                    <a:pt x="35174" y="110912"/>
                  </a:moveTo>
                  <a:lnTo>
                    <a:pt x="51489" y="113157"/>
                  </a:lnTo>
                  <a:lnTo>
                    <a:pt x="52088" y="116600"/>
                  </a:lnTo>
                  <a:lnTo>
                    <a:pt x="48346" y="117647"/>
                  </a:lnTo>
                  <a:lnTo>
                    <a:pt x="47747" y="117049"/>
                  </a:lnTo>
                  <a:lnTo>
                    <a:pt x="47149" y="116600"/>
                  </a:lnTo>
                  <a:lnTo>
                    <a:pt x="46251" y="116450"/>
                  </a:lnTo>
                  <a:lnTo>
                    <a:pt x="45502" y="116749"/>
                  </a:lnTo>
                  <a:lnTo>
                    <a:pt x="45053" y="116899"/>
                  </a:lnTo>
                  <a:lnTo>
                    <a:pt x="44754" y="117198"/>
                  </a:lnTo>
                  <a:lnTo>
                    <a:pt x="44305" y="117947"/>
                  </a:lnTo>
                  <a:lnTo>
                    <a:pt x="44305" y="118845"/>
                  </a:lnTo>
                  <a:lnTo>
                    <a:pt x="44305" y="119294"/>
                  </a:lnTo>
                  <a:lnTo>
                    <a:pt x="44454" y="119743"/>
                  </a:lnTo>
                  <a:lnTo>
                    <a:pt x="44754" y="120042"/>
                  </a:lnTo>
                  <a:lnTo>
                    <a:pt x="45053" y="120342"/>
                  </a:lnTo>
                  <a:lnTo>
                    <a:pt x="45652" y="120791"/>
                  </a:lnTo>
                  <a:lnTo>
                    <a:pt x="46550" y="120940"/>
                  </a:lnTo>
                  <a:lnTo>
                    <a:pt x="46999" y="120791"/>
                  </a:lnTo>
                  <a:lnTo>
                    <a:pt x="47448" y="120641"/>
                  </a:lnTo>
                  <a:lnTo>
                    <a:pt x="47897" y="120342"/>
                  </a:lnTo>
                  <a:lnTo>
                    <a:pt x="48346" y="119743"/>
                  </a:lnTo>
                  <a:lnTo>
                    <a:pt x="48645" y="119294"/>
                  </a:lnTo>
                  <a:lnTo>
                    <a:pt x="48645" y="118545"/>
                  </a:lnTo>
                  <a:lnTo>
                    <a:pt x="52387" y="117498"/>
                  </a:lnTo>
                  <a:lnTo>
                    <a:pt x="53585" y="121689"/>
                  </a:lnTo>
                  <a:lnTo>
                    <a:pt x="55082" y="125730"/>
                  </a:lnTo>
                  <a:lnTo>
                    <a:pt x="56878" y="129622"/>
                  </a:lnTo>
                  <a:lnTo>
                    <a:pt x="59123" y="133364"/>
                  </a:lnTo>
                  <a:lnTo>
                    <a:pt x="55680" y="135609"/>
                  </a:lnTo>
                  <a:lnTo>
                    <a:pt x="54932" y="135160"/>
                  </a:lnTo>
                  <a:lnTo>
                    <a:pt x="54034" y="135010"/>
                  </a:lnTo>
                  <a:lnTo>
                    <a:pt x="53285" y="135160"/>
                  </a:lnTo>
                  <a:lnTo>
                    <a:pt x="52537" y="135609"/>
                  </a:lnTo>
                  <a:lnTo>
                    <a:pt x="52238" y="136058"/>
                  </a:lnTo>
                  <a:lnTo>
                    <a:pt x="52088" y="136357"/>
                  </a:lnTo>
                  <a:lnTo>
                    <a:pt x="51938" y="137255"/>
                  </a:lnTo>
                  <a:lnTo>
                    <a:pt x="52088" y="138004"/>
                  </a:lnTo>
                  <a:lnTo>
                    <a:pt x="52238" y="138453"/>
                  </a:lnTo>
                  <a:lnTo>
                    <a:pt x="52537" y="138752"/>
                  </a:lnTo>
                  <a:lnTo>
                    <a:pt x="52986" y="139051"/>
                  </a:lnTo>
                  <a:lnTo>
                    <a:pt x="53285" y="139201"/>
                  </a:lnTo>
                  <a:lnTo>
                    <a:pt x="54184" y="139351"/>
                  </a:lnTo>
                  <a:lnTo>
                    <a:pt x="54932" y="139201"/>
                  </a:lnTo>
                  <a:lnTo>
                    <a:pt x="55381" y="139051"/>
                  </a:lnTo>
                  <a:lnTo>
                    <a:pt x="55680" y="138752"/>
                  </a:lnTo>
                  <a:lnTo>
                    <a:pt x="56129" y="138303"/>
                  </a:lnTo>
                  <a:lnTo>
                    <a:pt x="56279" y="137704"/>
                  </a:lnTo>
                  <a:lnTo>
                    <a:pt x="56279" y="136956"/>
                  </a:lnTo>
                  <a:lnTo>
                    <a:pt x="56129" y="136357"/>
                  </a:lnTo>
                  <a:lnTo>
                    <a:pt x="59572" y="134262"/>
                  </a:lnTo>
                  <a:lnTo>
                    <a:pt x="61817" y="137255"/>
                  </a:lnTo>
                  <a:lnTo>
                    <a:pt x="64062" y="140099"/>
                  </a:lnTo>
                  <a:lnTo>
                    <a:pt x="54483" y="153271"/>
                  </a:lnTo>
                  <a:lnTo>
                    <a:pt x="52387" y="151026"/>
                  </a:lnTo>
                  <a:lnTo>
                    <a:pt x="50442" y="148781"/>
                  </a:lnTo>
                  <a:lnTo>
                    <a:pt x="48645" y="146386"/>
                  </a:lnTo>
                  <a:lnTo>
                    <a:pt x="46849" y="143991"/>
                  </a:lnTo>
                  <a:lnTo>
                    <a:pt x="50891" y="139500"/>
                  </a:lnTo>
                  <a:lnTo>
                    <a:pt x="45203" y="141297"/>
                  </a:lnTo>
                  <a:lnTo>
                    <a:pt x="42808" y="137106"/>
                  </a:lnTo>
                  <a:lnTo>
                    <a:pt x="40713" y="132615"/>
                  </a:lnTo>
                  <a:lnTo>
                    <a:pt x="38916" y="128125"/>
                  </a:lnTo>
                  <a:lnTo>
                    <a:pt x="37420" y="123335"/>
                  </a:lnTo>
                  <a:lnTo>
                    <a:pt x="42658" y="120342"/>
                  </a:lnTo>
                  <a:lnTo>
                    <a:pt x="36671" y="120342"/>
                  </a:lnTo>
                  <a:lnTo>
                    <a:pt x="35773" y="115702"/>
                  </a:lnTo>
                  <a:lnTo>
                    <a:pt x="35174" y="110912"/>
                  </a:lnTo>
                  <a:close/>
                  <a:moveTo>
                    <a:pt x="80677" y="143093"/>
                  </a:moveTo>
                  <a:lnTo>
                    <a:pt x="83371" y="144739"/>
                  </a:lnTo>
                  <a:lnTo>
                    <a:pt x="86364" y="146086"/>
                  </a:lnTo>
                  <a:lnTo>
                    <a:pt x="89508" y="147284"/>
                  </a:lnTo>
                  <a:lnTo>
                    <a:pt x="92651" y="148331"/>
                  </a:lnTo>
                  <a:lnTo>
                    <a:pt x="91453" y="155217"/>
                  </a:lnTo>
                  <a:lnTo>
                    <a:pt x="87562" y="154019"/>
                  </a:lnTo>
                  <a:lnTo>
                    <a:pt x="83820" y="152522"/>
                  </a:lnTo>
                  <a:lnTo>
                    <a:pt x="80377" y="150876"/>
                  </a:lnTo>
                  <a:lnTo>
                    <a:pt x="76935" y="148930"/>
                  </a:lnTo>
                  <a:lnTo>
                    <a:pt x="80677" y="143093"/>
                  </a:lnTo>
                  <a:close/>
                  <a:moveTo>
                    <a:pt x="128125" y="143542"/>
                  </a:moveTo>
                  <a:lnTo>
                    <a:pt x="131717" y="149379"/>
                  </a:lnTo>
                  <a:lnTo>
                    <a:pt x="128274" y="151325"/>
                  </a:lnTo>
                  <a:lnTo>
                    <a:pt x="124532" y="152972"/>
                  </a:lnTo>
                  <a:lnTo>
                    <a:pt x="120790" y="154319"/>
                  </a:lnTo>
                  <a:lnTo>
                    <a:pt x="116899" y="155366"/>
                  </a:lnTo>
                  <a:lnTo>
                    <a:pt x="115552" y="148631"/>
                  </a:lnTo>
                  <a:lnTo>
                    <a:pt x="118845" y="147733"/>
                  </a:lnTo>
                  <a:lnTo>
                    <a:pt x="121988" y="146535"/>
                  </a:lnTo>
                  <a:lnTo>
                    <a:pt x="125131" y="145188"/>
                  </a:lnTo>
                  <a:lnTo>
                    <a:pt x="128125" y="143542"/>
                  </a:lnTo>
                  <a:close/>
                  <a:moveTo>
                    <a:pt x="114504" y="148930"/>
                  </a:moveTo>
                  <a:lnTo>
                    <a:pt x="116001" y="155666"/>
                  </a:lnTo>
                  <a:lnTo>
                    <a:pt x="113307" y="156115"/>
                  </a:lnTo>
                  <a:lnTo>
                    <a:pt x="114354" y="148930"/>
                  </a:lnTo>
                  <a:close/>
                  <a:moveTo>
                    <a:pt x="93549" y="148631"/>
                  </a:moveTo>
                  <a:lnTo>
                    <a:pt x="95345" y="149080"/>
                  </a:lnTo>
                  <a:lnTo>
                    <a:pt x="96393" y="156264"/>
                  </a:lnTo>
                  <a:lnTo>
                    <a:pt x="92352" y="155366"/>
                  </a:lnTo>
                  <a:lnTo>
                    <a:pt x="93549" y="148631"/>
                  </a:lnTo>
                  <a:close/>
                  <a:moveTo>
                    <a:pt x="127676" y="117348"/>
                  </a:moveTo>
                  <a:lnTo>
                    <a:pt x="138902" y="132017"/>
                  </a:lnTo>
                  <a:lnTo>
                    <a:pt x="139800" y="133364"/>
                  </a:lnTo>
                  <a:lnTo>
                    <a:pt x="143991" y="138902"/>
                  </a:lnTo>
                  <a:lnTo>
                    <a:pt x="145188" y="140399"/>
                  </a:lnTo>
                  <a:lnTo>
                    <a:pt x="154917" y="153271"/>
                  </a:lnTo>
                  <a:lnTo>
                    <a:pt x="155516" y="154019"/>
                  </a:lnTo>
                  <a:lnTo>
                    <a:pt x="158659" y="158210"/>
                  </a:lnTo>
                  <a:lnTo>
                    <a:pt x="154468" y="155067"/>
                  </a:lnTo>
                  <a:lnTo>
                    <a:pt x="153720" y="154468"/>
                  </a:lnTo>
                  <a:lnTo>
                    <a:pt x="140698" y="144889"/>
                  </a:lnTo>
                  <a:lnTo>
                    <a:pt x="139201" y="143841"/>
                  </a:lnTo>
                  <a:lnTo>
                    <a:pt x="133513" y="139650"/>
                  </a:lnTo>
                  <a:lnTo>
                    <a:pt x="132316" y="138752"/>
                  </a:lnTo>
                  <a:lnTo>
                    <a:pt x="117348" y="127676"/>
                  </a:lnTo>
                  <a:lnTo>
                    <a:pt x="118545" y="118845"/>
                  </a:lnTo>
                  <a:lnTo>
                    <a:pt x="121090" y="118396"/>
                  </a:lnTo>
                  <a:lnTo>
                    <a:pt x="120341" y="118994"/>
                  </a:lnTo>
                  <a:lnTo>
                    <a:pt x="119892" y="119743"/>
                  </a:lnTo>
                  <a:lnTo>
                    <a:pt x="119892" y="119893"/>
                  </a:lnTo>
                  <a:lnTo>
                    <a:pt x="120940" y="119144"/>
                  </a:lnTo>
                  <a:lnTo>
                    <a:pt x="121688" y="118246"/>
                  </a:lnTo>
                  <a:lnTo>
                    <a:pt x="125281" y="117797"/>
                  </a:lnTo>
                  <a:lnTo>
                    <a:pt x="123784" y="119144"/>
                  </a:lnTo>
                  <a:lnTo>
                    <a:pt x="122587" y="120342"/>
                  </a:lnTo>
                  <a:lnTo>
                    <a:pt x="121988" y="121090"/>
                  </a:lnTo>
                  <a:lnTo>
                    <a:pt x="121389" y="121689"/>
                  </a:lnTo>
                  <a:lnTo>
                    <a:pt x="121389" y="121838"/>
                  </a:lnTo>
                  <a:lnTo>
                    <a:pt x="121539" y="121838"/>
                  </a:lnTo>
                  <a:lnTo>
                    <a:pt x="122138" y="121240"/>
                  </a:lnTo>
                  <a:lnTo>
                    <a:pt x="122736" y="120641"/>
                  </a:lnTo>
                  <a:lnTo>
                    <a:pt x="123934" y="119444"/>
                  </a:lnTo>
                  <a:lnTo>
                    <a:pt x="125730" y="117647"/>
                  </a:lnTo>
                  <a:lnTo>
                    <a:pt x="127676" y="117348"/>
                  </a:lnTo>
                  <a:close/>
                  <a:moveTo>
                    <a:pt x="82323" y="117348"/>
                  </a:moveTo>
                  <a:lnTo>
                    <a:pt x="90705" y="118545"/>
                  </a:lnTo>
                  <a:lnTo>
                    <a:pt x="91154" y="121389"/>
                  </a:lnTo>
                  <a:lnTo>
                    <a:pt x="90555" y="120940"/>
                  </a:lnTo>
                  <a:lnTo>
                    <a:pt x="89957" y="120491"/>
                  </a:lnTo>
                  <a:lnTo>
                    <a:pt x="89807" y="120491"/>
                  </a:lnTo>
                  <a:lnTo>
                    <a:pt x="90406" y="121389"/>
                  </a:lnTo>
                  <a:lnTo>
                    <a:pt x="91154" y="122138"/>
                  </a:lnTo>
                  <a:lnTo>
                    <a:pt x="91753" y="125580"/>
                  </a:lnTo>
                  <a:lnTo>
                    <a:pt x="90555" y="124383"/>
                  </a:lnTo>
                  <a:lnTo>
                    <a:pt x="89358" y="123185"/>
                  </a:lnTo>
                  <a:lnTo>
                    <a:pt x="88610" y="122587"/>
                  </a:lnTo>
                  <a:lnTo>
                    <a:pt x="88011" y="121988"/>
                  </a:lnTo>
                  <a:lnTo>
                    <a:pt x="87861" y="121988"/>
                  </a:lnTo>
                  <a:lnTo>
                    <a:pt x="87861" y="122138"/>
                  </a:lnTo>
                  <a:lnTo>
                    <a:pt x="88460" y="122736"/>
                  </a:lnTo>
                  <a:lnTo>
                    <a:pt x="89059" y="123335"/>
                  </a:lnTo>
                  <a:lnTo>
                    <a:pt x="90256" y="124533"/>
                  </a:lnTo>
                  <a:lnTo>
                    <a:pt x="91753" y="126179"/>
                  </a:lnTo>
                  <a:lnTo>
                    <a:pt x="92202" y="128424"/>
                  </a:lnTo>
                  <a:lnTo>
                    <a:pt x="77833" y="139351"/>
                  </a:lnTo>
                  <a:lnTo>
                    <a:pt x="76635" y="140249"/>
                  </a:lnTo>
                  <a:lnTo>
                    <a:pt x="70948" y="144440"/>
                  </a:lnTo>
                  <a:lnTo>
                    <a:pt x="69600" y="145637"/>
                  </a:lnTo>
                  <a:lnTo>
                    <a:pt x="56578" y="155366"/>
                  </a:lnTo>
                  <a:lnTo>
                    <a:pt x="55830" y="155965"/>
                  </a:lnTo>
                  <a:lnTo>
                    <a:pt x="51489" y="159258"/>
                  </a:lnTo>
                  <a:lnTo>
                    <a:pt x="54782" y="154917"/>
                  </a:lnTo>
                  <a:lnTo>
                    <a:pt x="55381" y="154169"/>
                  </a:lnTo>
                  <a:lnTo>
                    <a:pt x="64960" y="141147"/>
                  </a:lnTo>
                  <a:lnTo>
                    <a:pt x="66008" y="139650"/>
                  </a:lnTo>
                  <a:lnTo>
                    <a:pt x="70199" y="133962"/>
                  </a:lnTo>
                  <a:lnTo>
                    <a:pt x="71097" y="132765"/>
                  </a:lnTo>
                  <a:lnTo>
                    <a:pt x="82323" y="117348"/>
                  </a:lnTo>
                  <a:close/>
                  <a:moveTo>
                    <a:pt x="68852" y="162701"/>
                  </a:moveTo>
                  <a:lnTo>
                    <a:pt x="68702" y="163748"/>
                  </a:lnTo>
                  <a:lnTo>
                    <a:pt x="68104" y="163449"/>
                  </a:lnTo>
                  <a:lnTo>
                    <a:pt x="68852" y="162701"/>
                  </a:lnTo>
                  <a:close/>
                  <a:moveTo>
                    <a:pt x="140548" y="162701"/>
                  </a:moveTo>
                  <a:lnTo>
                    <a:pt x="141296" y="163449"/>
                  </a:lnTo>
                  <a:lnTo>
                    <a:pt x="140847" y="163748"/>
                  </a:lnTo>
                  <a:lnTo>
                    <a:pt x="140548" y="162701"/>
                  </a:lnTo>
                  <a:close/>
                  <a:moveTo>
                    <a:pt x="46251" y="144739"/>
                  </a:moveTo>
                  <a:lnTo>
                    <a:pt x="48047" y="147134"/>
                  </a:lnTo>
                  <a:lnTo>
                    <a:pt x="49843" y="149529"/>
                  </a:lnTo>
                  <a:lnTo>
                    <a:pt x="51789" y="151774"/>
                  </a:lnTo>
                  <a:lnTo>
                    <a:pt x="53884" y="154019"/>
                  </a:lnTo>
                  <a:lnTo>
                    <a:pt x="48047" y="161952"/>
                  </a:lnTo>
                  <a:lnTo>
                    <a:pt x="48945" y="162850"/>
                  </a:lnTo>
                  <a:lnTo>
                    <a:pt x="56728" y="156863"/>
                  </a:lnTo>
                  <a:lnTo>
                    <a:pt x="58973" y="158809"/>
                  </a:lnTo>
                  <a:lnTo>
                    <a:pt x="61218" y="160605"/>
                  </a:lnTo>
                  <a:lnTo>
                    <a:pt x="63613" y="162401"/>
                  </a:lnTo>
                  <a:lnTo>
                    <a:pt x="66158" y="164048"/>
                  </a:lnTo>
                  <a:lnTo>
                    <a:pt x="58225" y="171831"/>
                  </a:lnTo>
                  <a:lnTo>
                    <a:pt x="55381" y="169885"/>
                  </a:lnTo>
                  <a:lnTo>
                    <a:pt x="52836" y="167790"/>
                  </a:lnTo>
                  <a:lnTo>
                    <a:pt x="50292" y="165545"/>
                  </a:lnTo>
                  <a:lnTo>
                    <a:pt x="47747" y="163299"/>
                  </a:lnTo>
                  <a:lnTo>
                    <a:pt x="45353" y="160904"/>
                  </a:lnTo>
                  <a:lnTo>
                    <a:pt x="43107" y="158360"/>
                  </a:lnTo>
                  <a:lnTo>
                    <a:pt x="41012" y="155815"/>
                  </a:lnTo>
                  <a:lnTo>
                    <a:pt x="38916" y="153121"/>
                  </a:lnTo>
                  <a:lnTo>
                    <a:pt x="46251" y="144739"/>
                  </a:lnTo>
                  <a:close/>
                  <a:moveTo>
                    <a:pt x="163149" y="144739"/>
                  </a:moveTo>
                  <a:lnTo>
                    <a:pt x="170484" y="153121"/>
                  </a:lnTo>
                  <a:lnTo>
                    <a:pt x="168388" y="155815"/>
                  </a:lnTo>
                  <a:lnTo>
                    <a:pt x="166293" y="158360"/>
                  </a:lnTo>
                  <a:lnTo>
                    <a:pt x="164047" y="160904"/>
                  </a:lnTo>
                  <a:lnTo>
                    <a:pt x="161653" y="163299"/>
                  </a:lnTo>
                  <a:lnTo>
                    <a:pt x="159108" y="165545"/>
                  </a:lnTo>
                  <a:lnTo>
                    <a:pt x="156564" y="167790"/>
                  </a:lnTo>
                  <a:lnTo>
                    <a:pt x="154019" y="169885"/>
                  </a:lnTo>
                  <a:lnTo>
                    <a:pt x="151175" y="171831"/>
                  </a:lnTo>
                  <a:lnTo>
                    <a:pt x="143242" y="164048"/>
                  </a:lnTo>
                  <a:lnTo>
                    <a:pt x="145936" y="162252"/>
                  </a:lnTo>
                  <a:lnTo>
                    <a:pt x="148631" y="160306"/>
                  </a:lnTo>
                  <a:lnTo>
                    <a:pt x="151175" y="158210"/>
                  </a:lnTo>
                  <a:lnTo>
                    <a:pt x="153570" y="155965"/>
                  </a:lnTo>
                  <a:lnTo>
                    <a:pt x="161353" y="161653"/>
                  </a:lnTo>
                  <a:lnTo>
                    <a:pt x="162251" y="160755"/>
                  </a:lnTo>
                  <a:lnTo>
                    <a:pt x="156414" y="153121"/>
                  </a:lnTo>
                  <a:lnTo>
                    <a:pt x="158210" y="151026"/>
                  </a:lnTo>
                  <a:lnTo>
                    <a:pt x="159856" y="149080"/>
                  </a:lnTo>
                  <a:lnTo>
                    <a:pt x="161653" y="146835"/>
                  </a:lnTo>
                  <a:lnTo>
                    <a:pt x="163149" y="144739"/>
                  </a:lnTo>
                  <a:close/>
                  <a:moveTo>
                    <a:pt x="89358" y="171083"/>
                  </a:moveTo>
                  <a:lnTo>
                    <a:pt x="89358" y="172130"/>
                  </a:lnTo>
                  <a:lnTo>
                    <a:pt x="88759" y="171981"/>
                  </a:lnTo>
                  <a:lnTo>
                    <a:pt x="89358" y="171083"/>
                  </a:lnTo>
                  <a:close/>
                  <a:moveTo>
                    <a:pt x="120192" y="171083"/>
                  </a:moveTo>
                  <a:lnTo>
                    <a:pt x="120641" y="171981"/>
                  </a:lnTo>
                  <a:lnTo>
                    <a:pt x="120042" y="172130"/>
                  </a:lnTo>
                  <a:lnTo>
                    <a:pt x="120192" y="171083"/>
                  </a:lnTo>
                  <a:close/>
                  <a:moveTo>
                    <a:pt x="70499" y="146386"/>
                  </a:moveTo>
                  <a:lnTo>
                    <a:pt x="72744" y="148182"/>
                  </a:lnTo>
                  <a:lnTo>
                    <a:pt x="75139" y="149828"/>
                  </a:lnTo>
                  <a:lnTo>
                    <a:pt x="73043" y="153421"/>
                  </a:lnTo>
                  <a:lnTo>
                    <a:pt x="72145" y="153271"/>
                  </a:lnTo>
                  <a:lnTo>
                    <a:pt x="71397" y="153570"/>
                  </a:lnTo>
                  <a:lnTo>
                    <a:pt x="70648" y="154019"/>
                  </a:lnTo>
                  <a:lnTo>
                    <a:pt x="70199" y="154768"/>
                  </a:lnTo>
                  <a:lnTo>
                    <a:pt x="70199" y="155217"/>
                  </a:lnTo>
                  <a:lnTo>
                    <a:pt x="70199" y="155666"/>
                  </a:lnTo>
                  <a:lnTo>
                    <a:pt x="70349" y="156414"/>
                  </a:lnTo>
                  <a:lnTo>
                    <a:pt x="70798" y="157163"/>
                  </a:lnTo>
                  <a:lnTo>
                    <a:pt x="71247" y="157312"/>
                  </a:lnTo>
                  <a:lnTo>
                    <a:pt x="71546" y="157612"/>
                  </a:lnTo>
                  <a:lnTo>
                    <a:pt x="72444" y="157612"/>
                  </a:lnTo>
                  <a:lnTo>
                    <a:pt x="73342" y="157462"/>
                  </a:lnTo>
                  <a:lnTo>
                    <a:pt x="73941" y="157013"/>
                  </a:lnTo>
                  <a:lnTo>
                    <a:pt x="74240" y="156564"/>
                  </a:lnTo>
                  <a:lnTo>
                    <a:pt x="74390" y="156264"/>
                  </a:lnTo>
                  <a:lnTo>
                    <a:pt x="74540" y="155516"/>
                  </a:lnTo>
                  <a:lnTo>
                    <a:pt x="74390" y="154917"/>
                  </a:lnTo>
                  <a:lnTo>
                    <a:pt x="74240" y="154319"/>
                  </a:lnTo>
                  <a:lnTo>
                    <a:pt x="73791" y="153870"/>
                  </a:lnTo>
                  <a:lnTo>
                    <a:pt x="76037" y="150277"/>
                  </a:lnTo>
                  <a:lnTo>
                    <a:pt x="79629" y="152373"/>
                  </a:lnTo>
                  <a:lnTo>
                    <a:pt x="83221" y="154169"/>
                  </a:lnTo>
                  <a:lnTo>
                    <a:pt x="87113" y="155666"/>
                  </a:lnTo>
                  <a:lnTo>
                    <a:pt x="91004" y="156863"/>
                  </a:lnTo>
                  <a:lnTo>
                    <a:pt x="90256" y="161054"/>
                  </a:lnTo>
                  <a:lnTo>
                    <a:pt x="89508" y="161204"/>
                  </a:lnTo>
                  <a:lnTo>
                    <a:pt x="88909" y="161653"/>
                  </a:lnTo>
                  <a:lnTo>
                    <a:pt x="88460" y="162252"/>
                  </a:lnTo>
                  <a:lnTo>
                    <a:pt x="88161" y="163150"/>
                  </a:lnTo>
                  <a:lnTo>
                    <a:pt x="88310" y="163599"/>
                  </a:lnTo>
                  <a:lnTo>
                    <a:pt x="88310" y="164048"/>
                  </a:lnTo>
                  <a:lnTo>
                    <a:pt x="88909" y="164646"/>
                  </a:lnTo>
                  <a:lnTo>
                    <a:pt x="89508" y="165245"/>
                  </a:lnTo>
                  <a:lnTo>
                    <a:pt x="89957" y="165395"/>
                  </a:lnTo>
                  <a:lnTo>
                    <a:pt x="90855" y="165395"/>
                  </a:lnTo>
                  <a:lnTo>
                    <a:pt x="91304" y="165245"/>
                  </a:lnTo>
                  <a:lnTo>
                    <a:pt x="91903" y="164796"/>
                  </a:lnTo>
                  <a:lnTo>
                    <a:pt x="92501" y="164048"/>
                  </a:lnTo>
                  <a:lnTo>
                    <a:pt x="92651" y="163599"/>
                  </a:lnTo>
                  <a:lnTo>
                    <a:pt x="92651" y="163150"/>
                  </a:lnTo>
                  <a:lnTo>
                    <a:pt x="92501" y="162551"/>
                  </a:lnTo>
                  <a:lnTo>
                    <a:pt x="92202" y="161952"/>
                  </a:lnTo>
                  <a:lnTo>
                    <a:pt x="91903" y="161503"/>
                  </a:lnTo>
                  <a:lnTo>
                    <a:pt x="91304" y="161204"/>
                  </a:lnTo>
                  <a:lnTo>
                    <a:pt x="92052" y="157163"/>
                  </a:lnTo>
                  <a:lnTo>
                    <a:pt x="94297" y="157612"/>
                  </a:lnTo>
                  <a:lnTo>
                    <a:pt x="96692" y="158061"/>
                  </a:lnTo>
                  <a:lnTo>
                    <a:pt x="99087" y="174376"/>
                  </a:lnTo>
                  <a:lnTo>
                    <a:pt x="94746" y="173927"/>
                  </a:lnTo>
                  <a:lnTo>
                    <a:pt x="90406" y="173178"/>
                  </a:lnTo>
                  <a:lnTo>
                    <a:pt x="90106" y="167341"/>
                  </a:lnTo>
                  <a:lnTo>
                    <a:pt x="87562" y="172430"/>
                  </a:lnTo>
                  <a:lnTo>
                    <a:pt x="85167" y="171831"/>
                  </a:lnTo>
                  <a:lnTo>
                    <a:pt x="82772" y="171083"/>
                  </a:lnTo>
                  <a:lnTo>
                    <a:pt x="78132" y="169286"/>
                  </a:lnTo>
                  <a:lnTo>
                    <a:pt x="73642" y="167341"/>
                  </a:lnTo>
                  <a:lnTo>
                    <a:pt x="69301" y="164946"/>
                  </a:lnTo>
                  <a:lnTo>
                    <a:pt x="70798" y="159557"/>
                  </a:lnTo>
                  <a:lnTo>
                    <a:pt x="66906" y="163449"/>
                  </a:lnTo>
                  <a:lnTo>
                    <a:pt x="64362" y="161803"/>
                  </a:lnTo>
                  <a:lnTo>
                    <a:pt x="61967" y="160006"/>
                  </a:lnTo>
                  <a:lnTo>
                    <a:pt x="59722" y="158210"/>
                  </a:lnTo>
                  <a:lnTo>
                    <a:pt x="57476" y="156264"/>
                  </a:lnTo>
                  <a:lnTo>
                    <a:pt x="70499" y="146386"/>
                  </a:lnTo>
                  <a:close/>
                  <a:moveTo>
                    <a:pt x="139650" y="145637"/>
                  </a:moveTo>
                  <a:lnTo>
                    <a:pt x="152822" y="155366"/>
                  </a:lnTo>
                  <a:lnTo>
                    <a:pt x="150427" y="157462"/>
                  </a:lnTo>
                  <a:lnTo>
                    <a:pt x="147882" y="159557"/>
                  </a:lnTo>
                  <a:lnTo>
                    <a:pt x="145338" y="161503"/>
                  </a:lnTo>
                  <a:lnTo>
                    <a:pt x="142643" y="163449"/>
                  </a:lnTo>
                  <a:lnTo>
                    <a:pt x="138602" y="159557"/>
                  </a:lnTo>
                  <a:lnTo>
                    <a:pt x="140099" y="164946"/>
                  </a:lnTo>
                  <a:lnTo>
                    <a:pt x="135758" y="167191"/>
                  </a:lnTo>
                  <a:lnTo>
                    <a:pt x="131418" y="169286"/>
                  </a:lnTo>
                  <a:lnTo>
                    <a:pt x="126778" y="171083"/>
                  </a:lnTo>
                  <a:lnTo>
                    <a:pt x="124383" y="171831"/>
                  </a:lnTo>
                  <a:lnTo>
                    <a:pt x="121988" y="172430"/>
                  </a:lnTo>
                  <a:lnTo>
                    <a:pt x="119443" y="167341"/>
                  </a:lnTo>
                  <a:lnTo>
                    <a:pt x="118994" y="173178"/>
                  </a:lnTo>
                  <a:lnTo>
                    <a:pt x="114953" y="173777"/>
                  </a:lnTo>
                  <a:lnTo>
                    <a:pt x="110912" y="174376"/>
                  </a:lnTo>
                  <a:lnTo>
                    <a:pt x="113157" y="157911"/>
                  </a:lnTo>
                  <a:lnTo>
                    <a:pt x="116300" y="157312"/>
                  </a:lnTo>
                  <a:lnTo>
                    <a:pt x="117198" y="161354"/>
                  </a:lnTo>
                  <a:lnTo>
                    <a:pt x="116450" y="161952"/>
                  </a:lnTo>
                  <a:lnTo>
                    <a:pt x="116150" y="162701"/>
                  </a:lnTo>
                  <a:lnTo>
                    <a:pt x="116001" y="163449"/>
                  </a:lnTo>
                  <a:lnTo>
                    <a:pt x="116150" y="164347"/>
                  </a:lnTo>
                  <a:lnTo>
                    <a:pt x="116450" y="164646"/>
                  </a:lnTo>
                  <a:lnTo>
                    <a:pt x="116749" y="164946"/>
                  </a:lnTo>
                  <a:lnTo>
                    <a:pt x="117498" y="165395"/>
                  </a:lnTo>
                  <a:lnTo>
                    <a:pt x="118396" y="165545"/>
                  </a:lnTo>
                  <a:lnTo>
                    <a:pt x="118695" y="165395"/>
                  </a:lnTo>
                  <a:lnTo>
                    <a:pt x="119144" y="165245"/>
                  </a:lnTo>
                  <a:lnTo>
                    <a:pt x="119593" y="165095"/>
                  </a:lnTo>
                  <a:lnTo>
                    <a:pt x="119892" y="164796"/>
                  </a:lnTo>
                  <a:lnTo>
                    <a:pt x="120341" y="164048"/>
                  </a:lnTo>
                  <a:lnTo>
                    <a:pt x="120341" y="163150"/>
                  </a:lnTo>
                  <a:lnTo>
                    <a:pt x="120341" y="162850"/>
                  </a:lnTo>
                  <a:lnTo>
                    <a:pt x="120192" y="162401"/>
                  </a:lnTo>
                  <a:lnTo>
                    <a:pt x="119743" y="161803"/>
                  </a:lnTo>
                  <a:lnTo>
                    <a:pt x="119294" y="161354"/>
                  </a:lnTo>
                  <a:lnTo>
                    <a:pt x="118695" y="161204"/>
                  </a:lnTo>
                  <a:lnTo>
                    <a:pt x="118096" y="161054"/>
                  </a:lnTo>
                  <a:lnTo>
                    <a:pt x="117348" y="157163"/>
                  </a:lnTo>
                  <a:lnTo>
                    <a:pt x="121389" y="155965"/>
                  </a:lnTo>
                  <a:lnTo>
                    <a:pt x="125281" y="154618"/>
                  </a:lnTo>
                  <a:lnTo>
                    <a:pt x="129023" y="152822"/>
                  </a:lnTo>
                  <a:lnTo>
                    <a:pt x="132615" y="150876"/>
                  </a:lnTo>
                  <a:lnTo>
                    <a:pt x="134711" y="154319"/>
                  </a:lnTo>
                  <a:lnTo>
                    <a:pt x="134261" y="155067"/>
                  </a:lnTo>
                  <a:lnTo>
                    <a:pt x="134112" y="155815"/>
                  </a:lnTo>
                  <a:lnTo>
                    <a:pt x="134411" y="156713"/>
                  </a:lnTo>
                  <a:lnTo>
                    <a:pt x="134860" y="157312"/>
                  </a:lnTo>
                  <a:lnTo>
                    <a:pt x="135160" y="157612"/>
                  </a:lnTo>
                  <a:lnTo>
                    <a:pt x="135609" y="157911"/>
                  </a:lnTo>
                  <a:lnTo>
                    <a:pt x="136357" y="158061"/>
                  </a:lnTo>
                  <a:lnTo>
                    <a:pt x="137255" y="157911"/>
                  </a:lnTo>
                  <a:lnTo>
                    <a:pt x="137554" y="157612"/>
                  </a:lnTo>
                  <a:lnTo>
                    <a:pt x="138003" y="157312"/>
                  </a:lnTo>
                  <a:lnTo>
                    <a:pt x="138153" y="157013"/>
                  </a:lnTo>
                  <a:lnTo>
                    <a:pt x="138452" y="156564"/>
                  </a:lnTo>
                  <a:lnTo>
                    <a:pt x="138602" y="155815"/>
                  </a:lnTo>
                  <a:lnTo>
                    <a:pt x="138452" y="154917"/>
                  </a:lnTo>
                  <a:lnTo>
                    <a:pt x="138303" y="154618"/>
                  </a:lnTo>
                  <a:lnTo>
                    <a:pt x="138003" y="154319"/>
                  </a:lnTo>
                  <a:lnTo>
                    <a:pt x="137405" y="153870"/>
                  </a:lnTo>
                  <a:lnTo>
                    <a:pt x="136806" y="153570"/>
                  </a:lnTo>
                  <a:lnTo>
                    <a:pt x="136207" y="153570"/>
                  </a:lnTo>
                  <a:lnTo>
                    <a:pt x="135609" y="153720"/>
                  </a:lnTo>
                  <a:lnTo>
                    <a:pt x="133513" y="150277"/>
                  </a:lnTo>
                  <a:lnTo>
                    <a:pt x="136656" y="148182"/>
                  </a:lnTo>
                  <a:lnTo>
                    <a:pt x="139650" y="145637"/>
                  </a:lnTo>
                  <a:close/>
                  <a:moveTo>
                    <a:pt x="67954" y="163748"/>
                  </a:moveTo>
                  <a:lnTo>
                    <a:pt x="68553" y="163898"/>
                  </a:lnTo>
                  <a:lnTo>
                    <a:pt x="68403" y="164497"/>
                  </a:lnTo>
                  <a:lnTo>
                    <a:pt x="68104" y="165395"/>
                  </a:lnTo>
                  <a:lnTo>
                    <a:pt x="65110" y="176172"/>
                  </a:lnTo>
                  <a:lnTo>
                    <a:pt x="62117" y="174376"/>
                  </a:lnTo>
                  <a:lnTo>
                    <a:pt x="58973" y="172430"/>
                  </a:lnTo>
                  <a:lnTo>
                    <a:pt x="58973" y="172430"/>
                  </a:lnTo>
                  <a:lnTo>
                    <a:pt x="60320" y="173178"/>
                  </a:lnTo>
                  <a:lnTo>
                    <a:pt x="61218" y="173627"/>
                  </a:lnTo>
                  <a:lnTo>
                    <a:pt x="62117" y="173927"/>
                  </a:lnTo>
                  <a:lnTo>
                    <a:pt x="62117" y="173777"/>
                  </a:lnTo>
                  <a:lnTo>
                    <a:pt x="60320" y="172729"/>
                  </a:lnTo>
                  <a:lnTo>
                    <a:pt x="59273" y="172130"/>
                  </a:lnTo>
                  <a:lnTo>
                    <a:pt x="60021" y="171532"/>
                  </a:lnTo>
                  <a:lnTo>
                    <a:pt x="61218" y="172130"/>
                  </a:lnTo>
                  <a:lnTo>
                    <a:pt x="61967" y="172579"/>
                  </a:lnTo>
                  <a:lnTo>
                    <a:pt x="62865" y="173028"/>
                  </a:lnTo>
                  <a:lnTo>
                    <a:pt x="63015" y="172879"/>
                  </a:lnTo>
                  <a:lnTo>
                    <a:pt x="62117" y="172280"/>
                  </a:lnTo>
                  <a:lnTo>
                    <a:pt x="61368" y="171981"/>
                  </a:lnTo>
                  <a:lnTo>
                    <a:pt x="60171" y="171382"/>
                  </a:lnTo>
                  <a:lnTo>
                    <a:pt x="60769" y="170634"/>
                  </a:lnTo>
                  <a:lnTo>
                    <a:pt x="61967" y="171382"/>
                  </a:lnTo>
                  <a:lnTo>
                    <a:pt x="62715" y="171681"/>
                  </a:lnTo>
                  <a:lnTo>
                    <a:pt x="63314" y="171831"/>
                  </a:lnTo>
                  <a:lnTo>
                    <a:pt x="63464" y="171831"/>
                  </a:lnTo>
                  <a:lnTo>
                    <a:pt x="63314" y="171681"/>
                  </a:lnTo>
                  <a:lnTo>
                    <a:pt x="61817" y="170933"/>
                  </a:lnTo>
                  <a:lnTo>
                    <a:pt x="60919" y="170484"/>
                  </a:lnTo>
                  <a:lnTo>
                    <a:pt x="61817" y="169586"/>
                  </a:lnTo>
                  <a:lnTo>
                    <a:pt x="62865" y="170185"/>
                  </a:lnTo>
                  <a:lnTo>
                    <a:pt x="63613" y="170634"/>
                  </a:lnTo>
                  <a:lnTo>
                    <a:pt x="64362" y="170783"/>
                  </a:lnTo>
                  <a:lnTo>
                    <a:pt x="64511" y="170783"/>
                  </a:lnTo>
                  <a:lnTo>
                    <a:pt x="63763" y="170334"/>
                  </a:lnTo>
                  <a:lnTo>
                    <a:pt x="63015" y="169885"/>
                  </a:lnTo>
                  <a:lnTo>
                    <a:pt x="62117" y="169436"/>
                  </a:lnTo>
                  <a:lnTo>
                    <a:pt x="62715" y="168837"/>
                  </a:lnTo>
                  <a:lnTo>
                    <a:pt x="63464" y="169286"/>
                  </a:lnTo>
                  <a:lnTo>
                    <a:pt x="64212" y="169586"/>
                  </a:lnTo>
                  <a:lnTo>
                    <a:pt x="64960" y="169885"/>
                  </a:lnTo>
                  <a:lnTo>
                    <a:pt x="64960" y="169736"/>
                  </a:lnTo>
                  <a:lnTo>
                    <a:pt x="63314" y="168837"/>
                  </a:lnTo>
                  <a:lnTo>
                    <a:pt x="62865" y="168538"/>
                  </a:lnTo>
                  <a:lnTo>
                    <a:pt x="63464" y="168089"/>
                  </a:lnTo>
                  <a:lnTo>
                    <a:pt x="63913" y="168239"/>
                  </a:lnTo>
                  <a:lnTo>
                    <a:pt x="65409" y="168987"/>
                  </a:lnTo>
                  <a:lnTo>
                    <a:pt x="65559" y="168837"/>
                  </a:lnTo>
                  <a:lnTo>
                    <a:pt x="65409" y="168837"/>
                  </a:lnTo>
                  <a:lnTo>
                    <a:pt x="64212" y="168089"/>
                  </a:lnTo>
                  <a:lnTo>
                    <a:pt x="63613" y="167790"/>
                  </a:lnTo>
                  <a:lnTo>
                    <a:pt x="64362" y="167191"/>
                  </a:lnTo>
                  <a:lnTo>
                    <a:pt x="64811" y="167490"/>
                  </a:lnTo>
                  <a:lnTo>
                    <a:pt x="65858" y="168089"/>
                  </a:lnTo>
                  <a:lnTo>
                    <a:pt x="66008" y="167939"/>
                  </a:lnTo>
                  <a:lnTo>
                    <a:pt x="65260" y="167490"/>
                  </a:lnTo>
                  <a:lnTo>
                    <a:pt x="64511" y="167041"/>
                  </a:lnTo>
                  <a:lnTo>
                    <a:pt x="65110" y="166592"/>
                  </a:lnTo>
                  <a:lnTo>
                    <a:pt x="65260" y="166592"/>
                  </a:lnTo>
                  <a:lnTo>
                    <a:pt x="65858" y="166892"/>
                  </a:lnTo>
                  <a:lnTo>
                    <a:pt x="66457" y="167041"/>
                  </a:lnTo>
                  <a:lnTo>
                    <a:pt x="65409" y="166443"/>
                  </a:lnTo>
                  <a:lnTo>
                    <a:pt x="65260" y="166293"/>
                  </a:lnTo>
                  <a:lnTo>
                    <a:pt x="65709" y="165844"/>
                  </a:lnTo>
                  <a:lnTo>
                    <a:pt x="66906" y="166293"/>
                  </a:lnTo>
                  <a:lnTo>
                    <a:pt x="67056" y="166293"/>
                  </a:lnTo>
                  <a:lnTo>
                    <a:pt x="67056" y="166143"/>
                  </a:lnTo>
                  <a:lnTo>
                    <a:pt x="66008" y="165694"/>
                  </a:lnTo>
                  <a:lnTo>
                    <a:pt x="66457" y="165095"/>
                  </a:lnTo>
                  <a:lnTo>
                    <a:pt x="66607" y="165245"/>
                  </a:lnTo>
                  <a:lnTo>
                    <a:pt x="67056" y="165395"/>
                  </a:lnTo>
                  <a:lnTo>
                    <a:pt x="67655" y="165545"/>
                  </a:lnTo>
                  <a:lnTo>
                    <a:pt x="67655" y="165395"/>
                  </a:lnTo>
                  <a:lnTo>
                    <a:pt x="66906" y="164946"/>
                  </a:lnTo>
                  <a:lnTo>
                    <a:pt x="66607" y="164946"/>
                  </a:lnTo>
                  <a:lnTo>
                    <a:pt x="66906" y="164646"/>
                  </a:lnTo>
                  <a:lnTo>
                    <a:pt x="67206" y="164497"/>
                  </a:lnTo>
                  <a:lnTo>
                    <a:pt x="67954" y="164646"/>
                  </a:lnTo>
                  <a:lnTo>
                    <a:pt x="67954" y="164497"/>
                  </a:lnTo>
                  <a:lnTo>
                    <a:pt x="67355" y="164197"/>
                  </a:lnTo>
                  <a:lnTo>
                    <a:pt x="67655" y="163898"/>
                  </a:lnTo>
                  <a:lnTo>
                    <a:pt x="67954" y="163748"/>
                  </a:lnTo>
                  <a:close/>
                  <a:moveTo>
                    <a:pt x="141446" y="163748"/>
                  </a:moveTo>
                  <a:lnTo>
                    <a:pt x="141745" y="163898"/>
                  </a:lnTo>
                  <a:lnTo>
                    <a:pt x="142045" y="164197"/>
                  </a:lnTo>
                  <a:lnTo>
                    <a:pt x="141446" y="164497"/>
                  </a:lnTo>
                  <a:lnTo>
                    <a:pt x="141446" y="164646"/>
                  </a:lnTo>
                  <a:lnTo>
                    <a:pt x="142194" y="164497"/>
                  </a:lnTo>
                  <a:lnTo>
                    <a:pt x="142494" y="164646"/>
                  </a:lnTo>
                  <a:lnTo>
                    <a:pt x="142793" y="164946"/>
                  </a:lnTo>
                  <a:lnTo>
                    <a:pt x="142643" y="164946"/>
                  </a:lnTo>
                  <a:lnTo>
                    <a:pt x="141745" y="165395"/>
                  </a:lnTo>
                  <a:lnTo>
                    <a:pt x="141895" y="165545"/>
                  </a:lnTo>
                  <a:lnTo>
                    <a:pt x="142344" y="165395"/>
                  </a:lnTo>
                  <a:lnTo>
                    <a:pt x="142793" y="165245"/>
                  </a:lnTo>
                  <a:lnTo>
                    <a:pt x="142943" y="165095"/>
                  </a:lnTo>
                  <a:lnTo>
                    <a:pt x="143542" y="165694"/>
                  </a:lnTo>
                  <a:lnTo>
                    <a:pt x="142344" y="166143"/>
                  </a:lnTo>
                  <a:lnTo>
                    <a:pt x="142344" y="166293"/>
                  </a:lnTo>
                  <a:lnTo>
                    <a:pt x="142494" y="166293"/>
                  </a:lnTo>
                  <a:lnTo>
                    <a:pt x="143691" y="165844"/>
                  </a:lnTo>
                  <a:lnTo>
                    <a:pt x="144140" y="166293"/>
                  </a:lnTo>
                  <a:lnTo>
                    <a:pt x="143991" y="166443"/>
                  </a:lnTo>
                  <a:lnTo>
                    <a:pt x="142943" y="167041"/>
                  </a:lnTo>
                  <a:lnTo>
                    <a:pt x="143093" y="167041"/>
                  </a:lnTo>
                  <a:lnTo>
                    <a:pt x="143542" y="166892"/>
                  </a:lnTo>
                  <a:lnTo>
                    <a:pt x="144140" y="166592"/>
                  </a:lnTo>
                  <a:lnTo>
                    <a:pt x="144440" y="166592"/>
                  </a:lnTo>
                  <a:lnTo>
                    <a:pt x="145038" y="167041"/>
                  </a:lnTo>
                  <a:lnTo>
                    <a:pt x="144140" y="167490"/>
                  </a:lnTo>
                  <a:lnTo>
                    <a:pt x="143542" y="167939"/>
                  </a:lnTo>
                  <a:lnTo>
                    <a:pt x="143542" y="168089"/>
                  </a:lnTo>
                  <a:lnTo>
                    <a:pt x="144589" y="167490"/>
                  </a:lnTo>
                  <a:lnTo>
                    <a:pt x="145188" y="167191"/>
                  </a:lnTo>
                  <a:lnTo>
                    <a:pt x="145787" y="167790"/>
                  </a:lnTo>
                  <a:lnTo>
                    <a:pt x="145338" y="168089"/>
                  </a:lnTo>
                  <a:lnTo>
                    <a:pt x="143991" y="168837"/>
                  </a:lnTo>
                  <a:lnTo>
                    <a:pt x="143991" y="168987"/>
                  </a:lnTo>
                  <a:lnTo>
                    <a:pt x="145487" y="168239"/>
                  </a:lnTo>
                  <a:lnTo>
                    <a:pt x="145936" y="168089"/>
                  </a:lnTo>
                  <a:lnTo>
                    <a:pt x="146535" y="168538"/>
                  </a:lnTo>
                  <a:lnTo>
                    <a:pt x="146236" y="168837"/>
                  </a:lnTo>
                  <a:lnTo>
                    <a:pt x="144440" y="169736"/>
                  </a:lnTo>
                  <a:lnTo>
                    <a:pt x="144440" y="169885"/>
                  </a:lnTo>
                  <a:lnTo>
                    <a:pt x="145188" y="169586"/>
                  </a:lnTo>
                  <a:lnTo>
                    <a:pt x="145936" y="169286"/>
                  </a:lnTo>
                  <a:lnTo>
                    <a:pt x="146685" y="168837"/>
                  </a:lnTo>
                  <a:lnTo>
                    <a:pt x="147433" y="169436"/>
                  </a:lnTo>
                  <a:lnTo>
                    <a:pt x="146535" y="169885"/>
                  </a:lnTo>
                  <a:lnTo>
                    <a:pt x="145787" y="170334"/>
                  </a:lnTo>
                  <a:lnTo>
                    <a:pt x="145038" y="170783"/>
                  </a:lnTo>
                  <a:lnTo>
                    <a:pt x="145787" y="170634"/>
                  </a:lnTo>
                  <a:lnTo>
                    <a:pt x="146685" y="170185"/>
                  </a:lnTo>
                  <a:lnTo>
                    <a:pt x="147583" y="169586"/>
                  </a:lnTo>
                  <a:lnTo>
                    <a:pt x="148481" y="170484"/>
                  </a:lnTo>
                  <a:lnTo>
                    <a:pt x="147583" y="170933"/>
                  </a:lnTo>
                  <a:lnTo>
                    <a:pt x="146086" y="171681"/>
                  </a:lnTo>
                  <a:lnTo>
                    <a:pt x="146086" y="171831"/>
                  </a:lnTo>
                  <a:lnTo>
                    <a:pt x="146834" y="171681"/>
                  </a:lnTo>
                  <a:lnTo>
                    <a:pt x="147433" y="171382"/>
                  </a:lnTo>
                  <a:lnTo>
                    <a:pt x="148631" y="170634"/>
                  </a:lnTo>
                  <a:lnTo>
                    <a:pt x="149379" y="171382"/>
                  </a:lnTo>
                  <a:lnTo>
                    <a:pt x="148032" y="171981"/>
                  </a:lnTo>
                  <a:lnTo>
                    <a:pt x="147283" y="172280"/>
                  </a:lnTo>
                  <a:lnTo>
                    <a:pt x="146535" y="172879"/>
                  </a:lnTo>
                  <a:lnTo>
                    <a:pt x="146535" y="173028"/>
                  </a:lnTo>
                  <a:lnTo>
                    <a:pt x="147433" y="172579"/>
                  </a:lnTo>
                  <a:lnTo>
                    <a:pt x="148182" y="172130"/>
                  </a:lnTo>
                  <a:lnTo>
                    <a:pt x="149529" y="171532"/>
                  </a:lnTo>
                  <a:lnTo>
                    <a:pt x="150127" y="172130"/>
                  </a:lnTo>
                  <a:lnTo>
                    <a:pt x="149080" y="172729"/>
                  </a:lnTo>
                  <a:lnTo>
                    <a:pt x="147283" y="173777"/>
                  </a:lnTo>
                  <a:lnTo>
                    <a:pt x="147283" y="173927"/>
                  </a:lnTo>
                  <a:lnTo>
                    <a:pt x="147433" y="173927"/>
                  </a:lnTo>
                  <a:lnTo>
                    <a:pt x="148331" y="173627"/>
                  </a:lnTo>
                  <a:lnTo>
                    <a:pt x="149080" y="173178"/>
                  </a:lnTo>
                  <a:lnTo>
                    <a:pt x="150277" y="172430"/>
                  </a:lnTo>
                  <a:lnTo>
                    <a:pt x="147283" y="174376"/>
                  </a:lnTo>
                  <a:lnTo>
                    <a:pt x="144290" y="176172"/>
                  </a:lnTo>
                  <a:lnTo>
                    <a:pt x="141296" y="165395"/>
                  </a:lnTo>
                  <a:lnTo>
                    <a:pt x="140997" y="164347"/>
                  </a:lnTo>
                  <a:lnTo>
                    <a:pt x="140847" y="163898"/>
                  </a:lnTo>
                  <a:lnTo>
                    <a:pt x="141446" y="163748"/>
                  </a:lnTo>
                  <a:close/>
                  <a:moveTo>
                    <a:pt x="69002" y="165844"/>
                  </a:moveTo>
                  <a:lnTo>
                    <a:pt x="73342" y="168239"/>
                  </a:lnTo>
                  <a:lnTo>
                    <a:pt x="77683" y="170185"/>
                  </a:lnTo>
                  <a:lnTo>
                    <a:pt x="82323" y="171981"/>
                  </a:lnTo>
                  <a:lnTo>
                    <a:pt x="87113" y="173328"/>
                  </a:lnTo>
                  <a:lnTo>
                    <a:pt x="82024" y="183207"/>
                  </a:lnTo>
                  <a:lnTo>
                    <a:pt x="77982" y="181859"/>
                  </a:lnTo>
                  <a:lnTo>
                    <a:pt x="73791" y="180363"/>
                  </a:lnTo>
                  <a:lnTo>
                    <a:pt x="69900" y="178716"/>
                  </a:lnTo>
                  <a:lnTo>
                    <a:pt x="66008" y="176770"/>
                  </a:lnTo>
                  <a:lnTo>
                    <a:pt x="69002" y="165844"/>
                  </a:lnTo>
                  <a:close/>
                  <a:moveTo>
                    <a:pt x="140398" y="165844"/>
                  </a:moveTo>
                  <a:lnTo>
                    <a:pt x="143392" y="176621"/>
                  </a:lnTo>
                  <a:lnTo>
                    <a:pt x="139500" y="178567"/>
                  </a:lnTo>
                  <a:lnTo>
                    <a:pt x="135609" y="180363"/>
                  </a:lnTo>
                  <a:lnTo>
                    <a:pt x="131567" y="181859"/>
                  </a:lnTo>
                  <a:lnTo>
                    <a:pt x="127376" y="183207"/>
                  </a:lnTo>
                  <a:lnTo>
                    <a:pt x="122437" y="173328"/>
                  </a:lnTo>
                  <a:lnTo>
                    <a:pt x="127077" y="171981"/>
                  </a:lnTo>
                  <a:lnTo>
                    <a:pt x="131717" y="170185"/>
                  </a:lnTo>
                  <a:lnTo>
                    <a:pt x="136058" y="168239"/>
                  </a:lnTo>
                  <a:lnTo>
                    <a:pt x="140398" y="165844"/>
                  </a:lnTo>
                  <a:close/>
                  <a:moveTo>
                    <a:pt x="89358" y="172280"/>
                  </a:moveTo>
                  <a:lnTo>
                    <a:pt x="89358" y="172879"/>
                  </a:lnTo>
                  <a:lnTo>
                    <a:pt x="89508" y="173927"/>
                  </a:lnTo>
                  <a:lnTo>
                    <a:pt x="90106" y="185152"/>
                  </a:lnTo>
                  <a:lnTo>
                    <a:pt x="86514" y="184404"/>
                  </a:lnTo>
                  <a:lnTo>
                    <a:pt x="83071" y="183506"/>
                  </a:lnTo>
                  <a:lnTo>
                    <a:pt x="84568" y="183656"/>
                  </a:lnTo>
                  <a:lnTo>
                    <a:pt x="85466" y="183805"/>
                  </a:lnTo>
                  <a:lnTo>
                    <a:pt x="86364" y="183955"/>
                  </a:lnTo>
                  <a:lnTo>
                    <a:pt x="86514" y="183805"/>
                  </a:lnTo>
                  <a:lnTo>
                    <a:pt x="84419" y="183356"/>
                  </a:lnTo>
                  <a:lnTo>
                    <a:pt x="83221" y="183207"/>
                  </a:lnTo>
                  <a:lnTo>
                    <a:pt x="83670" y="182309"/>
                  </a:lnTo>
                  <a:lnTo>
                    <a:pt x="85017" y="182458"/>
                  </a:lnTo>
                  <a:lnTo>
                    <a:pt x="85915" y="182608"/>
                  </a:lnTo>
                  <a:lnTo>
                    <a:pt x="86963" y="182758"/>
                  </a:lnTo>
                  <a:lnTo>
                    <a:pt x="86963" y="182608"/>
                  </a:lnTo>
                  <a:lnTo>
                    <a:pt x="85915" y="182309"/>
                  </a:lnTo>
                  <a:lnTo>
                    <a:pt x="85017" y="182159"/>
                  </a:lnTo>
                  <a:lnTo>
                    <a:pt x="83820" y="182009"/>
                  </a:lnTo>
                  <a:lnTo>
                    <a:pt x="84119" y="181261"/>
                  </a:lnTo>
                  <a:lnTo>
                    <a:pt x="85616" y="181560"/>
                  </a:lnTo>
                  <a:lnTo>
                    <a:pt x="86963" y="181560"/>
                  </a:lnTo>
                  <a:lnTo>
                    <a:pt x="86963" y="181410"/>
                  </a:lnTo>
                  <a:lnTo>
                    <a:pt x="85317" y="181111"/>
                  </a:lnTo>
                  <a:lnTo>
                    <a:pt x="84269" y="180961"/>
                  </a:lnTo>
                  <a:lnTo>
                    <a:pt x="84868" y="179914"/>
                  </a:lnTo>
                  <a:lnTo>
                    <a:pt x="86215" y="180213"/>
                  </a:lnTo>
                  <a:lnTo>
                    <a:pt x="87712" y="180213"/>
                  </a:lnTo>
                  <a:lnTo>
                    <a:pt x="87712" y="180063"/>
                  </a:lnTo>
                  <a:lnTo>
                    <a:pt x="86813" y="179914"/>
                  </a:lnTo>
                  <a:lnTo>
                    <a:pt x="85915" y="179764"/>
                  </a:lnTo>
                  <a:lnTo>
                    <a:pt x="85017" y="179614"/>
                  </a:lnTo>
                  <a:lnTo>
                    <a:pt x="85466" y="178716"/>
                  </a:lnTo>
                  <a:lnTo>
                    <a:pt x="86364" y="179016"/>
                  </a:lnTo>
                  <a:lnTo>
                    <a:pt x="87113" y="179165"/>
                  </a:lnTo>
                  <a:lnTo>
                    <a:pt x="87861" y="179165"/>
                  </a:lnTo>
                  <a:lnTo>
                    <a:pt x="87861" y="179016"/>
                  </a:lnTo>
                  <a:lnTo>
                    <a:pt x="85915" y="178716"/>
                  </a:lnTo>
                  <a:lnTo>
                    <a:pt x="85466" y="178567"/>
                  </a:lnTo>
                  <a:lnTo>
                    <a:pt x="85915" y="177818"/>
                  </a:lnTo>
                  <a:lnTo>
                    <a:pt x="86364" y="177968"/>
                  </a:lnTo>
                  <a:lnTo>
                    <a:pt x="87113" y="177968"/>
                  </a:lnTo>
                  <a:lnTo>
                    <a:pt x="88011" y="178118"/>
                  </a:lnTo>
                  <a:lnTo>
                    <a:pt x="88011" y="177968"/>
                  </a:lnTo>
                  <a:lnTo>
                    <a:pt x="86813" y="177668"/>
                  </a:lnTo>
                  <a:lnTo>
                    <a:pt x="86065" y="177668"/>
                  </a:lnTo>
                  <a:lnTo>
                    <a:pt x="86364" y="176920"/>
                  </a:lnTo>
                  <a:lnTo>
                    <a:pt x="87262" y="177070"/>
                  </a:lnTo>
                  <a:lnTo>
                    <a:pt x="88161" y="177070"/>
                  </a:lnTo>
                  <a:lnTo>
                    <a:pt x="88161" y="176920"/>
                  </a:lnTo>
                  <a:lnTo>
                    <a:pt x="87412" y="176770"/>
                  </a:lnTo>
                  <a:lnTo>
                    <a:pt x="86514" y="176621"/>
                  </a:lnTo>
                  <a:lnTo>
                    <a:pt x="86813" y="175872"/>
                  </a:lnTo>
                  <a:lnTo>
                    <a:pt x="87562" y="176022"/>
                  </a:lnTo>
                  <a:lnTo>
                    <a:pt x="88310" y="176022"/>
                  </a:lnTo>
                  <a:lnTo>
                    <a:pt x="88310" y="175872"/>
                  </a:lnTo>
                  <a:lnTo>
                    <a:pt x="87113" y="175723"/>
                  </a:lnTo>
                  <a:lnTo>
                    <a:pt x="86963" y="175723"/>
                  </a:lnTo>
                  <a:lnTo>
                    <a:pt x="87262" y="174974"/>
                  </a:lnTo>
                  <a:lnTo>
                    <a:pt x="88610" y="175124"/>
                  </a:lnTo>
                  <a:lnTo>
                    <a:pt x="88610" y="174974"/>
                  </a:lnTo>
                  <a:lnTo>
                    <a:pt x="87412" y="174825"/>
                  </a:lnTo>
                  <a:lnTo>
                    <a:pt x="87712" y="174226"/>
                  </a:lnTo>
                  <a:lnTo>
                    <a:pt x="88011" y="174226"/>
                  </a:lnTo>
                  <a:lnTo>
                    <a:pt x="88909" y="174076"/>
                  </a:lnTo>
                  <a:lnTo>
                    <a:pt x="89059" y="174076"/>
                  </a:lnTo>
                  <a:lnTo>
                    <a:pt x="88909" y="173927"/>
                  </a:lnTo>
                  <a:lnTo>
                    <a:pt x="87861" y="173927"/>
                  </a:lnTo>
                  <a:lnTo>
                    <a:pt x="88011" y="173627"/>
                  </a:lnTo>
                  <a:lnTo>
                    <a:pt x="88161" y="173178"/>
                  </a:lnTo>
                  <a:lnTo>
                    <a:pt x="88909" y="173178"/>
                  </a:lnTo>
                  <a:lnTo>
                    <a:pt x="88909" y="173028"/>
                  </a:lnTo>
                  <a:lnTo>
                    <a:pt x="88310" y="173028"/>
                  </a:lnTo>
                  <a:lnTo>
                    <a:pt x="88460" y="172729"/>
                  </a:lnTo>
                  <a:lnTo>
                    <a:pt x="88610" y="172280"/>
                  </a:lnTo>
                  <a:close/>
                  <a:moveTo>
                    <a:pt x="120790" y="172280"/>
                  </a:moveTo>
                  <a:lnTo>
                    <a:pt x="120940" y="172729"/>
                  </a:lnTo>
                  <a:lnTo>
                    <a:pt x="121090" y="173028"/>
                  </a:lnTo>
                  <a:lnTo>
                    <a:pt x="120491" y="173028"/>
                  </a:lnTo>
                  <a:lnTo>
                    <a:pt x="120491" y="173178"/>
                  </a:lnTo>
                  <a:lnTo>
                    <a:pt x="121239" y="173178"/>
                  </a:lnTo>
                  <a:lnTo>
                    <a:pt x="121389" y="173627"/>
                  </a:lnTo>
                  <a:lnTo>
                    <a:pt x="121539" y="173927"/>
                  </a:lnTo>
                  <a:lnTo>
                    <a:pt x="120491" y="173927"/>
                  </a:lnTo>
                  <a:lnTo>
                    <a:pt x="120491" y="174076"/>
                  </a:lnTo>
                  <a:lnTo>
                    <a:pt x="121389" y="174226"/>
                  </a:lnTo>
                  <a:lnTo>
                    <a:pt x="121688" y="174226"/>
                  </a:lnTo>
                  <a:lnTo>
                    <a:pt x="121988" y="174825"/>
                  </a:lnTo>
                  <a:lnTo>
                    <a:pt x="120790" y="174974"/>
                  </a:lnTo>
                  <a:lnTo>
                    <a:pt x="120790" y="175124"/>
                  </a:lnTo>
                  <a:lnTo>
                    <a:pt x="122138" y="174974"/>
                  </a:lnTo>
                  <a:lnTo>
                    <a:pt x="122437" y="175723"/>
                  </a:lnTo>
                  <a:lnTo>
                    <a:pt x="122287" y="175723"/>
                  </a:lnTo>
                  <a:lnTo>
                    <a:pt x="121090" y="175872"/>
                  </a:lnTo>
                  <a:lnTo>
                    <a:pt x="121090" y="176022"/>
                  </a:lnTo>
                  <a:lnTo>
                    <a:pt x="121838" y="176022"/>
                  </a:lnTo>
                  <a:lnTo>
                    <a:pt x="122587" y="175872"/>
                  </a:lnTo>
                  <a:lnTo>
                    <a:pt x="122886" y="176621"/>
                  </a:lnTo>
                  <a:lnTo>
                    <a:pt x="122138" y="176770"/>
                  </a:lnTo>
                  <a:lnTo>
                    <a:pt x="121239" y="176920"/>
                  </a:lnTo>
                  <a:lnTo>
                    <a:pt x="121239" y="177070"/>
                  </a:lnTo>
                  <a:lnTo>
                    <a:pt x="122138" y="177070"/>
                  </a:lnTo>
                  <a:lnTo>
                    <a:pt x="123036" y="176920"/>
                  </a:lnTo>
                  <a:lnTo>
                    <a:pt x="123485" y="177668"/>
                  </a:lnTo>
                  <a:lnTo>
                    <a:pt x="122736" y="177668"/>
                  </a:lnTo>
                  <a:lnTo>
                    <a:pt x="121389" y="177968"/>
                  </a:lnTo>
                  <a:lnTo>
                    <a:pt x="121389" y="178118"/>
                  </a:lnTo>
                  <a:lnTo>
                    <a:pt x="122287" y="177968"/>
                  </a:lnTo>
                  <a:lnTo>
                    <a:pt x="123185" y="177968"/>
                  </a:lnTo>
                  <a:lnTo>
                    <a:pt x="123634" y="177818"/>
                  </a:lnTo>
                  <a:lnTo>
                    <a:pt x="123934" y="178567"/>
                  </a:lnTo>
                  <a:lnTo>
                    <a:pt x="123485" y="178716"/>
                  </a:lnTo>
                  <a:lnTo>
                    <a:pt x="121539" y="179016"/>
                  </a:lnTo>
                  <a:lnTo>
                    <a:pt x="121539" y="179165"/>
                  </a:lnTo>
                  <a:lnTo>
                    <a:pt x="122287" y="179165"/>
                  </a:lnTo>
                  <a:lnTo>
                    <a:pt x="123036" y="179016"/>
                  </a:lnTo>
                  <a:lnTo>
                    <a:pt x="124083" y="178716"/>
                  </a:lnTo>
                  <a:lnTo>
                    <a:pt x="124532" y="179614"/>
                  </a:lnTo>
                  <a:lnTo>
                    <a:pt x="123634" y="179764"/>
                  </a:lnTo>
                  <a:lnTo>
                    <a:pt x="122736" y="179914"/>
                  </a:lnTo>
                  <a:lnTo>
                    <a:pt x="121838" y="180063"/>
                  </a:lnTo>
                  <a:lnTo>
                    <a:pt x="121838" y="180213"/>
                  </a:lnTo>
                  <a:lnTo>
                    <a:pt x="123185" y="180213"/>
                  </a:lnTo>
                  <a:lnTo>
                    <a:pt x="124532" y="179914"/>
                  </a:lnTo>
                  <a:lnTo>
                    <a:pt x="125131" y="180961"/>
                  </a:lnTo>
                  <a:lnTo>
                    <a:pt x="124233" y="181111"/>
                  </a:lnTo>
                  <a:lnTo>
                    <a:pt x="122437" y="181410"/>
                  </a:lnTo>
                  <a:lnTo>
                    <a:pt x="122437" y="181560"/>
                  </a:lnTo>
                  <a:lnTo>
                    <a:pt x="123784" y="181560"/>
                  </a:lnTo>
                  <a:lnTo>
                    <a:pt x="125281" y="181261"/>
                  </a:lnTo>
                  <a:lnTo>
                    <a:pt x="125730" y="182009"/>
                  </a:lnTo>
                  <a:lnTo>
                    <a:pt x="124383" y="182159"/>
                  </a:lnTo>
                  <a:lnTo>
                    <a:pt x="123485" y="182309"/>
                  </a:lnTo>
                  <a:lnTo>
                    <a:pt x="122437" y="182608"/>
                  </a:lnTo>
                  <a:lnTo>
                    <a:pt x="122437" y="182758"/>
                  </a:lnTo>
                  <a:lnTo>
                    <a:pt x="122587" y="182758"/>
                  </a:lnTo>
                  <a:lnTo>
                    <a:pt x="123485" y="182608"/>
                  </a:lnTo>
                  <a:lnTo>
                    <a:pt x="124383" y="182458"/>
                  </a:lnTo>
                  <a:lnTo>
                    <a:pt x="125730" y="182309"/>
                  </a:lnTo>
                  <a:lnTo>
                    <a:pt x="126179" y="183207"/>
                  </a:lnTo>
                  <a:lnTo>
                    <a:pt x="124981" y="183356"/>
                  </a:lnTo>
                  <a:lnTo>
                    <a:pt x="123036" y="183805"/>
                  </a:lnTo>
                  <a:lnTo>
                    <a:pt x="122886" y="183805"/>
                  </a:lnTo>
                  <a:lnTo>
                    <a:pt x="123036" y="183955"/>
                  </a:lnTo>
                  <a:lnTo>
                    <a:pt x="123934" y="183805"/>
                  </a:lnTo>
                  <a:lnTo>
                    <a:pt x="124832" y="183656"/>
                  </a:lnTo>
                  <a:lnTo>
                    <a:pt x="126329" y="183506"/>
                  </a:lnTo>
                  <a:lnTo>
                    <a:pt x="126478" y="183506"/>
                  </a:lnTo>
                  <a:lnTo>
                    <a:pt x="122886" y="184404"/>
                  </a:lnTo>
                  <a:lnTo>
                    <a:pt x="119294" y="185152"/>
                  </a:lnTo>
                  <a:lnTo>
                    <a:pt x="120042" y="173927"/>
                  </a:lnTo>
                  <a:lnTo>
                    <a:pt x="120042" y="172879"/>
                  </a:lnTo>
                  <a:lnTo>
                    <a:pt x="120042" y="172280"/>
                  </a:lnTo>
                  <a:close/>
                  <a:moveTo>
                    <a:pt x="90406" y="174076"/>
                  </a:moveTo>
                  <a:lnTo>
                    <a:pt x="94746" y="174825"/>
                  </a:lnTo>
                  <a:lnTo>
                    <a:pt x="99237" y="175274"/>
                  </a:lnTo>
                  <a:lnTo>
                    <a:pt x="100883" y="186350"/>
                  </a:lnTo>
                  <a:lnTo>
                    <a:pt x="95944" y="185901"/>
                  </a:lnTo>
                  <a:lnTo>
                    <a:pt x="91154" y="185302"/>
                  </a:lnTo>
                  <a:lnTo>
                    <a:pt x="90406" y="174076"/>
                  </a:lnTo>
                  <a:close/>
                  <a:moveTo>
                    <a:pt x="118994" y="174076"/>
                  </a:moveTo>
                  <a:lnTo>
                    <a:pt x="118246" y="185302"/>
                  </a:lnTo>
                  <a:lnTo>
                    <a:pt x="113756" y="185901"/>
                  </a:lnTo>
                  <a:lnTo>
                    <a:pt x="109265" y="186350"/>
                  </a:lnTo>
                  <a:lnTo>
                    <a:pt x="110762" y="175274"/>
                  </a:lnTo>
                  <a:lnTo>
                    <a:pt x="114953" y="174825"/>
                  </a:lnTo>
                  <a:lnTo>
                    <a:pt x="118994" y="174076"/>
                  </a:lnTo>
                  <a:close/>
                  <a:moveTo>
                    <a:pt x="15716" y="108218"/>
                  </a:moveTo>
                  <a:lnTo>
                    <a:pt x="19608" y="108816"/>
                  </a:lnTo>
                  <a:lnTo>
                    <a:pt x="20057" y="113905"/>
                  </a:lnTo>
                  <a:lnTo>
                    <a:pt x="20805" y="118845"/>
                  </a:lnTo>
                  <a:lnTo>
                    <a:pt x="21703" y="123635"/>
                  </a:lnTo>
                  <a:lnTo>
                    <a:pt x="22901" y="128424"/>
                  </a:lnTo>
                  <a:lnTo>
                    <a:pt x="24398" y="133064"/>
                  </a:lnTo>
                  <a:lnTo>
                    <a:pt x="26194" y="137555"/>
                  </a:lnTo>
                  <a:lnTo>
                    <a:pt x="28140" y="141895"/>
                  </a:lnTo>
                  <a:lnTo>
                    <a:pt x="30385" y="146236"/>
                  </a:lnTo>
                  <a:lnTo>
                    <a:pt x="32780" y="150277"/>
                  </a:lnTo>
                  <a:lnTo>
                    <a:pt x="35474" y="154319"/>
                  </a:lnTo>
                  <a:lnTo>
                    <a:pt x="38318" y="158061"/>
                  </a:lnTo>
                  <a:lnTo>
                    <a:pt x="41461" y="161653"/>
                  </a:lnTo>
                  <a:lnTo>
                    <a:pt x="44754" y="165095"/>
                  </a:lnTo>
                  <a:lnTo>
                    <a:pt x="48196" y="168388"/>
                  </a:lnTo>
                  <a:lnTo>
                    <a:pt x="51938" y="171382"/>
                  </a:lnTo>
                  <a:lnTo>
                    <a:pt x="55680" y="174376"/>
                  </a:lnTo>
                  <a:lnTo>
                    <a:pt x="56129" y="174675"/>
                  </a:lnTo>
                  <a:lnTo>
                    <a:pt x="57177" y="175573"/>
                  </a:lnTo>
                  <a:lnTo>
                    <a:pt x="58375" y="176321"/>
                  </a:lnTo>
                  <a:lnTo>
                    <a:pt x="61218" y="177968"/>
                  </a:lnTo>
                  <a:lnTo>
                    <a:pt x="64661" y="179764"/>
                  </a:lnTo>
                  <a:lnTo>
                    <a:pt x="64960" y="179914"/>
                  </a:lnTo>
                  <a:lnTo>
                    <a:pt x="64960" y="180063"/>
                  </a:lnTo>
                  <a:lnTo>
                    <a:pt x="65110" y="180063"/>
                  </a:lnTo>
                  <a:lnTo>
                    <a:pt x="68852" y="181859"/>
                  </a:lnTo>
                  <a:lnTo>
                    <a:pt x="72594" y="183656"/>
                  </a:lnTo>
                  <a:lnTo>
                    <a:pt x="76486" y="185003"/>
                  </a:lnTo>
                  <a:lnTo>
                    <a:pt x="80527" y="186350"/>
                  </a:lnTo>
                  <a:lnTo>
                    <a:pt x="80976" y="186500"/>
                  </a:lnTo>
                  <a:lnTo>
                    <a:pt x="82323" y="186949"/>
                  </a:lnTo>
                  <a:lnTo>
                    <a:pt x="83820" y="187398"/>
                  </a:lnTo>
                  <a:lnTo>
                    <a:pt x="86963" y="187996"/>
                  </a:lnTo>
                  <a:lnTo>
                    <a:pt x="90555" y="188745"/>
                  </a:lnTo>
                  <a:lnTo>
                    <a:pt x="94148" y="189194"/>
                  </a:lnTo>
                  <a:lnTo>
                    <a:pt x="97740" y="189643"/>
                  </a:lnTo>
                  <a:lnTo>
                    <a:pt x="101482" y="189792"/>
                  </a:lnTo>
                  <a:lnTo>
                    <a:pt x="102081" y="193684"/>
                  </a:lnTo>
                  <a:lnTo>
                    <a:pt x="97740" y="193534"/>
                  </a:lnTo>
                  <a:lnTo>
                    <a:pt x="93399" y="193085"/>
                  </a:lnTo>
                  <a:lnTo>
                    <a:pt x="89208" y="192487"/>
                  </a:lnTo>
                  <a:lnTo>
                    <a:pt x="85017" y="191589"/>
                  </a:lnTo>
                  <a:lnTo>
                    <a:pt x="80976" y="190541"/>
                  </a:lnTo>
                  <a:lnTo>
                    <a:pt x="76935" y="189343"/>
                  </a:lnTo>
                  <a:lnTo>
                    <a:pt x="72893" y="187996"/>
                  </a:lnTo>
                  <a:lnTo>
                    <a:pt x="69151" y="186350"/>
                  </a:lnTo>
                  <a:lnTo>
                    <a:pt x="65409" y="184554"/>
                  </a:lnTo>
                  <a:lnTo>
                    <a:pt x="61667" y="182758"/>
                  </a:lnTo>
                  <a:lnTo>
                    <a:pt x="58075" y="180662"/>
                  </a:lnTo>
                  <a:lnTo>
                    <a:pt x="54633" y="178417"/>
                  </a:lnTo>
                  <a:lnTo>
                    <a:pt x="51340" y="176022"/>
                  </a:lnTo>
                  <a:lnTo>
                    <a:pt x="48196" y="173477"/>
                  </a:lnTo>
                  <a:lnTo>
                    <a:pt x="45053" y="170783"/>
                  </a:lnTo>
                  <a:lnTo>
                    <a:pt x="42060" y="167939"/>
                  </a:lnTo>
                  <a:lnTo>
                    <a:pt x="39216" y="164946"/>
                  </a:lnTo>
                  <a:lnTo>
                    <a:pt x="36522" y="161952"/>
                  </a:lnTo>
                  <a:lnTo>
                    <a:pt x="33977" y="158809"/>
                  </a:lnTo>
                  <a:lnTo>
                    <a:pt x="31582" y="155366"/>
                  </a:lnTo>
                  <a:lnTo>
                    <a:pt x="29187" y="152073"/>
                  </a:lnTo>
                  <a:lnTo>
                    <a:pt x="27092" y="148481"/>
                  </a:lnTo>
                  <a:lnTo>
                    <a:pt x="25146" y="144889"/>
                  </a:lnTo>
                  <a:lnTo>
                    <a:pt x="23350" y="141147"/>
                  </a:lnTo>
                  <a:lnTo>
                    <a:pt x="21853" y="137255"/>
                  </a:lnTo>
                  <a:lnTo>
                    <a:pt x="20356" y="133364"/>
                  </a:lnTo>
                  <a:lnTo>
                    <a:pt x="19159" y="129322"/>
                  </a:lnTo>
                  <a:lnTo>
                    <a:pt x="18111" y="125281"/>
                  </a:lnTo>
                  <a:lnTo>
                    <a:pt x="17213" y="121090"/>
                  </a:lnTo>
                  <a:lnTo>
                    <a:pt x="16465" y="116899"/>
                  </a:lnTo>
                  <a:lnTo>
                    <a:pt x="16016" y="112558"/>
                  </a:lnTo>
                  <a:lnTo>
                    <a:pt x="15716" y="108218"/>
                  </a:lnTo>
                  <a:close/>
                  <a:moveTo>
                    <a:pt x="193684" y="107469"/>
                  </a:moveTo>
                  <a:lnTo>
                    <a:pt x="193534" y="111810"/>
                  </a:lnTo>
                  <a:lnTo>
                    <a:pt x="193085" y="116001"/>
                  </a:lnTo>
                  <a:lnTo>
                    <a:pt x="192337" y="120342"/>
                  </a:lnTo>
                  <a:lnTo>
                    <a:pt x="191588" y="124383"/>
                  </a:lnTo>
                  <a:lnTo>
                    <a:pt x="190541" y="128574"/>
                  </a:lnTo>
                  <a:lnTo>
                    <a:pt x="189343" y="132615"/>
                  </a:lnTo>
                  <a:lnTo>
                    <a:pt x="187846" y="136507"/>
                  </a:lnTo>
                  <a:lnTo>
                    <a:pt x="186350" y="140399"/>
                  </a:lnTo>
                  <a:lnTo>
                    <a:pt x="184553" y="144140"/>
                  </a:lnTo>
                  <a:lnTo>
                    <a:pt x="182608" y="147733"/>
                  </a:lnTo>
                  <a:lnTo>
                    <a:pt x="180512" y="151325"/>
                  </a:lnTo>
                  <a:lnTo>
                    <a:pt x="178267" y="154768"/>
                  </a:lnTo>
                  <a:lnTo>
                    <a:pt x="175872" y="158061"/>
                  </a:lnTo>
                  <a:lnTo>
                    <a:pt x="173477" y="161354"/>
                  </a:lnTo>
                  <a:lnTo>
                    <a:pt x="170783" y="164347"/>
                  </a:lnTo>
                  <a:lnTo>
                    <a:pt x="167939" y="167341"/>
                  </a:lnTo>
                  <a:lnTo>
                    <a:pt x="164946" y="170185"/>
                  </a:lnTo>
                  <a:lnTo>
                    <a:pt x="161952" y="172879"/>
                  </a:lnTo>
                  <a:lnTo>
                    <a:pt x="158659" y="175573"/>
                  </a:lnTo>
                  <a:lnTo>
                    <a:pt x="155366" y="177968"/>
                  </a:lnTo>
                  <a:lnTo>
                    <a:pt x="151924" y="180213"/>
                  </a:lnTo>
                  <a:lnTo>
                    <a:pt x="148481" y="182309"/>
                  </a:lnTo>
                  <a:lnTo>
                    <a:pt x="144739" y="184254"/>
                  </a:lnTo>
                  <a:lnTo>
                    <a:pt x="140997" y="186050"/>
                  </a:lnTo>
                  <a:lnTo>
                    <a:pt x="137255" y="187697"/>
                  </a:lnTo>
                  <a:lnTo>
                    <a:pt x="133214" y="189044"/>
                  </a:lnTo>
                  <a:lnTo>
                    <a:pt x="129322" y="190391"/>
                  </a:lnTo>
                  <a:lnTo>
                    <a:pt x="125131" y="191439"/>
                  </a:lnTo>
                  <a:lnTo>
                    <a:pt x="121090" y="192337"/>
                  </a:lnTo>
                  <a:lnTo>
                    <a:pt x="116899" y="192936"/>
                  </a:lnTo>
                  <a:lnTo>
                    <a:pt x="112558" y="193385"/>
                  </a:lnTo>
                  <a:lnTo>
                    <a:pt x="108217" y="193684"/>
                  </a:lnTo>
                  <a:lnTo>
                    <a:pt x="108816" y="189792"/>
                  </a:lnTo>
                  <a:lnTo>
                    <a:pt x="112109" y="189493"/>
                  </a:lnTo>
                  <a:lnTo>
                    <a:pt x="115552" y="189194"/>
                  </a:lnTo>
                  <a:lnTo>
                    <a:pt x="118845" y="188745"/>
                  </a:lnTo>
                  <a:lnTo>
                    <a:pt x="122138" y="187996"/>
                  </a:lnTo>
                  <a:lnTo>
                    <a:pt x="125430" y="187398"/>
                  </a:lnTo>
                  <a:lnTo>
                    <a:pt x="127077" y="186949"/>
                  </a:lnTo>
                  <a:lnTo>
                    <a:pt x="128424" y="186500"/>
                  </a:lnTo>
                  <a:lnTo>
                    <a:pt x="128873" y="186350"/>
                  </a:lnTo>
                  <a:lnTo>
                    <a:pt x="132615" y="185152"/>
                  </a:lnTo>
                  <a:lnTo>
                    <a:pt x="136357" y="183805"/>
                  </a:lnTo>
                  <a:lnTo>
                    <a:pt x="139949" y="182309"/>
                  </a:lnTo>
                  <a:lnTo>
                    <a:pt x="143392" y="180512"/>
                  </a:lnTo>
                  <a:lnTo>
                    <a:pt x="144290" y="180063"/>
                  </a:lnTo>
                  <a:lnTo>
                    <a:pt x="144889" y="179764"/>
                  </a:lnTo>
                  <a:lnTo>
                    <a:pt x="148182" y="177968"/>
                  </a:lnTo>
                  <a:lnTo>
                    <a:pt x="151025" y="176321"/>
                  </a:lnTo>
                  <a:lnTo>
                    <a:pt x="152223" y="175573"/>
                  </a:lnTo>
                  <a:lnTo>
                    <a:pt x="153420" y="174675"/>
                  </a:lnTo>
                  <a:lnTo>
                    <a:pt x="153869" y="174376"/>
                  </a:lnTo>
                  <a:lnTo>
                    <a:pt x="153720" y="174226"/>
                  </a:lnTo>
                  <a:lnTo>
                    <a:pt x="156863" y="171981"/>
                  </a:lnTo>
                  <a:lnTo>
                    <a:pt x="160006" y="169436"/>
                  </a:lnTo>
                  <a:lnTo>
                    <a:pt x="161952" y="167790"/>
                  </a:lnTo>
                  <a:lnTo>
                    <a:pt x="164047" y="165694"/>
                  </a:lnTo>
                  <a:lnTo>
                    <a:pt x="165993" y="163748"/>
                  </a:lnTo>
                  <a:lnTo>
                    <a:pt x="168089" y="161503"/>
                  </a:lnTo>
                  <a:lnTo>
                    <a:pt x="169885" y="159408"/>
                  </a:lnTo>
                  <a:lnTo>
                    <a:pt x="170633" y="158510"/>
                  </a:lnTo>
                  <a:lnTo>
                    <a:pt x="172579" y="156115"/>
                  </a:lnTo>
                  <a:lnTo>
                    <a:pt x="173777" y="154468"/>
                  </a:lnTo>
                  <a:lnTo>
                    <a:pt x="174226" y="153870"/>
                  </a:lnTo>
                  <a:lnTo>
                    <a:pt x="175872" y="151325"/>
                  </a:lnTo>
                  <a:lnTo>
                    <a:pt x="177519" y="148781"/>
                  </a:lnTo>
                  <a:lnTo>
                    <a:pt x="179015" y="146236"/>
                  </a:lnTo>
                  <a:lnTo>
                    <a:pt x="180362" y="143542"/>
                  </a:lnTo>
                  <a:lnTo>
                    <a:pt x="181710" y="140848"/>
                  </a:lnTo>
                  <a:lnTo>
                    <a:pt x="183057" y="138153"/>
                  </a:lnTo>
                  <a:lnTo>
                    <a:pt x="184104" y="135309"/>
                  </a:lnTo>
                  <a:lnTo>
                    <a:pt x="185152" y="132466"/>
                  </a:lnTo>
                  <a:lnTo>
                    <a:pt x="186200" y="129472"/>
                  </a:lnTo>
                  <a:lnTo>
                    <a:pt x="186948" y="126478"/>
                  </a:lnTo>
                  <a:lnTo>
                    <a:pt x="187697" y="123485"/>
                  </a:lnTo>
                  <a:lnTo>
                    <a:pt x="188295" y="120491"/>
                  </a:lnTo>
                  <a:lnTo>
                    <a:pt x="188894" y="117498"/>
                  </a:lnTo>
                  <a:lnTo>
                    <a:pt x="189343" y="114354"/>
                  </a:lnTo>
                  <a:lnTo>
                    <a:pt x="189642" y="111211"/>
                  </a:lnTo>
                  <a:lnTo>
                    <a:pt x="189792" y="108068"/>
                  </a:lnTo>
                  <a:lnTo>
                    <a:pt x="193684" y="107469"/>
                  </a:lnTo>
                  <a:close/>
                  <a:moveTo>
                    <a:pt x="104925" y="105972"/>
                  </a:moveTo>
                  <a:lnTo>
                    <a:pt x="105523" y="106571"/>
                  </a:lnTo>
                  <a:lnTo>
                    <a:pt x="107020" y="108068"/>
                  </a:lnTo>
                  <a:lnTo>
                    <a:pt x="107170" y="108218"/>
                  </a:lnTo>
                  <a:lnTo>
                    <a:pt x="108217" y="109265"/>
                  </a:lnTo>
                  <a:lnTo>
                    <a:pt x="108367" y="109415"/>
                  </a:lnTo>
                  <a:lnTo>
                    <a:pt x="104925" y="109415"/>
                  </a:lnTo>
                  <a:lnTo>
                    <a:pt x="104775" y="109565"/>
                  </a:lnTo>
                  <a:lnTo>
                    <a:pt x="103278" y="109565"/>
                  </a:lnTo>
                  <a:lnTo>
                    <a:pt x="102679" y="109714"/>
                  </a:lnTo>
                  <a:lnTo>
                    <a:pt x="102530" y="109714"/>
                  </a:lnTo>
                  <a:lnTo>
                    <a:pt x="102530" y="109864"/>
                  </a:lnTo>
                  <a:lnTo>
                    <a:pt x="102530" y="110014"/>
                  </a:lnTo>
                  <a:lnTo>
                    <a:pt x="102679" y="110014"/>
                  </a:lnTo>
                  <a:lnTo>
                    <a:pt x="103877" y="110163"/>
                  </a:lnTo>
                  <a:lnTo>
                    <a:pt x="104326" y="110163"/>
                  </a:lnTo>
                  <a:lnTo>
                    <a:pt x="105523" y="110313"/>
                  </a:lnTo>
                  <a:lnTo>
                    <a:pt x="109265" y="110313"/>
                  </a:lnTo>
                  <a:lnTo>
                    <a:pt x="110612" y="111511"/>
                  </a:lnTo>
                  <a:lnTo>
                    <a:pt x="110612" y="111660"/>
                  </a:lnTo>
                  <a:lnTo>
                    <a:pt x="111361" y="112259"/>
                  </a:lnTo>
                  <a:lnTo>
                    <a:pt x="111510" y="112409"/>
                  </a:lnTo>
                  <a:lnTo>
                    <a:pt x="111959" y="112858"/>
                  </a:lnTo>
                  <a:lnTo>
                    <a:pt x="109265" y="112708"/>
                  </a:lnTo>
                  <a:lnTo>
                    <a:pt x="106571" y="112558"/>
                  </a:lnTo>
                  <a:lnTo>
                    <a:pt x="106421" y="112558"/>
                  </a:lnTo>
                  <a:lnTo>
                    <a:pt x="105673" y="112708"/>
                  </a:lnTo>
                  <a:lnTo>
                    <a:pt x="104326" y="112708"/>
                  </a:lnTo>
                  <a:lnTo>
                    <a:pt x="103278" y="112858"/>
                  </a:lnTo>
                  <a:lnTo>
                    <a:pt x="102979" y="112858"/>
                  </a:lnTo>
                  <a:lnTo>
                    <a:pt x="101781" y="113007"/>
                  </a:lnTo>
                  <a:lnTo>
                    <a:pt x="101781" y="113157"/>
                  </a:lnTo>
                  <a:lnTo>
                    <a:pt x="103727" y="113456"/>
                  </a:lnTo>
                  <a:lnTo>
                    <a:pt x="104475" y="113456"/>
                  </a:lnTo>
                  <a:lnTo>
                    <a:pt x="105673" y="113606"/>
                  </a:lnTo>
                  <a:lnTo>
                    <a:pt x="109116" y="113456"/>
                  </a:lnTo>
                  <a:lnTo>
                    <a:pt x="112408" y="113307"/>
                  </a:lnTo>
                  <a:lnTo>
                    <a:pt x="115851" y="116600"/>
                  </a:lnTo>
                  <a:lnTo>
                    <a:pt x="116599" y="117198"/>
                  </a:lnTo>
                  <a:lnTo>
                    <a:pt x="117048" y="117647"/>
                  </a:lnTo>
                  <a:lnTo>
                    <a:pt x="116749" y="119444"/>
                  </a:lnTo>
                  <a:lnTo>
                    <a:pt x="116300" y="119294"/>
                  </a:lnTo>
                  <a:lnTo>
                    <a:pt x="115552" y="119294"/>
                  </a:lnTo>
                  <a:lnTo>
                    <a:pt x="113157" y="119144"/>
                  </a:lnTo>
                  <a:lnTo>
                    <a:pt x="110762" y="119144"/>
                  </a:lnTo>
                  <a:lnTo>
                    <a:pt x="105972" y="119294"/>
                  </a:lnTo>
                  <a:lnTo>
                    <a:pt x="103577" y="119294"/>
                  </a:lnTo>
                  <a:lnTo>
                    <a:pt x="103428" y="119444"/>
                  </a:lnTo>
                  <a:lnTo>
                    <a:pt x="103428" y="119593"/>
                  </a:lnTo>
                  <a:lnTo>
                    <a:pt x="103428" y="119743"/>
                  </a:lnTo>
                  <a:lnTo>
                    <a:pt x="104625" y="119743"/>
                  </a:lnTo>
                  <a:lnTo>
                    <a:pt x="105523" y="119893"/>
                  </a:lnTo>
                  <a:lnTo>
                    <a:pt x="106721" y="119893"/>
                  </a:lnTo>
                  <a:lnTo>
                    <a:pt x="111061" y="120042"/>
                  </a:lnTo>
                  <a:lnTo>
                    <a:pt x="113307" y="120042"/>
                  </a:lnTo>
                  <a:lnTo>
                    <a:pt x="115402" y="119893"/>
                  </a:lnTo>
                  <a:lnTo>
                    <a:pt x="116150" y="119743"/>
                  </a:lnTo>
                  <a:lnTo>
                    <a:pt x="116749" y="119743"/>
                  </a:lnTo>
                  <a:lnTo>
                    <a:pt x="115851" y="126628"/>
                  </a:lnTo>
                  <a:lnTo>
                    <a:pt x="115701" y="127227"/>
                  </a:lnTo>
                  <a:lnTo>
                    <a:pt x="115552" y="127975"/>
                  </a:lnTo>
                  <a:lnTo>
                    <a:pt x="112857" y="147733"/>
                  </a:lnTo>
                  <a:lnTo>
                    <a:pt x="112708" y="149230"/>
                  </a:lnTo>
                  <a:lnTo>
                    <a:pt x="111660" y="156414"/>
                  </a:lnTo>
                  <a:lnTo>
                    <a:pt x="111510" y="158210"/>
                  </a:lnTo>
                  <a:lnTo>
                    <a:pt x="109265" y="174376"/>
                  </a:lnTo>
                  <a:lnTo>
                    <a:pt x="109116" y="175423"/>
                  </a:lnTo>
                  <a:lnTo>
                    <a:pt x="107619" y="186350"/>
                  </a:lnTo>
                  <a:lnTo>
                    <a:pt x="107170" y="189792"/>
                  </a:lnTo>
                  <a:lnTo>
                    <a:pt x="106571" y="193834"/>
                  </a:lnTo>
                  <a:lnTo>
                    <a:pt x="106122" y="197127"/>
                  </a:lnTo>
                  <a:lnTo>
                    <a:pt x="105673" y="199971"/>
                  </a:lnTo>
                  <a:lnTo>
                    <a:pt x="105224" y="203713"/>
                  </a:lnTo>
                  <a:lnTo>
                    <a:pt x="104625" y="199971"/>
                  </a:lnTo>
                  <a:lnTo>
                    <a:pt x="104176" y="197127"/>
                  </a:lnTo>
                  <a:lnTo>
                    <a:pt x="103727" y="193834"/>
                  </a:lnTo>
                  <a:lnTo>
                    <a:pt x="103128" y="189792"/>
                  </a:lnTo>
                  <a:lnTo>
                    <a:pt x="102530" y="186350"/>
                  </a:lnTo>
                  <a:lnTo>
                    <a:pt x="100883" y="175423"/>
                  </a:lnTo>
                  <a:lnTo>
                    <a:pt x="100734" y="174525"/>
                  </a:lnTo>
                  <a:lnTo>
                    <a:pt x="98339" y="158210"/>
                  </a:lnTo>
                  <a:lnTo>
                    <a:pt x="98039" y="156414"/>
                  </a:lnTo>
                  <a:lnTo>
                    <a:pt x="96992" y="149379"/>
                  </a:lnTo>
                  <a:lnTo>
                    <a:pt x="96692" y="147733"/>
                  </a:lnTo>
                  <a:lnTo>
                    <a:pt x="93848" y="128724"/>
                  </a:lnTo>
                  <a:lnTo>
                    <a:pt x="93699" y="127975"/>
                  </a:lnTo>
                  <a:lnTo>
                    <a:pt x="93699" y="127376"/>
                  </a:lnTo>
                  <a:lnTo>
                    <a:pt x="93100" y="124084"/>
                  </a:lnTo>
                  <a:lnTo>
                    <a:pt x="93100" y="123485"/>
                  </a:lnTo>
                  <a:lnTo>
                    <a:pt x="92501" y="119743"/>
                  </a:lnTo>
                  <a:lnTo>
                    <a:pt x="92501" y="119444"/>
                  </a:lnTo>
                  <a:lnTo>
                    <a:pt x="92352" y="118845"/>
                  </a:lnTo>
                  <a:lnTo>
                    <a:pt x="92651" y="118845"/>
                  </a:lnTo>
                  <a:lnTo>
                    <a:pt x="92950" y="118545"/>
                  </a:lnTo>
                  <a:lnTo>
                    <a:pt x="93549" y="117797"/>
                  </a:lnTo>
                  <a:lnTo>
                    <a:pt x="93848" y="117498"/>
                  </a:lnTo>
                  <a:lnTo>
                    <a:pt x="95495" y="115702"/>
                  </a:lnTo>
                  <a:lnTo>
                    <a:pt x="95644" y="115702"/>
                  </a:lnTo>
                  <a:lnTo>
                    <a:pt x="97141" y="113905"/>
                  </a:lnTo>
                  <a:lnTo>
                    <a:pt x="97291" y="113905"/>
                  </a:lnTo>
                  <a:lnTo>
                    <a:pt x="98937" y="112109"/>
                  </a:lnTo>
                  <a:lnTo>
                    <a:pt x="99237" y="111660"/>
                  </a:lnTo>
                  <a:lnTo>
                    <a:pt x="99386" y="112409"/>
                  </a:lnTo>
                  <a:lnTo>
                    <a:pt x="99386" y="112558"/>
                  </a:lnTo>
                  <a:lnTo>
                    <a:pt x="99386" y="113606"/>
                  </a:lnTo>
                  <a:lnTo>
                    <a:pt x="99536" y="113756"/>
                  </a:lnTo>
                  <a:lnTo>
                    <a:pt x="99686" y="113606"/>
                  </a:lnTo>
                  <a:lnTo>
                    <a:pt x="99835" y="113007"/>
                  </a:lnTo>
                  <a:lnTo>
                    <a:pt x="99835" y="112858"/>
                  </a:lnTo>
                  <a:lnTo>
                    <a:pt x="99985" y="111062"/>
                  </a:lnTo>
                  <a:lnTo>
                    <a:pt x="100584" y="110313"/>
                  </a:lnTo>
                  <a:lnTo>
                    <a:pt x="100734" y="110163"/>
                  </a:lnTo>
                  <a:lnTo>
                    <a:pt x="102230" y="108517"/>
                  </a:lnTo>
                  <a:lnTo>
                    <a:pt x="102380" y="108367"/>
                  </a:lnTo>
                  <a:lnTo>
                    <a:pt x="104176" y="106421"/>
                  </a:lnTo>
                  <a:lnTo>
                    <a:pt x="104775" y="105972"/>
                  </a:lnTo>
                  <a:close/>
                  <a:moveTo>
                    <a:pt x="103428" y="0"/>
                  </a:moveTo>
                  <a:lnTo>
                    <a:pt x="101632" y="12423"/>
                  </a:lnTo>
                  <a:lnTo>
                    <a:pt x="97141" y="12573"/>
                  </a:lnTo>
                  <a:lnTo>
                    <a:pt x="92651" y="13172"/>
                  </a:lnTo>
                  <a:lnTo>
                    <a:pt x="88161" y="13770"/>
                  </a:lnTo>
                  <a:lnTo>
                    <a:pt x="83820" y="14669"/>
                  </a:lnTo>
                  <a:lnTo>
                    <a:pt x="79629" y="15866"/>
                  </a:lnTo>
                  <a:lnTo>
                    <a:pt x="75288" y="17063"/>
                  </a:lnTo>
                  <a:lnTo>
                    <a:pt x="71247" y="18560"/>
                  </a:lnTo>
                  <a:lnTo>
                    <a:pt x="67206" y="20207"/>
                  </a:lnTo>
                  <a:lnTo>
                    <a:pt x="63314" y="22152"/>
                  </a:lnTo>
                  <a:lnTo>
                    <a:pt x="59572" y="24098"/>
                  </a:lnTo>
                  <a:lnTo>
                    <a:pt x="55830" y="26343"/>
                  </a:lnTo>
                  <a:lnTo>
                    <a:pt x="52238" y="28738"/>
                  </a:lnTo>
                  <a:lnTo>
                    <a:pt x="48795" y="31283"/>
                  </a:lnTo>
                  <a:lnTo>
                    <a:pt x="45353" y="33977"/>
                  </a:lnTo>
                  <a:lnTo>
                    <a:pt x="42209" y="36821"/>
                  </a:lnTo>
                  <a:lnTo>
                    <a:pt x="39066" y="39665"/>
                  </a:lnTo>
                  <a:lnTo>
                    <a:pt x="36072" y="42808"/>
                  </a:lnTo>
                  <a:lnTo>
                    <a:pt x="33378" y="46101"/>
                  </a:lnTo>
                  <a:lnTo>
                    <a:pt x="30684" y="49394"/>
                  </a:lnTo>
                  <a:lnTo>
                    <a:pt x="28140" y="52986"/>
                  </a:lnTo>
                  <a:lnTo>
                    <a:pt x="25894" y="56579"/>
                  </a:lnTo>
                  <a:lnTo>
                    <a:pt x="23649" y="60320"/>
                  </a:lnTo>
                  <a:lnTo>
                    <a:pt x="21703" y="64212"/>
                  </a:lnTo>
                  <a:lnTo>
                    <a:pt x="19907" y="68104"/>
                  </a:lnTo>
                  <a:lnTo>
                    <a:pt x="18261" y="72145"/>
                  </a:lnTo>
                  <a:lnTo>
                    <a:pt x="16764" y="76186"/>
                  </a:lnTo>
                  <a:lnTo>
                    <a:pt x="15567" y="80527"/>
                  </a:lnTo>
                  <a:lnTo>
                    <a:pt x="14519" y="84718"/>
                  </a:lnTo>
                  <a:lnTo>
                    <a:pt x="13621" y="89059"/>
                  </a:lnTo>
                  <a:lnTo>
                    <a:pt x="12872" y="93549"/>
                  </a:lnTo>
                  <a:lnTo>
                    <a:pt x="12573" y="98039"/>
                  </a:lnTo>
                  <a:lnTo>
                    <a:pt x="12274" y="102680"/>
                  </a:lnTo>
                  <a:lnTo>
                    <a:pt x="0" y="104476"/>
                  </a:lnTo>
                  <a:lnTo>
                    <a:pt x="0" y="106122"/>
                  </a:lnTo>
                  <a:lnTo>
                    <a:pt x="12274" y="107769"/>
                  </a:lnTo>
                  <a:lnTo>
                    <a:pt x="12573" y="112409"/>
                  </a:lnTo>
                  <a:lnTo>
                    <a:pt x="13022" y="116899"/>
                  </a:lnTo>
                  <a:lnTo>
                    <a:pt x="13770" y="121240"/>
                  </a:lnTo>
                  <a:lnTo>
                    <a:pt x="14668" y="125580"/>
                  </a:lnTo>
                  <a:lnTo>
                    <a:pt x="15716" y="129921"/>
                  </a:lnTo>
                  <a:lnTo>
                    <a:pt x="17063" y="134112"/>
                  </a:lnTo>
                  <a:lnTo>
                    <a:pt x="18560" y="138153"/>
                  </a:lnTo>
                  <a:lnTo>
                    <a:pt x="20207" y="142195"/>
                  </a:lnTo>
                  <a:lnTo>
                    <a:pt x="22003" y="146086"/>
                  </a:lnTo>
                  <a:lnTo>
                    <a:pt x="24098" y="149978"/>
                  </a:lnTo>
                  <a:lnTo>
                    <a:pt x="26343" y="153720"/>
                  </a:lnTo>
                  <a:lnTo>
                    <a:pt x="28589" y="157312"/>
                  </a:lnTo>
                  <a:lnTo>
                    <a:pt x="31133" y="160755"/>
                  </a:lnTo>
                  <a:lnTo>
                    <a:pt x="33827" y="164048"/>
                  </a:lnTo>
                  <a:lnTo>
                    <a:pt x="36671" y="167341"/>
                  </a:lnTo>
                  <a:lnTo>
                    <a:pt x="39665" y="170334"/>
                  </a:lnTo>
                  <a:lnTo>
                    <a:pt x="42808" y="173328"/>
                  </a:lnTo>
                  <a:lnTo>
                    <a:pt x="46101" y="176172"/>
                  </a:lnTo>
                  <a:lnTo>
                    <a:pt x="49394" y="178716"/>
                  </a:lnTo>
                  <a:lnTo>
                    <a:pt x="52836" y="181261"/>
                  </a:lnTo>
                  <a:lnTo>
                    <a:pt x="56578" y="183656"/>
                  </a:lnTo>
                  <a:lnTo>
                    <a:pt x="60320" y="185751"/>
                  </a:lnTo>
                  <a:lnTo>
                    <a:pt x="64062" y="187847"/>
                  </a:lnTo>
                  <a:lnTo>
                    <a:pt x="68104" y="189643"/>
                  </a:lnTo>
                  <a:lnTo>
                    <a:pt x="71995" y="191289"/>
                  </a:lnTo>
                  <a:lnTo>
                    <a:pt x="76186" y="192636"/>
                  </a:lnTo>
                  <a:lnTo>
                    <a:pt x="80377" y="193983"/>
                  </a:lnTo>
                  <a:lnTo>
                    <a:pt x="84718" y="195031"/>
                  </a:lnTo>
                  <a:lnTo>
                    <a:pt x="89059" y="195929"/>
                  </a:lnTo>
                  <a:lnTo>
                    <a:pt x="93549" y="196528"/>
                  </a:lnTo>
                  <a:lnTo>
                    <a:pt x="98039" y="196977"/>
                  </a:lnTo>
                  <a:lnTo>
                    <a:pt x="102530" y="197127"/>
                  </a:lnTo>
                  <a:lnTo>
                    <a:pt x="104475" y="209550"/>
                  </a:lnTo>
                  <a:lnTo>
                    <a:pt x="105972" y="209550"/>
                  </a:lnTo>
                  <a:lnTo>
                    <a:pt x="107768" y="197127"/>
                  </a:lnTo>
                  <a:lnTo>
                    <a:pt x="112259" y="196827"/>
                  </a:lnTo>
                  <a:lnTo>
                    <a:pt x="116749" y="196378"/>
                  </a:lnTo>
                  <a:lnTo>
                    <a:pt x="121239" y="195630"/>
                  </a:lnTo>
                  <a:lnTo>
                    <a:pt x="125580" y="194732"/>
                  </a:lnTo>
                  <a:lnTo>
                    <a:pt x="129771" y="193684"/>
                  </a:lnTo>
                  <a:lnTo>
                    <a:pt x="133962" y="192337"/>
                  </a:lnTo>
                  <a:lnTo>
                    <a:pt x="138153" y="190990"/>
                  </a:lnTo>
                  <a:lnTo>
                    <a:pt x="142194" y="189194"/>
                  </a:lnTo>
                  <a:lnTo>
                    <a:pt x="146086" y="187398"/>
                  </a:lnTo>
                  <a:lnTo>
                    <a:pt x="149828" y="185302"/>
                  </a:lnTo>
                  <a:lnTo>
                    <a:pt x="153570" y="183207"/>
                  </a:lnTo>
                  <a:lnTo>
                    <a:pt x="157162" y="180812"/>
                  </a:lnTo>
                  <a:lnTo>
                    <a:pt x="160605" y="178267"/>
                  </a:lnTo>
                  <a:lnTo>
                    <a:pt x="164047" y="175573"/>
                  </a:lnTo>
                  <a:lnTo>
                    <a:pt x="167191" y="172729"/>
                  </a:lnTo>
                  <a:lnTo>
                    <a:pt x="170334" y="169736"/>
                  </a:lnTo>
                  <a:lnTo>
                    <a:pt x="173328" y="166592"/>
                  </a:lnTo>
                  <a:lnTo>
                    <a:pt x="176022" y="163449"/>
                  </a:lnTo>
                  <a:lnTo>
                    <a:pt x="178716" y="160006"/>
                  </a:lnTo>
                  <a:lnTo>
                    <a:pt x="181260" y="156564"/>
                  </a:lnTo>
                  <a:lnTo>
                    <a:pt x="183506" y="152972"/>
                  </a:lnTo>
                  <a:lnTo>
                    <a:pt x="185751" y="149230"/>
                  </a:lnTo>
                  <a:lnTo>
                    <a:pt x="187697" y="145338"/>
                  </a:lnTo>
                  <a:lnTo>
                    <a:pt x="189493" y="141446"/>
                  </a:lnTo>
                  <a:lnTo>
                    <a:pt x="191139" y="137405"/>
                  </a:lnTo>
                  <a:lnTo>
                    <a:pt x="192636" y="133214"/>
                  </a:lnTo>
                  <a:lnTo>
                    <a:pt x="193833" y="129023"/>
                  </a:lnTo>
                  <a:lnTo>
                    <a:pt x="194881" y="124682"/>
                  </a:lnTo>
                  <a:lnTo>
                    <a:pt x="195779" y="120342"/>
                  </a:lnTo>
                  <a:lnTo>
                    <a:pt x="196378" y="116001"/>
                  </a:lnTo>
                  <a:lnTo>
                    <a:pt x="196827" y="111511"/>
                  </a:lnTo>
                  <a:lnTo>
                    <a:pt x="197126" y="106871"/>
                  </a:lnTo>
                  <a:lnTo>
                    <a:pt x="209400" y="105074"/>
                  </a:lnTo>
                  <a:lnTo>
                    <a:pt x="209400" y="103428"/>
                  </a:lnTo>
                  <a:lnTo>
                    <a:pt x="197126" y="101781"/>
                  </a:lnTo>
                  <a:lnTo>
                    <a:pt x="196827" y="97141"/>
                  </a:lnTo>
                  <a:lnTo>
                    <a:pt x="196378" y="92651"/>
                  </a:lnTo>
                  <a:lnTo>
                    <a:pt x="195630" y="88310"/>
                  </a:lnTo>
                  <a:lnTo>
                    <a:pt x="194732" y="83820"/>
                  </a:lnTo>
                  <a:lnTo>
                    <a:pt x="193684" y="79629"/>
                  </a:lnTo>
                  <a:lnTo>
                    <a:pt x="192337" y="75438"/>
                  </a:lnTo>
                  <a:lnTo>
                    <a:pt x="190840" y="71247"/>
                  </a:lnTo>
                  <a:lnTo>
                    <a:pt x="189193" y="67355"/>
                  </a:lnTo>
                  <a:lnTo>
                    <a:pt x="187397" y="63314"/>
                  </a:lnTo>
                  <a:lnTo>
                    <a:pt x="185302" y="59572"/>
                  </a:lnTo>
                  <a:lnTo>
                    <a:pt x="183057" y="55830"/>
                  </a:lnTo>
                  <a:lnTo>
                    <a:pt x="180662" y="52238"/>
                  </a:lnTo>
                  <a:lnTo>
                    <a:pt x="178267" y="48795"/>
                  </a:lnTo>
                  <a:lnTo>
                    <a:pt x="175573" y="45502"/>
                  </a:lnTo>
                  <a:lnTo>
                    <a:pt x="172729" y="42209"/>
                  </a:lnTo>
                  <a:lnTo>
                    <a:pt x="169735" y="39066"/>
                  </a:lnTo>
                  <a:lnTo>
                    <a:pt x="166592" y="36222"/>
                  </a:lnTo>
                  <a:lnTo>
                    <a:pt x="163299" y="33378"/>
                  </a:lnTo>
                  <a:lnTo>
                    <a:pt x="160006" y="30684"/>
                  </a:lnTo>
                  <a:lnTo>
                    <a:pt x="156414" y="28289"/>
                  </a:lnTo>
                  <a:lnTo>
                    <a:pt x="152822" y="25894"/>
                  </a:lnTo>
                  <a:lnTo>
                    <a:pt x="149080" y="23799"/>
                  </a:lnTo>
                  <a:lnTo>
                    <a:pt x="145338" y="21703"/>
                  </a:lnTo>
                  <a:lnTo>
                    <a:pt x="141296" y="19907"/>
                  </a:lnTo>
                  <a:lnTo>
                    <a:pt x="137405" y="18261"/>
                  </a:lnTo>
                  <a:lnTo>
                    <a:pt x="133214" y="16764"/>
                  </a:lnTo>
                  <a:lnTo>
                    <a:pt x="129023" y="15567"/>
                  </a:lnTo>
                  <a:lnTo>
                    <a:pt x="124682" y="14519"/>
                  </a:lnTo>
                  <a:lnTo>
                    <a:pt x="120341" y="13621"/>
                  </a:lnTo>
                  <a:lnTo>
                    <a:pt x="115851" y="13022"/>
                  </a:lnTo>
                  <a:lnTo>
                    <a:pt x="111361" y="12573"/>
                  </a:lnTo>
                  <a:lnTo>
                    <a:pt x="106870" y="12423"/>
                  </a:lnTo>
                  <a:lnTo>
                    <a:pt x="104925" y="0"/>
                  </a:ln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70" name="Google Shape;3009;p119"/>
            <p:cNvSpPr/>
            <p:nvPr/>
          </p:nvSpPr>
          <p:spPr>
            <a:xfrm>
              <a:off x="7292520" y="2034360"/>
              <a:ext cx="7920" cy="127080"/>
            </a:xfrm>
            <a:custGeom>
              <a:avLst/>
              <a:gdLst>
                <a:gd name="textAreaLeft" fmla="*/ 0 w 7920"/>
                <a:gd name="textAreaRight" fmla="*/ 8280 w 7920"/>
                <a:gd name="textAreaTop" fmla="*/ 0 h 127080"/>
                <a:gd name="textAreaBottom" fmla="*/ 127440 h 127080"/>
              </a:gdLst>
              <a:ahLst/>
              <a:cxnLst/>
              <a:rect l="textAreaLeft" t="textAreaTop" r="textAreaRight" b="textAreaBottom"/>
              <a:pathLst>
                <a:path w="749" h="11676">
                  <a:moveTo>
                    <a:pt x="299" y="1"/>
                  </a:moveTo>
                  <a:lnTo>
                    <a:pt x="299" y="151"/>
                  </a:lnTo>
                  <a:lnTo>
                    <a:pt x="0" y="4791"/>
                  </a:lnTo>
                  <a:lnTo>
                    <a:pt x="150" y="9281"/>
                  </a:lnTo>
                  <a:lnTo>
                    <a:pt x="150" y="9730"/>
                  </a:lnTo>
                  <a:lnTo>
                    <a:pt x="150" y="9880"/>
                  </a:lnTo>
                  <a:lnTo>
                    <a:pt x="150" y="10329"/>
                  </a:lnTo>
                  <a:lnTo>
                    <a:pt x="150" y="10628"/>
                  </a:lnTo>
                  <a:lnTo>
                    <a:pt x="150" y="11077"/>
                  </a:lnTo>
                  <a:lnTo>
                    <a:pt x="299" y="11526"/>
                  </a:lnTo>
                  <a:lnTo>
                    <a:pt x="299" y="11676"/>
                  </a:lnTo>
                  <a:lnTo>
                    <a:pt x="599" y="11676"/>
                  </a:lnTo>
                  <a:lnTo>
                    <a:pt x="599" y="11526"/>
                  </a:lnTo>
                  <a:lnTo>
                    <a:pt x="599" y="10927"/>
                  </a:lnTo>
                  <a:lnTo>
                    <a:pt x="599" y="10628"/>
                  </a:lnTo>
                  <a:lnTo>
                    <a:pt x="748" y="10329"/>
                  </a:lnTo>
                  <a:lnTo>
                    <a:pt x="748" y="9880"/>
                  </a:lnTo>
                  <a:lnTo>
                    <a:pt x="748" y="9730"/>
                  </a:lnTo>
                  <a:lnTo>
                    <a:pt x="748" y="9281"/>
                  </a:lnTo>
                  <a:lnTo>
                    <a:pt x="748" y="4791"/>
                  </a:lnTo>
                  <a:lnTo>
                    <a:pt x="599" y="151"/>
                  </a:lnTo>
                  <a:lnTo>
                    <a:pt x="599" y="1"/>
                  </a:lnTo>
                  <a:close/>
                </a:path>
              </a:pathLst>
            </a:custGeom>
            <a:solidFill>
              <a:schemeClr val="dk1"/>
            </a:solidFill>
            <a:ln w="0">
              <a:noFill/>
            </a:ln>
          </p:spPr>
          <p:style>
            <a:lnRef idx="0"/>
            <a:fillRef idx="0"/>
            <a:effectRef idx="0"/>
            <a:fontRef idx="minor"/>
          </p:style>
          <p:txBody>
            <a:bodyPr tIns="63720" bIns="63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71" name="Google Shape;3010;p119"/>
            <p:cNvSpPr/>
            <p:nvPr/>
          </p:nvSpPr>
          <p:spPr>
            <a:xfrm>
              <a:off x="7364520" y="2031120"/>
              <a:ext cx="6120" cy="120600"/>
            </a:xfrm>
            <a:custGeom>
              <a:avLst/>
              <a:gdLst>
                <a:gd name="textAreaLeft" fmla="*/ 0 w 6120"/>
                <a:gd name="textAreaRight" fmla="*/ 6480 w 6120"/>
                <a:gd name="textAreaTop" fmla="*/ 0 h 120600"/>
                <a:gd name="textAreaBottom" fmla="*/ 120960 h 120600"/>
              </a:gdLst>
              <a:ahLst/>
              <a:cxnLst/>
              <a:rect l="textAreaLeft" t="textAreaTop" r="textAreaRight" b="textAreaBottom"/>
              <a:pathLst>
                <a:path w="600" h="11077">
                  <a:moveTo>
                    <a:pt x="151" y="0"/>
                  </a:moveTo>
                  <a:lnTo>
                    <a:pt x="1" y="2096"/>
                  </a:lnTo>
                  <a:lnTo>
                    <a:pt x="1" y="4341"/>
                  </a:lnTo>
                  <a:lnTo>
                    <a:pt x="1" y="5389"/>
                  </a:lnTo>
                  <a:lnTo>
                    <a:pt x="1" y="6287"/>
                  </a:lnTo>
                  <a:lnTo>
                    <a:pt x="151" y="10927"/>
                  </a:lnTo>
                  <a:lnTo>
                    <a:pt x="151" y="11077"/>
                  </a:lnTo>
                  <a:lnTo>
                    <a:pt x="450" y="11077"/>
                  </a:lnTo>
                  <a:lnTo>
                    <a:pt x="450" y="10927"/>
                  </a:lnTo>
                  <a:lnTo>
                    <a:pt x="600" y="5389"/>
                  </a:lnTo>
                  <a:lnTo>
                    <a:pt x="600" y="4341"/>
                  </a:lnTo>
                  <a:lnTo>
                    <a:pt x="600" y="3293"/>
                  </a:lnTo>
                  <a:lnTo>
                    <a:pt x="600" y="1647"/>
                  </a:lnTo>
                  <a:lnTo>
                    <a:pt x="450" y="0"/>
                  </a:lnTo>
                  <a:close/>
                </a:path>
              </a:pathLst>
            </a:custGeom>
            <a:solidFill>
              <a:schemeClr val="dk1"/>
            </a:solidFill>
            <a:ln w="0">
              <a:noFill/>
            </a:ln>
          </p:spPr>
          <p:style>
            <a:lnRef idx="0"/>
            <a:fillRef idx="0"/>
            <a:effectRef idx="0"/>
            <a:fontRef idx="minor"/>
          </p:style>
          <p:txBody>
            <a:bodyPr tIns="60480" bIns="60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72" name="Google Shape;3011;p119"/>
            <p:cNvSpPr/>
            <p:nvPr/>
          </p:nvSpPr>
          <p:spPr>
            <a:xfrm>
              <a:off x="7397280" y="2035800"/>
              <a:ext cx="11160" cy="119160"/>
            </a:xfrm>
            <a:custGeom>
              <a:avLst/>
              <a:gdLst>
                <a:gd name="textAreaLeft" fmla="*/ 0 w 11160"/>
                <a:gd name="textAreaRight" fmla="*/ 11520 w 11160"/>
                <a:gd name="textAreaTop" fmla="*/ 0 h 119160"/>
                <a:gd name="textAreaBottom" fmla="*/ 119520 h 119160"/>
              </a:gdLst>
              <a:ahLst/>
              <a:cxnLst/>
              <a:rect l="textAreaLeft" t="textAreaTop" r="textAreaRight" b="textAreaBottom"/>
              <a:pathLst>
                <a:path w="1049" h="10928">
                  <a:moveTo>
                    <a:pt x="449" y="1"/>
                  </a:moveTo>
                  <a:lnTo>
                    <a:pt x="449" y="150"/>
                  </a:lnTo>
                  <a:lnTo>
                    <a:pt x="300" y="1348"/>
                  </a:lnTo>
                  <a:lnTo>
                    <a:pt x="0" y="3742"/>
                  </a:lnTo>
                  <a:lnTo>
                    <a:pt x="0" y="6137"/>
                  </a:lnTo>
                  <a:lnTo>
                    <a:pt x="150" y="8532"/>
                  </a:lnTo>
                  <a:lnTo>
                    <a:pt x="449" y="10777"/>
                  </a:lnTo>
                  <a:lnTo>
                    <a:pt x="599" y="10927"/>
                  </a:lnTo>
                  <a:lnTo>
                    <a:pt x="599" y="10777"/>
                  </a:lnTo>
                  <a:lnTo>
                    <a:pt x="899" y="8383"/>
                  </a:lnTo>
                  <a:lnTo>
                    <a:pt x="1048" y="5838"/>
                  </a:lnTo>
                  <a:lnTo>
                    <a:pt x="1048" y="3144"/>
                  </a:lnTo>
                  <a:lnTo>
                    <a:pt x="749" y="749"/>
                  </a:lnTo>
                  <a:lnTo>
                    <a:pt x="749" y="1"/>
                  </a:lnTo>
                  <a:close/>
                </a:path>
              </a:pathLst>
            </a:custGeom>
            <a:solidFill>
              <a:schemeClr val="dk1"/>
            </a:solidFill>
            <a:ln w="0">
              <a:noFill/>
            </a:ln>
          </p:spPr>
          <p:style>
            <a:lnRef idx="0"/>
            <a:fillRef idx="0"/>
            <a:effectRef idx="0"/>
            <a:fontRef idx="minor"/>
          </p:style>
          <p:txBody>
            <a:bodyPr tIns="59760" bIns="59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73" name="Google Shape;3012;p119"/>
            <p:cNvSpPr/>
            <p:nvPr/>
          </p:nvSpPr>
          <p:spPr>
            <a:xfrm>
              <a:off x="7433280" y="2037600"/>
              <a:ext cx="9360" cy="112320"/>
            </a:xfrm>
            <a:custGeom>
              <a:avLst/>
              <a:gdLst>
                <a:gd name="textAreaLeft" fmla="*/ 0 w 9360"/>
                <a:gd name="textAreaRight" fmla="*/ 9720 w 9360"/>
                <a:gd name="textAreaTop" fmla="*/ 0 h 112320"/>
                <a:gd name="textAreaBottom" fmla="*/ 112680 h 112320"/>
              </a:gdLst>
              <a:ahLst/>
              <a:cxnLst/>
              <a:rect l="textAreaLeft" t="textAreaTop" r="textAreaRight" b="textAreaBottom"/>
              <a:pathLst>
                <a:path w="899" h="10328">
                  <a:moveTo>
                    <a:pt x="300" y="0"/>
                  </a:moveTo>
                  <a:lnTo>
                    <a:pt x="300" y="150"/>
                  </a:lnTo>
                  <a:lnTo>
                    <a:pt x="150" y="2844"/>
                  </a:lnTo>
                  <a:lnTo>
                    <a:pt x="0" y="5538"/>
                  </a:lnTo>
                  <a:lnTo>
                    <a:pt x="0" y="7933"/>
                  </a:lnTo>
                  <a:lnTo>
                    <a:pt x="150" y="9131"/>
                  </a:lnTo>
                  <a:lnTo>
                    <a:pt x="449" y="10328"/>
                  </a:lnTo>
                  <a:lnTo>
                    <a:pt x="599" y="10328"/>
                  </a:lnTo>
                  <a:lnTo>
                    <a:pt x="749" y="9131"/>
                  </a:lnTo>
                  <a:lnTo>
                    <a:pt x="898" y="7933"/>
                  </a:lnTo>
                  <a:lnTo>
                    <a:pt x="898" y="5538"/>
                  </a:lnTo>
                  <a:lnTo>
                    <a:pt x="898" y="2844"/>
                  </a:lnTo>
                  <a:lnTo>
                    <a:pt x="599" y="150"/>
                  </a:lnTo>
                  <a:lnTo>
                    <a:pt x="599" y="0"/>
                  </a:lnTo>
                  <a:close/>
                </a:path>
              </a:pathLst>
            </a:custGeom>
            <a:solidFill>
              <a:schemeClr val="dk1"/>
            </a:solidFill>
            <a:ln w="0">
              <a:noFill/>
            </a:ln>
          </p:spPr>
          <p:style>
            <a:lnRef idx="0"/>
            <a:fillRef idx="0"/>
            <a:effectRef idx="0"/>
            <a:fontRef idx="minor"/>
          </p:style>
          <p:txBody>
            <a:bodyPr tIns="56160" bIns="561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74" name="Google Shape;3013;p119"/>
            <p:cNvSpPr/>
            <p:nvPr/>
          </p:nvSpPr>
          <p:spPr>
            <a:xfrm>
              <a:off x="7467480" y="2044080"/>
              <a:ext cx="12600" cy="105840"/>
            </a:xfrm>
            <a:custGeom>
              <a:avLst/>
              <a:gdLst>
                <a:gd name="textAreaLeft" fmla="*/ 0 w 12600"/>
                <a:gd name="textAreaRight" fmla="*/ 12960 w 12600"/>
                <a:gd name="textAreaTop" fmla="*/ 0 h 105840"/>
                <a:gd name="textAreaBottom" fmla="*/ 106200 h 105840"/>
              </a:gdLst>
              <a:ahLst/>
              <a:cxnLst/>
              <a:rect l="textAreaLeft" t="textAreaTop" r="textAreaRight" b="textAreaBottom"/>
              <a:pathLst>
                <a:path w="1199" h="9730">
                  <a:moveTo>
                    <a:pt x="450" y="1"/>
                  </a:moveTo>
                  <a:lnTo>
                    <a:pt x="300" y="2396"/>
                  </a:lnTo>
                  <a:lnTo>
                    <a:pt x="1" y="4940"/>
                  </a:lnTo>
                  <a:lnTo>
                    <a:pt x="1" y="7335"/>
                  </a:lnTo>
                  <a:lnTo>
                    <a:pt x="150" y="8533"/>
                  </a:lnTo>
                  <a:lnTo>
                    <a:pt x="450" y="9580"/>
                  </a:lnTo>
                  <a:lnTo>
                    <a:pt x="599" y="9730"/>
                  </a:lnTo>
                  <a:lnTo>
                    <a:pt x="749" y="9580"/>
                  </a:lnTo>
                  <a:lnTo>
                    <a:pt x="899" y="8533"/>
                  </a:lnTo>
                  <a:lnTo>
                    <a:pt x="1048" y="7335"/>
                  </a:lnTo>
                  <a:lnTo>
                    <a:pt x="1198" y="4940"/>
                  </a:lnTo>
                  <a:lnTo>
                    <a:pt x="899" y="2396"/>
                  </a:lnTo>
                  <a:lnTo>
                    <a:pt x="749" y="1"/>
                  </a:lnTo>
                  <a:close/>
                </a:path>
              </a:pathLst>
            </a:custGeom>
            <a:solidFill>
              <a:schemeClr val="dk1"/>
            </a:solidFill>
            <a:ln w="0">
              <a:noFill/>
            </a:ln>
          </p:spPr>
          <p:style>
            <a:lnRef idx="0"/>
            <a:fillRef idx="0"/>
            <a:effectRef idx="0"/>
            <a:fontRef idx="minor"/>
          </p:style>
          <p:txBody>
            <a:bodyPr tIns="52920" bIns="52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75" name="Google Shape;3014;p119"/>
            <p:cNvSpPr/>
            <p:nvPr/>
          </p:nvSpPr>
          <p:spPr>
            <a:xfrm>
              <a:off x="7503480" y="2047320"/>
              <a:ext cx="9360" cy="105840"/>
            </a:xfrm>
            <a:custGeom>
              <a:avLst/>
              <a:gdLst>
                <a:gd name="textAreaLeft" fmla="*/ 0 w 9360"/>
                <a:gd name="textAreaRight" fmla="*/ 9720 w 9360"/>
                <a:gd name="textAreaTop" fmla="*/ 0 h 105840"/>
                <a:gd name="textAreaBottom" fmla="*/ 106200 h 105840"/>
              </a:gdLst>
              <a:ahLst/>
              <a:cxnLst/>
              <a:rect l="textAreaLeft" t="textAreaTop" r="textAreaRight" b="textAreaBottom"/>
              <a:pathLst>
                <a:path w="899" h="9730">
                  <a:moveTo>
                    <a:pt x="450" y="0"/>
                  </a:moveTo>
                  <a:lnTo>
                    <a:pt x="300" y="150"/>
                  </a:lnTo>
                  <a:lnTo>
                    <a:pt x="300" y="300"/>
                  </a:lnTo>
                  <a:lnTo>
                    <a:pt x="150" y="2694"/>
                  </a:lnTo>
                  <a:lnTo>
                    <a:pt x="150" y="5239"/>
                  </a:lnTo>
                  <a:lnTo>
                    <a:pt x="1" y="7484"/>
                  </a:lnTo>
                  <a:lnTo>
                    <a:pt x="150" y="8532"/>
                  </a:lnTo>
                  <a:lnTo>
                    <a:pt x="300" y="9580"/>
                  </a:lnTo>
                  <a:lnTo>
                    <a:pt x="450" y="9729"/>
                  </a:lnTo>
                  <a:lnTo>
                    <a:pt x="599" y="9580"/>
                  </a:lnTo>
                  <a:lnTo>
                    <a:pt x="899" y="8532"/>
                  </a:lnTo>
                  <a:lnTo>
                    <a:pt x="899" y="7484"/>
                  </a:lnTo>
                  <a:lnTo>
                    <a:pt x="899" y="5239"/>
                  </a:lnTo>
                  <a:lnTo>
                    <a:pt x="899" y="2694"/>
                  </a:lnTo>
                  <a:lnTo>
                    <a:pt x="599" y="300"/>
                  </a:lnTo>
                  <a:lnTo>
                    <a:pt x="599" y="150"/>
                  </a:lnTo>
                  <a:lnTo>
                    <a:pt x="450" y="0"/>
                  </a:lnTo>
                  <a:close/>
                </a:path>
              </a:pathLst>
            </a:custGeom>
            <a:solidFill>
              <a:schemeClr val="dk1"/>
            </a:solidFill>
            <a:ln w="0">
              <a:noFill/>
            </a:ln>
          </p:spPr>
          <p:style>
            <a:lnRef idx="0"/>
            <a:fillRef idx="0"/>
            <a:effectRef idx="0"/>
            <a:fontRef idx="minor"/>
          </p:style>
          <p:txBody>
            <a:bodyPr tIns="52920" bIns="52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76" name="Google Shape;3015;p119"/>
            <p:cNvSpPr/>
            <p:nvPr/>
          </p:nvSpPr>
          <p:spPr>
            <a:xfrm>
              <a:off x="7539480" y="2053800"/>
              <a:ext cx="9360" cy="101160"/>
            </a:xfrm>
            <a:custGeom>
              <a:avLst/>
              <a:gdLst>
                <a:gd name="textAreaLeft" fmla="*/ 0 w 9360"/>
                <a:gd name="textAreaRight" fmla="*/ 9720 w 9360"/>
                <a:gd name="textAreaTop" fmla="*/ 0 h 101160"/>
                <a:gd name="textAreaBottom" fmla="*/ 101520 h 101160"/>
              </a:gdLst>
              <a:ahLst/>
              <a:cxnLst/>
              <a:rect l="textAreaLeft" t="textAreaTop" r="textAreaRight" b="textAreaBottom"/>
              <a:pathLst>
                <a:path w="899" h="9282">
                  <a:moveTo>
                    <a:pt x="150" y="1"/>
                  </a:moveTo>
                  <a:lnTo>
                    <a:pt x="0" y="2246"/>
                  </a:lnTo>
                  <a:lnTo>
                    <a:pt x="0" y="4641"/>
                  </a:lnTo>
                  <a:lnTo>
                    <a:pt x="150" y="9131"/>
                  </a:lnTo>
                  <a:lnTo>
                    <a:pt x="300" y="9281"/>
                  </a:lnTo>
                  <a:lnTo>
                    <a:pt x="599" y="9281"/>
                  </a:lnTo>
                  <a:lnTo>
                    <a:pt x="599" y="9131"/>
                  </a:lnTo>
                  <a:lnTo>
                    <a:pt x="899" y="4641"/>
                  </a:lnTo>
                  <a:lnTo>
                    <a:pt x="749" y="2246"/>
                  </a:lnTo>
                  <a:lnTo>
                    <a:pt x="450" y="1"/>
                  </a:lnTo>
                  <a:close/>
                </a:path>
              </a:pathLst>
            </a:custGeom>
            <a:solidFill>
              <a:schemeClr val="dk1"/>
            </a:solidFill>
            <a:ln w="0">
              <a:noFill/>
            </a:ln>
          </p:spPr>
          <p:style>
            <a:lnRef idx="0"/>
            <a:fillRef idx="0"/>
            <a:effectRef idx="0"/>
            <a:fontRef idx="minor"/>
          </p:style>
          <p:txBody>
            <a:bodyPr tIns="50760" bIns="50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77" name="Google Shape;3016;p119"/>
            <p:cNvSpPr/>
            <p:nvPr/>
          </p:nvSpPr>
          <p:spPr>
            <a:xfrm>
              <a:off x="7575480" y="2055600"/>
              <a:ext cx="9360" cy="102600"/>
            </a:xfrm>
            <a:custGeom>
              <a:avLst/>
              <a:gdLst>
                <a:gd name="textAreaLeft" fmla="*/ 0 w 9360"/>
                <a:gd name="textAreaRight" fmla="*/ 9720 w 9360"/>
                <a:gd name="textAreaTop" fmla="*/ 0 h 102600"/>
                <a:gd name="textAreaBottom" fmla="*/ 102960 h 102600"/>
              </a:gdLst>
              <a:ahLst/>
              <a:cxnLst/>
              <a:rect l="textAreaLeft" t="textAreaTop" r="textAreaRight" b="textAreaBottom"/>
              <a:pathLst>
                <a:path w="899" h="9431">
                  <a:moveTo>
                    <a:pt x="449" y="1"/>
                  </a:moveTo>
                  <a:lnTo>
                    <a:pt x="300" y="150"/>
                  </a:lnTo>
                  <a:lnTo>
                    <a:pt x="150" y="1198"/>
                  </a:lnTo>
                  <a:lnTo>
                    <a:pt x="0" y="2246"/>
                  </a:lnTo>
                  <a:lnTo>
                    <a:pt x="0" y="4491"/>
                  </a:lnTo>
                  <a:lnTo>
                    <a:pt x="0" y="6886"/>
                  </a:lnTo>
                  <a:lnTo>
                    <a:pt x="150" y="9281"/>
                  </a:lnTo>
                  <a:lnTo>
                    <a:pt x="150" y="9430"/>
                  </a:lnTo>
                  <a:lnTo>
                    <a:pt x="449" y="9430"/>
                  </a:lnTo>
                  <a:lnTo>
                    <a:pt x="599" y="9281"/>
                  </a:lnTo>
                  <a:lnTo>
                    <a:pt x="749" y="6886"/>
                  </a:lnTo>
                  <a:lnTo>
                    <a:pt x="898" y="4491"/>
                  </a:lnTo>
                  <a:lnTo>
                    <a:pt x="898" y="2246"/>
                  </a:lnTo>
                  <a:lnTo>
                    <a:pt x="898" y="1198"/>
                  </a:lnTo>
                  <a:lnTo>
                    <a:pt x="749" y="150"/>
                  </a:lnTo>
                  <a:lnTo>
                    <a:pt x="599" y="1"/>
                  </a:lnTo>
                  <a:close/>
                </a:path>
              </a:pathLst>
            </a:custGeom>
            <a:solidFill>
              <a:schemeClr val="dk1"/>
            </a:solidFill>
            <a:ln w="0">
              <a:noFill/>
            </a:ln>
          </p:spPr>
          <p:style>
            <a:lnRef idx="0"/>
            <a:fillRef idx="0"/>
            <a:effectRef idx="0"/>
            <a:fontRef idx="minor"/>
          </p:style>
          <p:txBody>
            <a:bodyPr tIns="51480" bIns="51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78" name="Google Shape;3017;p119"/>
            <p:cNvSpPr/>
            <p:nvPr/>
          </p:nvSpPr>
          <p:spPr>
            <a:xfrm>
              <a:off x="7610040" y="2063880"/>
              <a:ext cx="9360" cy="89640"/>
            </a:xfrm>
            <a:custGeom>
              <a:avLst/>
              <a:gdLst>
                <a:gd name="textAreaLeft" fmla="*/ 0 w 9360"/>
                <a:gd name="textAreaRight" fmla="*/ 9720 w 9360"/>
                <a:gd name="textAreaTop" fmla="*/ 0 h 89640"/>
                <a:gd name="textAreaBottom" fmla="*/ 90000 h 89640"/>
              </a:gdLst>
              <a:ahLst/>
              <a:cxnLst/>
              <a:rect l="textAreaLeft" t="textAreaTop" r="textAreaRight" b="textAreaBottom"/>
              <a:pathLst>
                <a:path w="899" h="8233">
                  <a:moveTo>
                    <a:pt x="599" y="0"/>
                  </a:moveTo>
                  <a:lnTo>
                    <a:pt x="450" y="150"/>
                  </a:lnTo>
                  <a:lnTo>
                    <a:pt x="1" y="4041"/>
                  </a:lnTo>
                  <a:lnTo>
                    <a:pt x="1" y="5987"/>
                  </a:lnTo>
                  <a:lnTo>
                    <a:pt x="150" y="7933"/>
                  </a:lnTo>
                  <a:lnTo>
                    <a:pt x="300" y="8083"/>
                  </a:lnTo>
                  <a:lnTo>
                    <a:pt x="450" y="8232"/>
                  </a:lnTo>
                  <a:lnTo>
                    <a:pt x="599" y="8083"/>
                  </a:lnTo>
                  <a:lnTo>
                    <a:pt x="749" y="7933"/>
                  </a:lnTo>
                  <a:lnTo>
                    <a:pt x="899" y="5987"/>
                  </a:lnTo>
                  <a:lnTo>
                    <a:pt x="899" y="4041"/>
                  </a:lnTo>
                  <a:lnTo>
                    <a:pt x="899" y="2096"/>
                  </a:lnTo>
                  <a:lnTo>
                    <a:pt x="599" y="150"/>
                  </a:lnTo>
                  <a:lnTo>
                    <a:pt x="599" y="0"/>
                  </a:lnTo>
                  <a:close/>
                </a:path>
              </a:pathLst>
            </a:custGeom>
            <a:solidFill>
              <a:schemeClr val="dk1"/>
            </a:solidFill>
            <a:ln w="0">
              <a:noFill/>
            </a:ln>
          </p:spPr>
          <p:style>
            <a:lnRef idx="0"/>
            <a:fillRef idx="0"/>
            <a:effectRef idx="0"/>
            <a:fontRef idx="minor"/>
          </p:style>
          <p:txBody>
            <a:bodyPr tIns="45000" bIns="45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79" name="Google Shape;3018;p119"/>
            <p:cNvSpPr/>
            <p:nvPr/>
          </p:nvSpPr>
          <p:spPr>
            <a:xfrm>
              <a:off x="7644240" y="2068560"/>
              <a:ext cx="12600" cy="105840"/>
            </a:xfrm>
            <a:custGeom>
              <a:avLst/>
              <a:gdLst>
                <a:gd name="textAreaLeft" fmla="*/ 0 w 12600"/>
                <a:gd name="textAreaRight" fmla="*/ 12960 w 12600"/>
                <a:gd name="textAreaTop" fmla="*/ 0 h 105840"/>
                <a:gd name="textAreaBottom" fmla="*/ 106200 h 105840"/>
              </a:gdLst>
              <a:ahLst/>
              <a:cxnLst/>
              <a:rect l="textAreaLeft" t="textAreaTop" r="textAreaRight" b="textAreaBottom"/>
              <a:pathLst>
                <a:path w="1199" h="9730">
                  <a:moveTo>
                    <a:pt x="600" y="0"/>
                  </a:moveTo>
                  <a:lnTo>
                    <a:pt x="450" y="150"/>
                  </a:lnTo>
                  <a:lnTo>
                    <a:pt x="151" y="2245"/>
                  </a:lnTo>
                  <a:lnTo>
                    <a:pt x="1" y="4041"/>
                  </a:lnTo>
                  <a:lnTo>
                    <a:pt x="1" y="5987"/>
                  </a:lnTo>
                  <a:lnTo>
                    <a:pt x="151" y="7783"/>
                  </a:lnTo>
                  <a:lnTo>
                    <a:pt x="300" y="9580"/>
                  </a:lnTo>
                  <a:lnTo>
                    <a:pt x="450" y="9729"/>
                  </a:lnTo>
                  <a:lnTo>
                    <a:pt x="600" y="9729"/>
                  </a:lnTo>
                  <a:lnTo>
                    <a:pt x="749" y="9580"/>
                  </a:lnTo>
                  <a:lnTo>
                    <a:pt x="1049" y="7334"/>
                  </a:lnTo>
                  <a:lnTo>
                    <a:pt x="1198" y="4939"/>
                  </a:lnTo>
                  <a:lnTo>
                    <a:pt x="1049" y="2395"/>
                  </a:lnTo>
                  <a:lnTo>
                    <a:pt x="749" y="150"/>
                  </a:lnTo>
                  <a:lnTo>
                    <a:pt x="600" y="0"/>
                  </a:lnTo>
                  <a:close/>
                </a:path>
              </a:pathLst>
            </a:custGeom>
            <a:solidFill>
              <a:schemeClr val="dk1"/>
            </a:solidFill>
            <a:ln w="0">
              <a:noFill/>
            </a:ln>
          </p:spPr>
          <p:style>
            <a:lnRef idx="0"/>
            <a:fillRef idx="0"/>
            <a:effectRef idx="0"/>
            <a:fontRef idx="minor"/>
          </p:style>
          <p:txBody>
            <a:bodyPr tIns="52920" bIns="52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0" name="Google Shape;3019;p119"/>
            <p:cNvSpPr/>
            <p:nvPr/>
          </p:nvSpPr>
          <p:spPr>
            <a:xfrm>
              <a:off x="7680240" y="2073600"/>
              <a:ext cx="9360" cy="84600"/>
            </a:xfrm>
            <a:custGeom>
              <a:avLst/>
              <a:gdLst>
                <a:gd name="textAreaLeft" fmla="*/ 0 w 9360"/>
                <a:gd name="textAreaRight" fmla="*/ 9720 w 9360"/>
                <a:gd name="textAreaTop" fmla="*/ 0 h 84600"/>
                <a:gd name="textAreaBottom" fmla="*/ 84960 h 84600"/>
              </a:gdLst>
              <a:ahLst/>
              <a:cxnLst/>
              <a:rect l="textAreaLeft" t="textAreaTop" r="textAreaRight" b="textAreaBottom"/>
              <a:pathLst>
                <a:path w="899" h="7784">
                  <a:moveTo>
                    <a:pt x="300" y="0"/>
                  </a:moveTo>
                  <a:lnTo>
                    <a:pt x="150" y="1946"/>
                  </a:lnTo>
                  <a:lnTo>
                    <a:pt x="1" y="3742"/>
                  </a:lnTo>
                  <a:lnTo>
                    <a:pt x="1" y="5688"/>
                  </a:lnTo>
                  <a:lnTo>
                    <a:pt x="300" y="7484"/>
                  </a:lnTo>
                  <a:lnTo>
                    <a:pt x="300" y="7783"/>
                  </a:lnTo>
                  <a:lnTo>
                    <a:pt x="600" y="7783"/>
                  </a:lnTo>
                  <a:lnTo>
                    <a:pt x="749" y="7484"/>
                  </a:lnTo>
                  <a:lnTo>
                    <a:pt x="899" y="5688"/>
                  </a:lnTo>
                  <a:lnTo>
                    <a:pt x="899" y="3742"/>
                  </a:lnTo>
                  <a:lnTo>
                    <a:pt x="899" y="1946"/>
                  </a:lnTo>
                  <a:lnTo>
                    <a:pt x="600" y="0"/>
                  </a:lnTo>
                  <a:close/>
                </a:path>
              </a:pathLst>
            </a:custGeom>
            <a:solidFill>
              <a:schemeClr val="dk1"/>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1" name="Google Shape;3020;p119"/>
            <p:cNvSpPr/>
            <p:nvPr/>
          </p:nvSpPr>
          <p:spPr>
            <a:xfrm>
              <a:off x="7750440" y="2081880"/>
              <a:ext cx="9360" cy="71640"/>
            </a:xfrm>
            <a:custGeom>
              <a:avLst/>
              <a:gdLst>
                <a:gd name="textAreaLeft" fmla="*/ 0 w 9360"/>
                <a:gd name="textAreaRight" fmla="*/ 9720 w 9360"/>
                <a:gd name="textAreaTop" fmla="*/ 0 h 71640"/>
                <a:gd name="textAreaBottom" fmla="*/ 72000 h 71640"/>
              </a:gdLst>
              <a:ahLst/>
              <a:cxnLst/>
              <a:rect l="textAreaLeft" t="textAreaTop" r="textAreaRight" b="textAreaBottom"/>
              <a:pathLst>
                <a:path w="900" h="6587">
                  <a:moveTo>
                    <a:pt x="300" y="1"/>
                  </a:moveTo>
                  <a:lnTo>
                    <a:pt x="151" y="150"/>
                  </a:lnTo>
                  <a:lnTo>
                    <a:pt x="1" y="1647"/>
                  </a:lnTo>
                  <a:lnTo>
                    <a:pt x="1" y="3293"/>
                  </a:lnTo>
                  <a:lnTo>
                    <a:pt x="1" y="4940"/>
                  </a:lnTo>
                  <a:lnTo>
                    <a:pt x="300" y="6437"/>
                  </a:lnTo>
                  <a:lnTo>
                    <a:pt x="300" y="6586"/>
                  </a:lnTo>
                  <a:lnTo>
                    <a:pt x="600" y="6586"/>
                  </a:lnTo>
                  <a:lnTo>
                    <a:pt x="749" y="6437"/>
                  </a:lnTo>
                  <a:lnTo>
                    <a:pt x="749" y="5838"/>
                  </a:lnTo>
                  <a:lnTo>
                    <a:pt x="899" y="4491"/>
                  </a:lnTo>
                  <a:lnTo>
                    <a:pt x="899" y="2994"/>
                  </a:lnTo>
                  <a:lnTo>
                    <a:pt x="749" y="1497"/>
                  </a:lnTo>
                  <a:lnTo>
                    <a:pt x="600" y="150"/>
                  </a:lnTo>
                  <a:lnTo>
                    <a:pt x="450" y="1"/>
                  </a:lnTo>
                  <a:close/>
                </a:path>
              </a:pathLst>
            </a:custGeom>
            <a:solidFill>
              <a:schemeClr val="dk1"/>
            </a:solidFill>
            <a:ln w="0">
              <a:noFill/>
            </a:ln>
          </p:spPr>
          <p:style>
            <a:lnRef idx="0"/>
            <a:fillRef idx="0"/>
            <a:effectRef idx="0"/>
            <a:fontRef idx="minor"/>
          </p:style>
          <p:txBody>
            <a:bodyPr tIns="36000" bIns="36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2" name="Google Shape;3021;p119"/>
            <p:cNvSpPr/>
            <p:nvPr/>
          </p:nvSpPr>
          <p:spPr>
            <a:xfrm>
              <a:off x="7716240" y="2078640"/>
              <a:ext cx="9360" cy="74880"/>
            </a:xfrm>
            <a:custGeom>
              <a:avLst/>
              <a:gdLst>
                <a:gd name="textAreaLeft" fmla="*/ 0 w 9360"/>
                <a:gd name="textAreaRight" fmla="*/ 9720 w 9360"/>
                <a:gd name="textAreaTop" fmla="*/ 0 h 74880"/>
                <a:gd name="textAreaBottom" fmla="*/ 75240 h 74880"/>
              </a:gdLst>
              <a:ahLst/>
              <a:cxnLst/>
              <a:rect l="textAreaLeft" t="textAreaTop" r="textAreaRight" b="textAreaBottom"/>
              <a:pathLst>
                <a:path w="899" h="6886">
                  <a:moveTo>
                    <a:pt x="300" y="0"/>
                  </a:moveTo>
                  <a:lnTo>
                    <a:pt x="300" y="150"/>
                  </a:lnTo>
                  <a:lnTo>
                    <a:pt x="1" y="1647"/>
                  </a:lnTo>
                  <a:lnTo>
                    <a:pt x="1" y="3293"/>
                  </a:lnTo>
                  <a:lnTo>
                    <a:pt x="1" y="4940"/>
                  </a:lnTo>
                  <a:lnTo>
                    <a:pt x="150" y="6586"/>
                  </a:lnTo>
                  <a:lnTo>
                    <a:pt x="300" y="6736"/>
                  </a:lnTo>
                  <a:lnTo>
                    <a:pt x="450" y="6885"/>
                  </a:lnTo>
                  <a:lnTo>
                    <a:pt x="599" y="6736"/>
                  </a:lnTo>
                  <a:lnTo>
                    <a:pt x="599" y="6586"/>
                  </a:lnTo>
                  <a:lnTo>
                    <a:pt x="899" y="4940"/>
                  </a:lnTo>
                  <a:lnTo>
                    <a:pt x="899" y="3293"/>
                  </a:lnTo>
                  <a:lnTo>
                    <a:pt x="749" y="1647"/>
                  </a:lnTo>
                  <a:lnTo>
                    <a:pt x="599" y="150"/>
                  </a:lnTo>
                  <a:lnTo>
                    <a:pt x="450" y="0"/>
                  </a:lnTo>
                  <a:close/>
                </a:path>
              </a:pathLst>
            </a:custGeom>
            <a:solidFill>
              <a:schemeClr val="dk1"/>
            </a:solidFill>
            <a:ln w="0">
              <a:noFill/>
            </a:ln>
          </p:spPr>
          <p:style>
            <a:lnRef idx="0"/>
            <a:fillRef idx="0"/>
            <a:effectRef idx="0"/>
            <a:fontRef idx="minor"/>
          </p:style>
          <p:txBody>
            <a:bodyPr tIns="37440" bIns="37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3" name="Google Shape;3022;p119"/>
            <p:cNvSpPr/>
            <p:nvPr/>
          </p:nvSpPr>
          <p:spPr>
            <a:xfrm>
              <a:off x="7786440" y="2086560"/>
              <a:ext cx="9360" cy="65160"/>
            </a:xfrm>
            <a:custGeom>
              <a:avLst/>
              <a:gdLst>
                <a:gd name="textAreaLeft" fmla="*/ 0 w 9360"/>
                <a:gd name="textAreaRight" fmla="*/ 9720 w 9360"/>
                <a:gd name="textAreaTop" fmla="*/ 0 h 65160"/>
                <a:gd name="textAreaBottom" fmla="*/ 65520 h 65160"/>
              </a:gdLst>
              <a:ahLst/>
              <a:cxnLst/>
              <a:rect l="textAreaLeft" t="textAreaTop" r="textAreaRight" b="textAreaBottom"/>
              <a:pathLst>
                <a:path w="899" h="5988">
                  <a:moveTo>
                    <a:pt x="450" y="1"/>
                  </a:moveTo>
                  <a:lnTo>
                    <a:pt x="300" y="150"/>
                  </a:lnTo>
                  <a:lnTo>
                    <a:pt x="1" y="1497"/>
                  </a:lnTo>
                  <a:lnTo>
                    <a:pt x="1" y="2994"/>
                  </a:lnTo>
                  <a:lnTo>
                    <a:pt x="1" y="4491"/>
                  </a:lnTo>
                  <a:lnTo>
                    <a:pt x="151" y="5838"/>
                  </a:lnTo>
                  <a:lnTo>
                    <a:pt x="300" y="5988"/>
                  </a:lnTo>
                  <a:lnTo>
                    <a:pt x="600" y="5988"/>
                  </a:lnTo>
                  <a:lnTo>
                    <a:pt x="600" y="5838"/>
                  </a:lnTo>
                  <a:lnTo>
                    <a:pt x="899" y="4491"/>
                  </a:lnTo>
                  <a:lnTo>
                    <a:pt x="899" y="2994"/>
                  </a:lnTo>
                  <a:lnTo>
                    <a:pt x="749" y="1497"/>
                  </a:lnTo>
                  <a:lnTo>
                    <a:pt x="600" y="150"/>
                  </a:lnTo>
                  <a:lnTo>
                    <a:pt x="450" y="1"/>
                  </a:lnTo>
                  <a:close/>
                </a:path>
              </a:pathLst>
            </a:custGeom>
            <a:solidFill>
              <a:schemeClr val="dk1"/>
            </a:solidFill>
            <a:ln w="0">
              <a:noFill/>
            </a:ln>
          </p:spPr>
          <p:style>
            <a:lnRef idx="0"/>
            <a:fillRef idx="0"/>
            <a:effectRef idx="0"/>
            <a:fontRef idx="minor"/>
          </p:style>
          <p:txBody>
            <a:bodyPr tIns="32760" bIns="32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4" name="Google Shape;3023;p119"/>
            <p:cNvSpPr/>
            <p:nvPr/>
          </p:nvSpPr>
          <p:spPr>
            <a:xfrm>
              <a:off x="7821000" y="2093040"/>
              <a:ext cx="11160" cy="58680"/>
            </a:xfrm>
            <a:custGeom>
              <a:avLst/>
              <a:gdLst>
                <a:gd name="textAreaLeft" fmla="*/ 0 w 11160"/>
                <a:gd name="textAreaRight" fmla="*/ 11520 w 11160"/>
                <a:gd name="textAreaTop" fmla="*/ 0 h 58680"/>
                <a:gd name="textAreaBottom" fmla="*/ 59040 h 58680"/>
              </a:gdLst>
              <a:ahLst/>
              <a:cxnLst/>
              <a:rect l="textAreaLeft" t="textAreaTop" r="textAreaRight" b="textAreaBottom"/>
              <a:pathLst>
                <a:path w="1048" h="5389">
                  <a:moveTo>
                    <a:pt x="300" y="0"/>
                  </a:moveTo>
                  <a:lnTo>
                    <a:pt x="300" y="150"/>
                  </a:lnTo>
                  <a:lnTo>
                    <a:pt x="0" y="1347"/>
                  </a:lnTo>
                  <a:lnTo>
                    <a:pt x="0" y="2694"/>
                  </a:lnTo>
                  <a:lnTo>
                    <a:pt x="0" y="3892"/>
                  </a:lnTo>
                  <a:lnTo>
                    <a:pt x="300" y="5089"/>
                  </a:lnTo>
                  <a:lnTo>
                    <a:pt x="300" y="5239"/>
                  </a:lnTo>
                  <a:lnTo>
                    <a:pt x="449" y="5389"/>
                  </a:lnTo>
                  <a:lnTo>
                    <a:pt x="599" y="5239"/>
                  </a:lnTo>
                  <a:lnTo>
                    <a:pt x="749" y="5089"/>
                  </a:lnTo>
                  <a:lnTo>
                    <a:pt x="898" y="3892"/>
                  </a:lnTo>
                  <a:lnTo>
                    <a:pt x="1048" y="2694"/>
                  </a:lnTo>
                  <a:lnTo>
                    <a:pt x="898" y="1347"/>
                  </a:lnTo>
                  <a:lnTo>
                    <a:pt x="599" y="150"/>
                  </a:lnTo>
                  <a:lnTo>
                    <a:pt x="599" y="0"/>
                  </a:lnTo>
                  <a:close/>
                </a:path>
              </a:pathLst>
            </a:custGeom>
            <a:solidFill>
              <a:schemeClr val="dk1"/>
            </a:solidFill>
            <a:ln w="0">
              <a:noFill/>
            </a:ln>
          </p:spPr>
          <p:style>
            <a:lnRef idx="0"/>
            <a:fillRef idx="0"/>
            <a:effectRef idx="0"/>
            <a:fontRef idx="minor"/>
          </p:style>
          <p:txBody>
            <a:bodyPr tIns="29520" bIns="29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5" name="Google Shape;3024;p119"/>
            <p:cNvSpPr/>
            <p:nvPr/>
          </p:nvSpPr>
          <p:spPr>
            <a:xfrm>
              <a:off x="7857000" y="2096640"/>
              <a:ext cx="9360" cy="61920"/>
            </a:xfrm>
            <a:custGeom>
              <a:avLst/>
              <a:gdLst>
                <a:gd name="textAreaLeft" fmla="*/ 0 w 9360"/>
                <a:gd name="textAreaRight" fmla="*/ 9720 w 9360"/>
                <a:gd name="textAreaTop" fmla="*/ 0 h 61920"/>
                <a:gd name="textAreaBottom" fmla="*/ 62280 h 61920"/>
              </a:gdLst>
              <a:ahLst/>
              <a:cxnLst/>
              <a:rect l="textAreaLeft" t="textAreaTop" r="textAreaRight" b="textAreaBottom"/>
              <a:pathLst>
                <a:path w="899" h="5689">
                  <a:moveTo>
                    <a:pt x="449" y="1"/>
                  </a:moveTo>
                  <a:lnTo>
                    <a:pt x="150" y="150"/>
                  </a:lnTo>
                  <a:lnTo>
                    <a:pt x="0" y="1497"/>
                  </a:lnTo>
                  <a:lnTo>
                    <a:pt x="0" y="2994"/>
                  </a:lnTo>
                  <a:lnTo>
                    <a:pt x="0" y="4341"/>
                  </a:lnTo>
                  <a:lnTo>
                    <a:pt x="150" y="4940"/>
                  </a:lnTo>
                  <a:lnTo>
                    <a:pt x="299" y="5539"/>
                  </a:lnTo>
                  <a:lnTo>
                    <a:pt x="449" y="5688"/>
                  </a:lnTo>
                  <a:lnTo>
                    <a:pt x="599" y="5539"/>
                  </a:lnTo>
                  <a:lnTo>
                    <a:pt x="748" y="4940"/>
                  </a:lnTo>
                  <a:lnTo>
                    <a:pt x="898" y="4341"/>
                  </a:lnTo>
                  <a:lnTo>
                    <a:pt x="898" y="2994"/>
                  </a:lnTo>
                  <a:lnTo>
                    <a:pt x="748" y="1497"/>
                  </a:lnTo>
                  <a:lnTo>
                    <a:pt x="599" y="150"/>
                  </a:lnTo>
                  <a:lnTo>
                    <a:pt x="449" y="1"/>
                  </a:lnTo>
                  <a:close/>
                </a:path>
              </a:pathLst>
            </a:custGeom>
            <a:solidFill>
              <a:schemeClr val="dk1"/>
            </a:solidFill>
            <a:ln w="0">
              <a:noFill/>
            </a:ln>
          </p:spPr>
          <p:style>
            <a:lnRef idx="0"/>
            <a:fillRef idx="0"/>
            <a:effectRef idx="0"/>
            <a:fontRef idx="minor"/>
          </p:style>
          <p:txBody>
            <a:bodyPr tIns="30960" bIns="30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6" name="Google Shape;3025;p119"/>
            <p:cNvSpPr/>
            <p:nvPr/>
          </p:nvSpPr>
          <p:spPr>
            <a:xfrm>
              <a:off x="7891200" y="2103120"/>
              <a:ext cx="9360" cy="56880"/>
            </a:xfrm>
            <a:custGeom>
              <a:avLst/>
              <a:gdLst>
                <a:gd name="textAreaLeft" fmla="*/ 0 w 9360"/>
                <a:gd name="textAreaRight" fmla="*/ 9720 w 9360"/>
                <a:gd name="textAreaTop" fmla="*/ 0 h 56880"/>
                <a:gd name="textAreaBottom" fmla="*/ 57240 h 56880"/>
              </a:gdLst>
              <a:ahLst/>
              <a:cxnLst/>
              <a:rect l="textAreaLeft" t="textAreaTop" r="textAreaRight" b="textAreaBottom"/>
              <a:pathLst>
                <a:path w="899" h="5240">
                  <a:moveTo>
                    <a:pt x="300" y="0"/>
                  </a:moveTo>
                  <a:lnTo>
                    <a:pt x="300" y="150"/>
                  </a:lnTo>
                  <a:lnTo>
                    <a:pt x="150" y="1347"/>
                  </a:lnTo>
                  <a:lnTo>
                    <a:pt x="0" y="2844"/>
                  </a:lnTo>
                  <a:lnTo>
                    <a:pt x="150" y="4042"/>
                  </a:lnTo>
                  <a:lnTo>
                    <a:pt x="150" y="4640"/>
                  </a:lnTo>
                  <a:lnTo>
                    <a:pt x="449" y="5239"/>
                  </a:lnTo>
                  <a:lnTo>
                    <a:pt x="599" y="5239"/>
                  </a:lnTo>
                  <a:lnTo>
                    <a:pt x="898" y="4640"/>
                  </a:lnTo>
                  <a:lnTo>
                    <a:pt x="898" y="4042"/>
                  </a:lnTo>
                  <a:lnTo>
                    <a:pt x="898" y="2844"/>
                  </a:lnTo>
                  <a:lnTo>
                    <a:pt x="898" y="1347"/>
                  </a:lnTo>
                  <a:lnTo>
                    <a:pt x="599" y="150"/>
                  </a:lnTo>
                  <a:lnTo>
                    <a:pt x="599" y="0"/>
                  </a:lnTo>
                  <a:close/>
                </a:path>
              </a:pathLst>
            </a:custGeom>
            <a:solidFill>
              <a:schemeClr val="dk1"/>
            </a:solidFill>
            <a:ln w="0">
              <a:noFill/>
            </a:ln>
          </p:spPr>
          <p:style>
            <a:lnRef idx="0"/>
            <a:fillRef idx="0"/>
            <a:effectRef idx="0"/>
            <a:fontRef idx="minor"/>
          </p:style>
          <p:txBody>
            <a:bodyPr tIns="28440" bIns="28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7" name="Google Shape;3026;p119"/>
            <p:cNvSpPr/>
            <p:nvPr/>
          </p:nvSpPr>
          <p:spPr>
            <a:xfrm>
              <a:off x="7925400" y="2103120"/>
              <a:ext cx="12600" cy="58680"/>
            </a:xfrm>
            <a:custGeom>
              <a:avLst/>
              <a:gdLst>
                <a:gd name="textAreaLeft" fmla="*/ 0 w 12600"/>
                <a:gd name="textAreaRight" fmla="*/ 12960 w 12600"/>
                <a:gd name="textAreaTop" fmla="*/ 0 h 58680"/>
                <a:gd name="textAreaBottom" fmla="*/ 59040 h 58680"/>
              </a:gdLst>
              <a:ahLst/>
              <a:cxnLst/>
              <a:rect l="textAreaLeft" t="textAreaTop" r="textAreaRight" b="textAreaBottom"/>
              <a:pathLst>
                <a:path w="1198" h="5389">
                  <a:moveTo>
                    <a:pt x="450" y="0"/>
                  </a:moveTo>
                  <a:lnTo>
                    <a:pt x="450" y="150"/>
                  </a:lnTo>
                  <a:lnTo>
                    <a:pt x="150" y="1347"/>
                  </a:lnTo>
                  <a:lnTo>
                    <a:pt x="1" y="2695"/>
                  </a:lnTo>
                  <a:lnTo>
                    <a:pt x="150" y="4042"/>
                  </a:lnTo>
                  <a:lnTo>
                    <a:pt x="150" y="4790"/>
                  </a:lnTo>
                  <a:lnTo>
                    <a:pt x="450" y="5389"/>
                  </a:lnTo>
                  <a:lnTo>
                    <a:pt x="749" y="5389"/>
                  </a:lnTo>
                  <a:lnTo>
                    <a:pt x="1048" y="4790"/>
                  </a:lnTo>
                  <a:lnTo>
                    <a:pt x="1198" y="4042"/>
                  </a:lnTo>
                  <a:lnTo>
                    <a:pt x="1198" y="2695"/>
                  </a:lnTo>
                  <a:lnTo>
                    <a:pt x="1048" y="1347"/>
                  </a:lnTo>
                  <a:lnTo>
                    <a:pt x="749" y="150"/>
                  </a:lnTo>
                  <a:lnTo>
                    <a:pt x="749" y="0"/>
                  </a:lnTo>
                  <a:close/>
                </a:path>
              </a:pathLst>
            </a:custGeom>
            <a:solidFill>
              <a:schemeClr val="dk1"/>
            </a:solidFill>
            <a:ln w="0">
              <a:noFill/>
            </a:ln>
          </p:spPr>
          <p:style>
            <a:lnRef idx="0"/>
            <a:fillRef idx="0"/>
            <a:effectRef idx="0"/>
            <a:fontRef idx="minor"/>
          </p:style>
          <p:txBody>
            <a:bodyPr tIns="29520" bIns="29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8" name="Google Shape;3027;p119"/>
            <p:cNvSpPr/>
            <p:nvPr/>
          </p:nvSpPr>
          <p:spPr>
            <a:xfrm>
              <a:off x="7961400" y="2111040"/>
              <a:ext cx="11160" cy="58680"/>
            </a:xfrm>
            <a:custGeom>
              <a:avLst/>
              <a:gdLst>
                <a:gd name="textAreaLeft" fmla="*/ 0 w 11160"/>
                <a:gd name="textAreaRight" fmla="*/ 11520 w 11160"/>
                <a:gd name="textAreaTop" fmla="*/ 0 h 58680"/>
                <a:gd name="textAreaBottom" fmla="*/ 59040 h 58680"/>
              </a:gdLst>
              <a:ahLst/>
              <a:cxnLst/>
              <a:rect l="textAreaLeft" t="textAreaTop" r="textAreaRight" b="textAreaBottom"/>
              <a:pathLst>
                <a:path w="1049" h="5390">
                  <a:moveTo>
                    <a:pt x="599" y="1"/>
                  </a:moveTo>
                  <a:lnTo>
                    <a:pt x="450" y="150"/>
                  </a:lnTo>
                  <a:lnTo>
                    <a:pt x="150" y="1348"/>
                  </a:lnTo>
                  <a:lnTo>
                    <a:pt x="0" y="2695"/>
                  </a:lnTo>
                  <a:lnTo>
                    <a:pt x="150" y="4042"/>
                  </a:lnTo>
                  <a:lnTo>
                    <a:pt x="300" y="5239"/>
                  </a:lnTo>
                  <a:lnTo>
                    <a:pt x="599" y="5389"/>
                  </a:lnTo>
                  <a:lnTo>
                    <a:pt x="749" y="5239"/>
                  </a:lnTo>
                  <a:lnTo>
                    <a:pt x="1048" y="4042"/>
                  </a:lnTo>
                  <a:lnTo>
                    <a:pt x="1048" y="2695"/>
                  </a:lnTo>
                  <a:lnTo>
                    <a:pt x="899" y="1348"/>
                  </a:lnTo>
                  <a:lnTo>
                    <a:pt x="749" y="150"/>
                  </a:lnTo>
                  <a:lnTo>
                    <a:pt x="599" y="1"/>
                  </a:lnTo>
                  <a:close/>
                </a:path>
              </a:pathLst>
            </a:custGeom>
            <a:solidFill>
              <a:schemeClr val="dk1"/>
            </a:solidFill>
            <a:ln w="0">
              <a:noFill/>
            </a:ln>
          </p:spPr>
          <p:style>
            <a:lnRef idx="0"/>
            <a:fillRef idx="0"/>
            <a:effectRef idx="0"/>
            <a:fontRef idx="minor"/>
          </p:style>
          <p:txBody>
            <a:bodyPr tIns="29520" bIns="29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9" name="Google Shape;3028;p119"/>
            <p:cNvSpPr/>
            <p:nvPr/>
          </p:nvSpPr>
          <p:spPr>
            <a:xfrm>
              <a:off x="7997400" y="2116080"/>
              <a:ext cx="9360" cy="47160"/>
            </a:xfrm>
            <a:custGeom>
              <a:avLst/>
              <a:gdLst>
                <a:gd name="textAreaLeft" fmla="*/ 0 w 9360"/>
                <a:gd name="textAreaRight" fmla="*/ 9720 w 9360"/>
                <a:gd name="textAreaTop" fmla="*/ 0 h 47160"/>
                <a:gd name="textAreaBottom" fmla="*/ 47520 h 47160"/>
              </a:gdLst>
              <a:ahLst/>
              <a:cxnLst/>
              <a:rect l="textAreaLeft" t="textAreaTop" r="textAreaRight" b="textAreaBottom"/>
              <a:pathLst>
                <a:path w="899" h="4342">
                  <a:moveTo>
                    <a:pt x="300" y="1"/>
                  </a:moveTo>
                  <a:lnTo>
                    <a:pt x="0" y="1049"/>
                  </a:lnTo>
                  <a:lnTo>
                    <a:pt x="0" y="2096"/>
                  </a:lnTo>
                  <a:lnTo>
                    <a:pt x="0" y="3144"/>
                  </a:lnTo>
                  <a:lnTo>
                    <a:pt x="150" y="3743"/>
                  </a:lnTo>
                  <a:lnTo>
                    <a:pt x="300" y="4192"/>
                  </a:lnTo>
                  <a:lnTo>
                    <a:pt x="449" y="4341"/>
                  </a:lnTo>
                  <a:lnTo>
                    <a:pt x="749" y="4192"/>
                  </a:lnTo>
                  <a:lnTo>
                    <a:pt x="898" y="3743"/>
                  </a:lnTo>
                  <a:lnTo>
                    <a:pt x="898" y="3144"/>
                  </a:lnTo>
                  <a:lnTo>
                    <a:pt x="898" y="2096"/>
                  </a:lnTo>
                  <a:lnTo>
                    <a:pt x="898" y="1049"/>
                  </a:lnTo>
                  <a:lnTo>
                    <a:pt x="599" y="1"/>
                  </a:lnTo>
                  <a:close/>
                </a:path>
              </a:pathLst>
            </a:custGeom>
            <a:solidFill>
              <a:schemeClr val="dk1"/>
            </a:solidFill>
            <a:ln w="0">
              <a:noFill/>
            </a:ln>
          </p:spPr>
          <p:style>
            <a:lnRef idx="0"/>
            <a:fillRef idx="0"/>
            <a:effectRef idx="0"/>
            <a:fontRef idx="minor"/>
          </p:style>
          <p:txBody>
            <a:bodyPr tIns="23760" bIns="23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90" name="Google Shape;3029;p119"/>
            <p:cNvSpPr/>
            <p:nvPr/>
          </p:nvSpPr>
          <p:spPr>
            <a:xfrm>
              <a:off x="8033400" y="2119320"/>
              <a:ext cx="9360" cy="35640"/>
            </a:xfrm>
            <a:custGeom>
              <a:avLst/>
              <a:gdLst>
                <a:gd name="textAreaLeft" fmla="*/ 0 w 9360"/>
                <a:gd name="textAreaRight" fmla="*/ 9720 w 9360"/>
                <a:gd name="textAreaTop" fmla="*/ 0 h 35640"/>
                <a:gd name="textAreaBottom" fmla="*/ 36000 h 35640"/>
              </a:gdLst>
              <a:ahLst/>
              <a:cxnLst/>
              <a:rect l="textAreaLeft" t="textAreaTop" r="textAreaRight" b="textAreaBottom"/>
              <a:pathLst>
                <a:path w="899" h="3294">
                  <a:moveTo>
                    <a:pt x="449" y="0"/>
                  </a:moveTo>
                  <a:lnTo>
                    <a:pt x="300" y="150"/>
                  </a:lnTo>
                  <a:lnTo>
                    <a:pt x="0" y="1647"/>
                  </a:lnTo>
                  <a:lnTo>
                    <a:pt x="0" y="2395"/>
                  </a:lnTo>
                  <a:lnTo>
                    <a:pt x="150" y="3143"/>
                  </a:lnTo>
                  <a:lnTo>
                    <a:pt x="300" y="3293"/>
                  </a:lnTo>
                  <a:lnTo>
                    <a:pt x="599" y="3293"/>
                  </a:lnTo>
                  <a:lnTo>
                    <a:pt x="749" y="3143"/>
                  </a:lnTo>
                  <a:lnTo>
                    <a:pt x="898" y="2395"/>
                  </a:lnTo>
                  <a:lnTo>
                    <a:pt x="749" y="1647"/>
                  </a:lnTo>
                  <a:lnTo>
                    <a:pt x="599" y="150"/>
                  </a:lnTo>
                  <a:lnTo>
                    <a:pt x="449" y="0"/>
                  </a:lnTo>
                  <a:close/>
                </a:path>
              </a:pathLst>
            </a:custGeom>
            <a:solidFill>
              <a:schemeClr val="dk1"/>
            </a:solidFill>
            <a:ln w="0">
              <a:noFill/>
            </a:ln>
          </p:spPr>
          <p:style>
            <a:lnRef idx="0"/>
            <a:fillRef idx="0"/>
            <a:effectRef idx="0"/>
            <a:fontRef idx="minor"/>
          </p:style>
          <p:txBody>
            <a:bodyPr tIns="18000" bIns="18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91" name="Google Shape;3030;p119"/>
            <p:cNvSpPr/>
            <p:nvPr/>
          </p:nvSpPr>
          <p:spPr>
            <a:xfrm>
              <a:off x="8067960" y="2122560"/>
              <a:ext cx="9360" cy="29160"/>
            </a:xfrm>
            <a:custGeom>
              <a:avLst/>
              <a:gdLst>
                <a:gd name="textAreaLeft" fmla="*/ 0 w 9360"/>
                <a:gd name="textAreaRight" fmla="*/ 9720 w 9360"/>
                <a:gd name="textAreaTop" fmla="*/ 0 h 29160"/>
                <a:gd name="textAreaBottom" fmla="*/ 29520 h 29160"/>
              </a:gdLst>
              <a:ahLst/>
              <a:cxnLst/>
              <a:rect l="textAreaLeft" t="textAreaTop" r="textAreaRight" b="textAreaBottom"/>
              <a:pathLst>
                <a:path w="899" h="2695">
                  <a:moveTo>
                    <a:pt x="300" y="0"/>
                  </a:moveTo>
                  <a:lnTo>
                    <a:pt x="150" y="599"/>
                  </a:lnTo>
                  <a:lnTo>
                    <a:pt x="1" y="1348"/>
                  </a:lnTo>
                  <a:lnTo>
                    <a:pt x="150" y="1946"/>
                  </a:lnTo>
                  <a:lnTo>
                    <a:pt x="300" y="2545"/>
                  </a:lnTo>
                  <a:lnTo>
                    <a:pt x="300" y="2695"/>
                  </a:lnTo>
                  <a:lnTo>
                    <a:pt x="599" y="2695"/>
                  </a:lnTo>
                  <a:lnTo>
                    <a:pt x="749" y="2545"/>
                  </a:lnTo>
                  <a:lnTo>
                    <a:pt x="899" y="1946"/>
                  </a:lnTo>
                  <a:lnTo>
                    <a:pt x="899" y="1348"/>
                  </a:lnTo>
                  <a:lnTo>
                    <a:pt x="899" y="599"/>
                  </a:lnTo>
                  <a:lnTo>
                    <a:pt x="599" y="0"/>
                  </a:lnTo>
                  <a:close/>
                </a:path>
              </a:pathLst>
            </a:custGeom>
            <a:solidFill>
              <a:schemeClr val="dk1"/>
            </a:solidFill>
            <a:ln w="0">
              <a:noFill/>
            </a:ln>
          </p:spPr>
          <p:style>
            <a:lnRef idx="0"/>
            <a:fillRef idx="0"/>
            <a:effectRef idx="0"/>
            <a:fontRef idx="minor"/>
          </p:style>
          <p:txBody>
            <a:bodyPr tIns="14760" bIns="14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92" name="Google Shape;3031;p119"/>
            <p:cNvSpPr/>
            <p:nvPr/>
          </p:nvSpPr>
          <p:spPr>
            <a:xfrm>
              <a:off x="8103600" y="2129040"/>
              <a:ext cx="9360" cy="29160"/>
            </a:xfrm>
            <a:custGeom>
              <a:avLst/>
              <a:gdLst>
                <a:gd name="textAreaLeft" fmla="*/ 0 w 9360"/>
                <a:gd name="textAreaRight" fmla="*/ 9720 w 9360"/>
                <a:gd name="textAreaTop" fmla="*/ 0 h 29160"/>
                <a:gd name="textAreaBottom" fmla="*/ 29520 h 29160"/>
              </a:gdLst>
              <a:ahLst/>
              <a:cxnLst/>
              <a:rect l="textAreaLeft" t="textAreaTop" r="textAreaRight" b="textAreaBottom"/>
              <a:pathLst>
                <a:path w="899" h="2695">
                  <a:moveTo>
                    <a:pt x="300" y="0"/>
                  </a:moveTo>
                  <a:lnTo>
                    <a:pt x="150" y="599"/>
                  </a:lnTo>
                  <a:lnTo>
                    <a:pt x="1" y="1347"/>
                  </a:lnTo>
                  <a:lnTo>
                    <a:pt x="1" y="2096"/>
                  </a:lnTo>
                  <a:lnTo>
                    <a:pt x="150" y="2395"/>
                  </a:lnTo>
                  <a:lnTo>
                    <a:pt x="300" y="2545"/>
                  </a:lnTo>
                  <a:lnTo>
                    <a:pt x="450" y="2694"/>
                  </a:lnTo>
                  <a:lnTo>
                    <a:pt x="599" y="2545"/>
                  </a:lnTo>
                  <a:lnTo>
                    <a:pt x="749" y="2395"/>
                  </a:lnTo>
                  <a:lnTo>
                    <a:pt x="899" y="2096"/>
                  </a:lnTo>
                  <a:lnTo>
                    <a:pt x="899" y="1347"/>
                  </a:lnTo>
                  <a:lnTo>
                    <a:pt x="599" y="0"/>
                  </a:lnTo>
                  <a:close/>
                </a:path>
              </a:pathLst>
            </a:custGeom>
            <a:solidFill>
              <a:schemeClr val="dk1"/>
            </a:solidFill>
            <a:ln w="0">
              <a:noFill/>
            </a:ln>
          </p:spPr>
          <p:style>
            <a:lnRef idx="0"/>
            <a:fillRef idx="0"/>
            <a:effectRef idx="0"/>
            <a:fontRef idx="minor"/>
          </p:style>
          <p:txBody>
            <a:bodyPr tIns="14760" bIns="14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93" name="Google Shape;3032;p119"/>
            <p:cNvSpPr/>
            <p:nvPr/>
          </p:nvSpPr>
          <p:spPr>
            <a:xfrm>
              <a:off x="8139600" y="2130840"/>
              <a:ext cx="7920" cy="25920"/>
            </a:xfrm>
            <a:custGeom>
              <a:avLst/>
              <a:gdLst>
                <a:gd name="textAreaLeft" fmla="*/ 0 w 7920"/>
                <a:gd name="textAreaRight" fmla="*/ 8280 w 7920"/>
                <a:gd name="textAreaTop" fmla="*/ 0 h 25920"/>
                <a:gd name="textAreaBottom" fmla="*/ 26280 h 25920"/>
              </a:gdLst>
              <a:ahLst/>
              <a:cxnLst/>
              <a:rect l="textAreaLeft" t="textAreaTop" r="textAreaRight" b="textAreaBottom"/>
              <a:pathLst>
                <a:path w="749" h="2396">
                  <a:moveTo>
                    <a:pt x="300" y="1"/>
                  </a:moveTo>
                  <a:lnTo>
                    <a:pt x="150" y="151"/>
                  </a:lnTo>
                  <a:lnTo>
                    <a:pt x="0" y="1198"/>
                  </a:lnTo>
                  <a:lnTo>
                    <a:pt x="150" y="2246"/>
                  </a:lnTo>
                  <a:lnTo>
                    <a:pt x="150" y="2396"/>
                  </a:lnTo>
                  <a:lnTo>
                    <a:pt x="449" y="2396"/>
                  </a:lnTo>
                  <a:lnTo>
                    <a:pt x="599" y="2246"/>
                  </a:lnTo>
                  <a:lnTo>
                    <a:pt x="749" y="1198"/>
                  </a:lnTo>
                  <a:lnTo>
                    <a:pt x="599" y="151"/>
                  </a:lnTo>
                  <a:lnTo>
                    <a:pt x="449" y="1"/>
                  </a:lnTo>
                  <a:close/>
                </a:path>
              </a:pathLst>
            </a:custGeom>
            <a:solidFill>
              <a:schemeClr val="dk1"/>
            </a:solidFill>
            <a:ln w="0">
              <a:noFill/>
            </a:ln>
          </p:spPr>
          <p:style>
            <a:lnRef idx="0"/>
            <a:fillRef idx="0"/>
            <a:effectRef idx="0"/>
            <a:fontRef idx="minor"/>
          </p:style>
          <p:txBody>
            <a:bodyPr tIns="12960" bIns="12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pic>
        <p:nvPicPr>
          <p:cNvPr id="494" name="Google Shape;3033;p119" descr=""/>
          <p:cNvPicPr/>
          <p:nvPr/>
        </p:nvPicPr>
        <p:blipFill>
          <a:blip r:embed="rId1">
            <a:alphaModFix amt="41000"/>
          </a:blip>
          <a:srcRect l="0" t="0" r="58275" b="0"/>
          <a:stretch/>
        </p:blipFill>
        <p:spPr>
          <a:xfrm>
            <a:off x="3672360" y="-1917720"/>
            <a:ext cx="2614320" cy="405864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
  <a:themeElements>
    <a:clrScheme name="Simple Light">
      <a:dk1>
        <a:srgbClr val="553410"/>
      </a:dk1>
      <a:lt1>
        <a:srgbClr val="c69c6d"/>
      </a:lt1>
      <a:dk2>
        <a:srgbClr val="d0c4b4"/>
      </a:dk2>
      <a:lt2>
        <a:srgbClr val="b9a289"/>
      </a:lt2>
      <a:accent1>
        <a:srgbClr val="382006"/>
      </a:accent1>
      <a:accent2>
        <a:srgbClr val="ffffff"/>
      </a:accent2>
      <a:accent3>
        <a:srgbClr val="ffffff"/>
      </a:accent3>
      <a:accent4>
        <a:srgbClr val="ffffff"/>
      </a:accent4>
      <a:accent5>
        <a:srgbClr val="ffffff"/>
      </a:accent5>
      <a:accent6>
        <a:srgbClr val="ffffff"/>
      </a:accent6>
      <a:hlink>
        <a:srgbClr val="38200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LibreOffice/25.8.1.1$Linux_X86_64 LibreOffice_project/580$Build-1</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2026-08-11T11:57:39Z</dcterms:created>
  <dc:creator>Slidesgo AI</dc:creator>
  <dc:description/>
  <dc:language>en-US</dc:language>
  <cp:lastModifiedBy>Unknown Creator</cp:lastModifiedBy>
  <dcterms:modified xsi:type="dcterms:W3CDTF">2026-08-11T11:57:39Z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10</vt:r8>
  </property>
  <property fmtid="{D5CDD505-2E9C-101B-9397-08002B2CF9AE}" pid="3" name="SlidesgoGeneratedBy">
    <vt:lpwstr>slidesgo-ai</vt:lpwstr>
  </property>
  <property fmtid="{D5CDD505-2E9C-101B-9397-08002B2CF9AE}" pid="4" name="SlidesgoPresentationUuid">
    <vt:lpwstr>a27a041b-f3e3-4a97-8d64-ef66743bd46f</vt:lpwstr>
  </property>
</Properties>
</file>