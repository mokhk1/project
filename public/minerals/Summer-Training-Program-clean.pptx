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bin" panose="020B0604020202020204" charset="0"/>
      <p:regular r:id="rId9"/>
    </p:embeddedFont>
    <p:embeddedFont>
      <p:font typeface="Cabin Bold" panose="020B0604020202020204" charset="0"/>
      <p:regular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  <p:embeddedFont>
      <p:font typeface="Unbounded" panose="020B0604020202020204" charset="0"/>
      <p:regular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37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Decorative background treatment: add subtle verdigris-inspired geometric accents such as thin arcs, faint circles, and light diagonal lines behind the content. Keep the elements low-contrast and non-intrusive so the diagram and text remain clearly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030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370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970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4010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0603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02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529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127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273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563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24185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873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66132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446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9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764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103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37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8915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553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0937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8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9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2203648"/>
            <a:ext cx="2960316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2263477"/>
            <a:ext cx="333059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GMCO · SUMMER TRAINING PROGRAM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25865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Summer Training Program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3472359"/>
            <a:ext cx="8497672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Mohammed Khubrani &amp; Mohammed Baaqil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King Abdulaziz University · College of Mining · Mineral Resources and Rocks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hands-on geological exploration program at GMCO, focused on field mapping, core logging, and trenching — supported by ArcGIS Pro and Fusion for digital geological workflows.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687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Training Projects &amp; Team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33984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Working alongside GMCO geologists and technical staff, the program followed a structured workflow from field data collection through to digital interpretation.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394" y="1533723"/>
            <a:ext cx="7556807" cy="3314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07533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607533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Record field observations and notes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35735" y="3691020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Processing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35735" y="4133878"/>
            <a:ext cx="1142106" cy="41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Interpret data in ArcGIS Pro and Fusion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833423" y="1831658"/>
            <a:ext cx="1142106" cy="19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3423" y="2082171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 with geologists and technicians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7082" y="1831658"/>
            <a:ext cx="1142106" cy="38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Logging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7082" y="2274514"/>
            <a:ext cx="1142106" cy="27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 sites, log cores, and trench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8086" y="4958556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stage built on the last — from initial field observations through to processed digital deliverables.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8086" y="5258296"/>
            <a:ext cx="3533290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5" name="Text 12"/>
          <p:cNvSpPr/>
          <p:nvPr/>
        </p:nvSpPr>
        <p:spPr>
          <a:xfrm>
            <a:off x="837683" y="5397897"/>
            <a:ext cx="325409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Collaboration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7683" y="5661918"/>
            <a:ext cx="3254095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Worked alongside experienced geologists on active exploration projects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29103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18" name="Text 15"/>
          <p:cNvSpPr/>
          <p:nvPr/>
        </p:nvSpPr>
        <p:spPr>
          <a:xfrm>
            <a:off x="4468701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68701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Systematic field observations, measurements, and documentation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60220" y="5258296"/>
            <a:ext cx="3533389" cy="922834"/>
          </a:xfrm>
          <a:prstGeom prst="roundRect">
            <a:avLst>
              <a:gd name="adj" fmla="val 2270"/>
            </a:avLst>
          </a:prstGeom>
          <a:solidFill>
            <a:srgbClr val="304755"/>
          </a:solidFill>
          <a:ln/>
        </p:spPr>
      </p:sp>
      <p:sp>
        <p:nvSpPr>
          <p:cNvPr id="21" name="Text 18"/>
          <p:cNvSpPr/>
          <p:nvPr/>
        </p:nvSpPr>
        <p:spPr>
          <a:xfrm>
            <a:off x="8099818" y="5397897"/>
            <a:ext cx="32541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Workflows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99818" y="5661918"/>
            <a:ext cx="3254194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for geological data processing and interpretation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9613"/>
            <a:ext cx="10795524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Geological Mapping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64171"/>
            <a:ext cx="1140510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Field mapping developed core skills in lithology identification, structural observation, and geological interpretation — all digitized using ArcGIS Pro.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06885"/>
            <a:ext cx="883620" cy="1060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8269" y="2083594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Observation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38269" y="2437408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contacts, and structural features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2967236"/>
            <a:ext cx="883620" cy="1060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8269" y="314394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738269" y="349775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coordinates and field documentation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027587"/>
            <a:ext cx="883620" cy="10603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8269" y="4204295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738269" y="4558109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analysis and unit boundaries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5087938"/>
            <a:ext cx="883620" cy="106035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8269" y="5264646"/>
            <a:ext cx="9755340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ArcGIS Pro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738269" y="5618460"/>
            <a:ext cx="9755340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Digitizing and compiling the geological map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4240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Logging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596" y="1774031"/>
            <a:ext cx="3125312" cy="2231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15107" y="2003127"/>
            <a:ext cx="3289813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Hands-on experience inspecting and logging drill cores — documenting lithology, texture, alteration, mineralization, quartz veins, fractures, and core recovery using Fusion for digital data management.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410670"/>
            <a:ext cx="2563848" cy="17030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4586" y="4625578"/>
            <a:ext cx="203244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Inspection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014586" y="5290741"/>
            <a:ext cx="2032445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Lithology, texture, and rock description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1912" y="4410670"/>
            <a:ext cx="2563947" cy="17030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58411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Alteration &amp; Mineralization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3758411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Quartz veins, fractures, and structural features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5837" y="4410670"/>
            <a:ext cx="2563848" cy="17030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2337" y="4625578"/>
            <a:ext cx="20324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Recovery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502337" y="5012134"/>
            <a:ext cx="2032445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Recovery observations and geological documentation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9663" y="4410670"/>
            <a:ext cx="2563947" cy="170309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46162" y="4625578"/>
            <a:ext cx="203254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Fusion Platform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9246162" y="5290741"/>
            <a:ext cx="203254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Digital logging and data integration workflow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508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965" y="530544"/>
            <a:ext cx="2513644" cy="33516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701" y="527369"/>
            <a:ext cx="2516025" cy="33547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1836966"/>
            <a:ext cx="3354800" cy="13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Trench mapping provided direct exposure to subsurface geology — identifying lithological units, alteration zones, mineralization, and structural features across exposed sections.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98086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98086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4"/>
          <p:cNvSpPr/>
          <p:nvPr/>
        </p:nvSpPr>
        <p:spPr>
          <a:xfrm>
            <a:off x="698086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Trench Exposure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98086" y="5651897"/>
            <a:ext cx="3523765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Site inspection and geological observation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333965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33965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8"/>
          <p:cNvSpPr/>
          <p:nvPr/>
        </p:nvSpPr>
        <p:spPr>
          <a:xfrm>
            <a:off x="4333965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Mapping &amp; Documentation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33965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Lithological contacts, alteration zones, and structural features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969844" y="5016798"/>
            <a:ext cx="299137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69844" y="5251847"/>
            <a:ext cx="3523765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2"/>
          <p:cNvSpPr/>
          <p:nvPr/>
        </p:nvSpPr>
        <p:spPr>
          <a:xfrm>
            <a:off x="7969844" y="5364659"/>
            <a:ext cx="352376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969844" y="5651897"/>
            <a:ext cx="3523765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Analysis of exposed geology and mineralization patterns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415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97223" y="1674316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"This training experience allowed me to connect academic geological knowledge with real-world exploration practices."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1449983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sp>
        <p:nvSpPr>
          <p:cNvPr id="5" name="Shape 3"/>
          <p:cNvSpPr/>
          <p:nvPr/>
        </p:nvSpPr>
        <p:spPr>
          <a:xfrm>
            <a:off x="698086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897510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Field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7510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Mapping, core logging, and trenching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5560" y="2442170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6394985" y="2641600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Digital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94985" y="3054548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ArcGIS Pro and Fusion proficiency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8086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7510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7510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Geological observation and analysis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95560" y="377259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394985" y="3972024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94985" y="438497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Professional collaboration and communication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8086" y="512792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 thanks to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GMCO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all supervisors, geologists, and team members for their guidance and support throughout this program.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8086" y="5990630"/>
            <a:ext cx="417254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740" y="6050459"/>
            <a:ext cx="45428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MOHAMMED KHUBRANI · KING ABDULAZIZ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465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Cabin Bold</vt:lpstr>
      <vt:lpstr>Wingdings 3</vt:lpstr>
      <vt:lpstr>Trebuchet MS</vt:lpstr>
      <vt:lpstr>Arial</vt:lpstr>
      <vt:lpstr>Cabin</vt:lpstr>
      <vt:lpstr>Unbounded Light</vt:lpstr>
      <vt:lpstr>Unbounded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محمد خبراني</cp:lastModifiedBy>
  <cp:revision>2</cp:revision>
  <dcterms:created xsi:type="dcterms:W3CDTF">2026-08-11T11:37:26Z</dcterms:created>
  <dcterms:modified xsi:type="dcterms:W3CDTF">2026-08-11T11:49:36Z</dcterms:modified>
</cp:coreProperties>
</file>